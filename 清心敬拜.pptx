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91" r:id="rId2"/>
    <p:sldId id="392" r:id="rId3"/>
    <p:sldId id="393" r:id="rId4"/>
    <p:sldId id="394" r:id="rId5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282" y="8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BF7ED-DC58-4A61-91FF-931B2E40DFCB}" type="datetimeFigureOut">
              <a:rPr lang="zh-TW" altLang="en-US" smtClean="0"/>
              <a:pPr/>
              <a:t>2026/4/17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BC8CA-3626-4E13-BF8B-1AA0A1C51BA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BF7ED-DC58-4A61-91FF-931B2E40DFCB}" type="datetimeFigureOut">
              <a:rPr lang="zh-TW" altLang="en-US" smtClean="0"/>
              <a:pPr/>
              <a:t>2026/4/17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BC8CA-3626-4E13-BF8B-1AA0A1C51BA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BF7ED-DC58-4A61-91FF-931B2E40DFCB}" type="datetimeFigureOut">
              <a:rPr lang="zh-TW" altLang="en-US" smtClean="0"/>
              <a:pPr/>
              <a:t>2026/4/17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BC8CA-3626-4E13-BF8B-1AA0A1C51BA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BF7ED-DC58-4A61-91FF-931B2E40DFCB}" type="datetimeFigureOut">
              <a:rPr lang="zh-TW" altLang="en-US" smtClean="0"/>
              <a:pPr/>
              <a:t>2026/4/17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BC8CA-3626-4E13-BF8B-1AA0A1C51BA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BF7ED-DC58-4A61-91FF-931B2E40DFCB}" type="datetimeFigureOut">
              <a:rPr lang="zh-TW" altLang="en-US" smtClean="0"/>
              <a:pPr/>
              <a:t>2026/4/17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BC8CA-3626-4E13-BF8B-1AA0A1C51BA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BF7ED-DC58-4A61-91FF-931B2E40DFCB}" type="datetimeFigureOut">
              <a:rPr lang="zh-TW" altLang="en-US" smtClean="0"/>
              <a:pPr/>
              <a:t>2026/4/17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BC8CA-3626-4E13-BF8B-1AA0A1C51BA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BF7ED-DC58-4A61-91FF-931B2E40DFCB}" type="datetimeFigureOut">
              <a:rPr lang="zh-TW" altLang="en-US" smtClean="0"/>
              <a:pPr/>
              <a:t>2026/4/17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BC8CA-3626-4E13-BF8B-1AA0A1C51BA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BF7ED-DC58-4A61-91FF-931B2E40DFCB}" type="datetimeFigureOut">
              <a:rPr lang="zh-TW" altLang="en-US" smtClean="0"/>
              <a:pPr/>
              <a:t>2026/4/17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BC8CA-3626-4E13-BF8B-1AA0A1C51BA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BF7ED-DC58-4A61-91FF-931B2E40DFCB}" type="datetimeFigureOut">
              <a:rPr lang="zh-TW" altLang="en-US" smtClean="0"/>
              <a:pPr/>
              <a:t>2026/4/17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BC8CA-3626-4E13-BF8B-1AA0A1C51BA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BF7ED-DC58-4A61-91FF-931B2E40DFCB}" type="datetimeFigureOut">
              <a:rPr lang="zh-TW" altLang="en-US" smtClean="0"/>
              <a:pPr/>
              <a:t>2026/4/17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BC8CA-3626-4E13-BF8B-1AA0A1C51BA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BF7ED-DC58-4A61-91FF-931B2E40DFCB}" type="datetimeFigureOut">
              <a:rPr lang="zh-TW" altLang="en-US" smtClean="0"/>
              <a:pPr/>
              <a:t>2026/4/17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BC8CA-3626-4E13-BF8B-1AA0A1C51BA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9BF7ED-DC58-4A61-91FF-931B2E40DFCB}" type="datetimeFigureOut">
              <a:rPr lang="zh-TW" altLang="en-US" smtClean="0"/>
              <a:pPr/>
              <a:t>2026/4/17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CBC8CA-3626-4E13-BF8B-1AA0A1C51BA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0F3D7-EDDF-CE30-9060-314A88E3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D6A41DD-B5E6-D530-EC0F-85726817D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95686"/>
            <a:ext cx="9144000" cy="857250"/>
          </a:xfrm>
        </p:spPr>
        <p:txBody>
          <a:bodyPr>
            <a:noAutofit/>
          </a:bodyPr>
          <a:lstStyle/>
          <a:p>
            <a:r>
              <a:rPr lang="zh-TW" altLang="en-US" sz="54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清心敬拜</a:t>
            </a:r>
          </a:p>
        </p:txBody>
      </p:sp>
    </p:spTree>
    <p:extLst>
      <p:ext uri="{BB962C8B-B14F-4D97-AF65-F5344CB8AC3E}">
        <p14:creationId xmlns:p14="http://schemas.microsoft.com/office/powerpoint/2010/main" val="388492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柔和我聲</a:t>
            </a:r>
            <a:r>
              <a:rPr lang="zh-CN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 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專心敬拜歌頌祢</a:t>
            </a: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靜待朝見主</a:t>
            </a:r>
            <a:r>
              <a:rPr lang="zh-CN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 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一心渴見祢的美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386789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5075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B29F2-9F96-12DF-C9BE-243502F5E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420085C-EFF4-01EB-9E15-448C3FEB11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清心敬拜獻歌聲</a:t>
            </a: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心嚮往到我主的山嶺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338F02-E91F-5EF5-ADBD-7FABB194EFD0}"/>
              </a:ext>
            </a:extLst>
          </p:cNvPr>
          <p:cNvSpPr txBox="1"/>
          <p:nvPr/>
        </p:nvSpPr>
        <p:spPr>
          <a:xfrm>
            <a:off x="0" y="386789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47230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C049C-9708-6A60-2B86-A7510E503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588A970-319D-2AC7-9CFD-9E2CDA398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傾心讚美吐心聲</a:t>
            </a: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呼吸</a:t>
            </a:r>
            <a:r>
              <a:rPr lang="zh-CN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賜福的空氣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FAFF4B-764F-DE34-F88E-61917FFAC388}"/>
              </a:ext>
            </a:extLst>
          </p:cNvPr>
          <p:cNvSpPr txBox="1"/>
          <p:nvPr/>
        </p:nvSpPr>
        <p:spPr>
          <a:xfrm>
            <a:off x="0" y="386789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57506330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2</TotalTime>
  <Words>70</Words>
  <Application>Microsoft Office PowerPoint</Application>
  <PresentationFormat>On-screen Show (16:9)</PresentationFormat>
  <Paragraphs>10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Microsoft JhengHei</vt:lpstr>
      <vt:lpstr>Microsoft JhengHei</vt:lpstr>
      <vt:lpstr>Arial</vt:lpstr>
      <vt:lpstr>Calibri</vt:lpstr>
      <vt:lpstr>佈景主題1</vt:lpstr>
      <vt:lpstr>清心敬拜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清心敬拜</dc:title>
  <dc:creator>DAIDUONG</dc:creator>
  <cp:lastModifiedBy>Uncle Jo</cp:lastModifiedBy>
  <cp:revision>7</cp:revision>
  <dcterms:created xsi:type="dcterms:W3CDTF">2013-08-31T11:45:58Z</dcterms:created>
  <dcterms:modified xsi:type="dcterms:W3CDTF">2026-04-17T15:44:25Z</dcterms:modified>
</cp:coreProperties>
</file>