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91" r:id="rId2"/>
    <p:sldId id="392" r:id="rId3"/>
    <p:sldId id="611" r:id="rId4"/>
    <p:sldId id="612" r:id="rId5"/>
    <p:sldId id="613" r:id="rId6"/>
    <p:sldId id="614" r:id="rId7"/>
    <p:sldId id="615" r:id="rId8"/>
    <p:sldId id="616" r:id="rId9"/>
    <p:sldId id="61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53BE0-7743-45DC-B6B0-EBE0B7C735AE}" type="datetimeFigureOut">
              <a:rPr lang="zh-TW" altLang="en-US" smtClean="0"/>
              <a:pPr/>
              <a:t>2025/5/31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AA964-CBF8-469A-B37D-660F6FC5B3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父啊！我向祢呼求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祢知道我最深的意念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祢明瞭我內裏的一切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57A7-B338-28CB-99CE-C16860AC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1CAAC02-A96F-3E6A-3DF0-8076D1195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但祢從不定罪  滿有憐憫和恩惠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溫柔的光照亮我心扉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C4354-5F34-41C2-8D79-6DD35CB6DA2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193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36E4-EA17-1B99-ECDB-AD5BF349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7573A80-C632-7B05-3D92-057AF8A1F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我追想祢過往的作為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我思念祢同在的榮顏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EF272-6DB8-C18B-C3D1-C04CA35A1058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6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703F-F589-9B9D-6AE9-9A7B1DD2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BAE77C7-F451-ABE9-B8A0-C8D1E366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我的心渴想祢  如乾旱之地盼雨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神啊求祢留心聽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F5F39-84D3-DB6D-C597-50293ADC9CDC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53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5DA7-46BB-1EA1-FF46-34032D35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8620076-4AA5-86B0-5728-7A598FC2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父啊我向祢呼求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醫治我裏面的破碎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77756-F22B-1BE7-ECFE-E51BB9358249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606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626B-0ABE-B9F4-4197-C8ACDDC2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EDC747-6AEA-0FB0-1F4B-676A66AA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當我的心發昏  領我到更高之地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使我高過四面的仇敵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3D07-4795-139D-4830-F562D94D046C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045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C5B9-2266-B8D9-1273-20A2D528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44F186-F02A-47DC-E2B8-CFE923F90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我要倚靠祢的慈愛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要因祢的救恩快樂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73F02-5910-8EFF-DBEB-49AE16E2B88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487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7D956-C5C5-416F-62CD-C5214624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13D67C9-244C-5C26-8208-E2F0C1C3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容我到祢聖所  瞻仰祢榮耀能力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以歡樂的嘴唇讚美祢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75206-826F-93CB-CED2-875ACAAE148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73401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</TotalTime>
  <Words>193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父啊！我向祢呼求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父啊我向祢呼求</dc:title>
  <dc:creator>大唐</dc:creator>
  <cp:lastModifiedBy>batisuoc</cp:lastModifiedBy>
  <cp:revision>3</cp:revision>
  <dcterms:created xsi:type="dcterms:W3CDTF">2017-01-22T00:28:36Z</dcterms:created>
  <dcterms:modified xsi:type="dcterms:W3CDTF">2025-05-31T01:46:14Z</dcterms:modified>
</cp:coreProperties>
</file>