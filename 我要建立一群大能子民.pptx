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786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1D10B-5E06-4D1E-BEBA-5468B8140EC8}" type="datetimeFigureOut">
              <a:rPr lang="zh-TW" altLang="en-US" smtClean="0"/>
              <a:t>2024/8/14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91E87-A567-4AAD-8A88-FB9360A44F3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 txBox="1">
            <a:spLocks/>
          </p:cNvSpPr>
          <p:nvPr/>
        </p:nvSpPr>
        <p:spPr>
          <a:xfrm>
            <a:off x="0" y="2067694"/>
            <a:ext cx="9144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j-cs"/>
              </a:rPr>
              <a:t>我要建立一群大能子民</a:t>
            </a:r>
            <a:endParaRPr kumimoji="0" lang="zh-TW" altLang="en-US" sz="5400" b="1" i="1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軟正黑體" pitchFamily="34" charset="-120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要建立一群大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子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民</a:t>
            </a:r>
            <a:endParaRPr lang="en-US" altLang="zh-CN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一群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充滿讚美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子民</a:t>
            </a:r>
            <a:endParaRPr lang="zh-TW" altLang="en-US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028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們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要靠我靈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來往此地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並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要榮耀我寶貴的名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0289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主啊興起建立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教會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們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堅固</a:t>
            </a:r>
            <a:endParaRPr lang="zh-TW" altLang="en-US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600" b="1" dirty="0" smtClean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028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成為合一你的肢體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在你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愛子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600" b="1" dirty="0" smtClean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028962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2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佈景主題20</Template>
  <TotalTime>4</TotalTime>
  <Words>69</Words>
  <Application>Microsoft Office PowerPoint</Application>
  <PresentationFormat>如螢幕大小 (16:9)</PresentationFormat>
  <Paragraphs>13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佈景主題20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PowerPoint</dc:creator>
  <cp:lastModifiedBy>PowerPoint</cp:lastModifiedBy>
  <cp:revision>1</cp:revision>
  <dcterms:created xsi:type="dcterms:W3CDTF">2024-08-14T11:45:06Z</dcterms:created>
  <dcterms:modified xsi:type="dcterms:W3CDTF">2024-08-14T11:49:59Z</dcterms:modified>
</cp:coreProperties>
</file>