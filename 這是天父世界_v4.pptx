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4660"/>
  </p:normalViewPr>
  <p:slideViewPr>
    <p:cSldViewPr snapToGrid="0">
      <p:cViewPr varScale="1">
        <p:scale>
          <a:sx n="71" d="100"/>
          <a:sy n="71" d="100"/>
        </p:scale>
        <p:origin x="84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61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50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3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4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72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23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39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5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8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8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ECAD8-2445-4922-845A-5BBDE2CABCAF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DCFF1-E0AC-450A-9A36-C977436AE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3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這是天父世界</a:t>
            </a:r>
          </a:p>
        </p:txBody>
      </p:sp>
    </p:spTree>
    <p:extLst>
      <p:ext uri="{BB962C8B-B14F-4D97-AF65-F5344CB8AC3E}">
        <p14:creationId xmlns:p14="http://schemas.microsoft.com/office/powerpoint/2010/main" val="267816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我眾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側耳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靜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( 1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98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FA83-6537-3B5E-EE35-42216299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3FDDCD-7755-2E34-7B64-7B1C56A25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宇宙歌唱  四圍響應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星辰作樂同聲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9DA7A-E5D6-BA9A-CF7C-8BBA3A5A5579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( 1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39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4410-A8F3-DC07-097A-29BFACF5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FDE82C3-2466-9E03-014F-F3F280FE9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我心滿有安寧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743C63-0EE1-2EBA-DB70-E7E7A686DAB8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( 1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052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AA8AB-CFD5-A376-A279-D304EBF9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88CFF38-D212-4D1F-D116-9A6CAA5EF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樹木花草  蒼天碧海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述說天父全能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E7FF3-4B5D-E445-52A3-427EF04370A7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( 1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29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53869-EEDD-AEC8-5DAF-98CC60D5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5E54379-0201-3E1A-8D66-55817B0A7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小鳥展翅飛鳴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4AB71-0306-5D4D-0A8E-203110D9C4E0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( 2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03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F47B-4ED6-0D57-2444-C346E7CCC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2E5400A-6A17-0B33-3B15-D574EE57B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光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明亮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百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花美麗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證明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造化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精深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1F403-5A1C-789E-9696-C98C816D8C3A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( 2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728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9CF5-07E5-C56B-53B7-6639D81A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500F936-F1BD-BC38-FAD8-0493DF698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仁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愛普及萬千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990C5-D0FE-22D8-D01A-C4EB4CEA60FF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( 2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864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B8549-1D8E-F8D7-203E-B8587F12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4FFC7F0-63D0-9AC5-30F1-86A366062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風吹草偃  將祂表現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恩廣布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A0D589-7803-DB44-272E-1CF7063635F5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( 2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982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B127-AF96-BF3D-406A-D7B5245E9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2BD6A95-4ED8-817C-C5B1-8ED8CDFB6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求主叫我不忘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C755D-BC36-D8AE-0977-5A8C8967ADD3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( 3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19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5BB5A-65A3-5C74-A1E1-3F7C733D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3718916-EA8D-DBE1-B494-789324B90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罪惡雖然好像得勝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天父卻仍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執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59255-77F3-D02C-723F-D64F964FB1A0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( 3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408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68A50-2AED-8A4D-DF85-6576CFA92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F1A306B-7C67-A965-AF08-A06E3AED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這是天父世界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我心不必憂傷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457EC-2159-D534-D383-5813AA7CB9A1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( 3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147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4D231-0A45-0CF7-E099-289F2263D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75577C0-08AC-BF50-DAEF-49128421F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上帝是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王  天地同唱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歌聲充滿萬方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5BCB6-C3E7-7F9B-971C-516CAFF757C7}"/>
              </a:ext>
            </a:extLst>
          </p:cNvPr>
          <p:cNvSpPr txBox="1"/>
          <p:nvPr/>
        </p:nvSpPr>
        <p:spPr>
          <a:xfrm>
            <a:off x="0" y="526476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  <a:cs typeface="Arial" panose="020B0604020202020204" pitchFamily="34" charset="0"/>
              </a:rPr>
              <a:t>( 3 / 3 )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23845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</TotalTime>
  <Words>222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這是天父世界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2025-01-18T14:28:42Z</dcterms:created>
  <dcterms:modified xsi:type="dcterms:W3CDTF">2025-01-18T14:39:55Z</dcterms:modified>
</cp:coreProperties>
</file>