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282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8F2-C913-4DF4-A996-09101B912AAC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2881-4C38-46BD-BFB2-DAD0206562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136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8F2-C913-4DF4-A996-09101B912AAC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2881-4C38-46BD-BFB2-DAD0206562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6337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8F2-C913-4DF4-A996-09101B912AAC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2881-4C38-46BD-BFB2-DAD0206562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613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8F2-C913-4DF4-A996-09101B912AAC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2881-4C38-46BD-BFB2-DAD0206562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8647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8F2-C913-4DF4-A996-09101B912AAC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2881-4C38-46BD-BFB2-DAD0206562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695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8F2-C913-4DF4-A996-09101B912AAC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2881-4C38-46BD-BFB2-DAD0206562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883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8F2-C913-4DF4-A996-09101B912AAC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2881-4C38-46BD-BFB2-DAD0206562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4105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8F2-C913-4DF4-A996-09101B912AAC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2881-4C38-46BD-BFB2-DAD0206562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5737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8F2-C913-4DF4-A996-09101B912AAC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2881-4C38-46BD-BFB2-DAD0206562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7458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8F2-C913-4DF4-A996-09101B912AAC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2881-4C38-46BD-BFB2-DAD0206562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467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8F2-C913-4DF4-A996-09101B912AAC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2881-4C38-46BD-BFB2-DAD0206562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7900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CE8F2-C913-4DF4-A996-09101B912AAC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42881-4C38-46BD-BFB2-DAD0206562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799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禱告的力量</a:t>
            </a:r>
          </a:p>
        </p:txBody>
      </p:sp>
    </p:spTree>
    <p:extLst>
      <p:ext uri="{BB962C8B-B14F-4D97-AF65-F5344CB8AC3E}">
        <p14:creationId xmlns:p14="http://schemas.microsoft.com/office/powerpoint/2010/main" val="1613805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以禱告播下救恩的種子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以淚水澆灌心靈的深處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2A54E0-0B65-60AD-C3C4-2733A8C3B275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9146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神的靈使軟弱的心變得剛強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我的信心建立在耶穌這磐石上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E12BBE-9473-CFA8-5D7E-FA341A06D1D1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9146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禱告的力量　時間可以證明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改變的大能　在耶穌基督裡　　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0CC616-FEEC-5100-0B3A-8A6393CE89EA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9146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獻上馨香之祭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直達到祢寶座前　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因祢信實   祢必垂聽每個呼求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E2753F-141A-D171-BE8F-97ED95892031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914636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4ED68F-161E-4EC5-AA47-8343C2AC128D}" vid="{FD3E678D-D6FA-4147-A139-1A6315ADED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</TotalTime>
  <Words>113</Words>
  <Application>Microsoft Office PowerPoint</Application>
  <PresentationFormat>On-screen Show (16:9)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Theme1</vt:lpstr>
      <vt:lpstr>禱告的力量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禱告的力量</dc:title>
  <dc:creator>PowerPoint</dc:creator>
  <cp:lastModifiedBy>Uncle Jo</cp:lastModifiedBy>
  <cp:revision>3</cp:revision>
  <dcterms:created xsi:type="dcterms:W3CDTF">2023-07-06T11:51:31Z</dcterms:created>
  <dcterms:modified xsi:type="dcterms:W3CDTF">2026-07-18T10:03:54Z</dcterms:modified>
</cp:coreProperties>
</file>