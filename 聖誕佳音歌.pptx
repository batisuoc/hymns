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  <p:sldId id="399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-46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70C2-77FE-46FF-9CC9-005D31B4EEA0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1F9-87C6-4AEA-A5DF-AB1790EF8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31594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70C2-77FE-46FF-9CC9-005D31B4EEA0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1F9-87C6-4AEA-A5DF-AB1790EF8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63102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70C2-77FE-46FF-9CC9-005D31B4EEA0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1F9-87C6-4AEA-A5DF-AB1790EF8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05348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70C2-77FE-46FF-9CC9-005D31B4EEA0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1F9-87C6-4AEA-A5DF-AB1790EF8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60747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70C2-77FE-46FF-9CC9-005D31B4EEA0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1F9-87C6-4AEA-A5DF-AB1790EF8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58819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70C2-77FE-46FF-9CC9-005D31B4EEA0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1F9-87C6-4AEA-A5DF-AB1790EF8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37749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70C2-77FE-46FF-9CC9-005D31B4EEA0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1F9-87C6-4AEA-A5DF-AB1790EF8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5341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70C2-77FE-46FF-9CC9-005D31B4EEA0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1F9-87C6-4AEA-A5DF-AB1790EF8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73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70C2-77FE-46FF-9CC9-005D31B4EEA0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1F9-87C6-4AEA-A5DF-AB1790EF8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2060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70C2-77FE-46FF-9CC9-005D31B4EEA0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1F9-87C6-4AEA-A5DF-AB1790EF8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11521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70C2-77FE-46FF-9CC9-005D31B4EEA0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1F9-87C6-4AEA-A5DF-AB1790EF8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7245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F70C2-77FE-46FF-9CC9-005D31B4EEA0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EE1F9-87C6-4AEA-A5DF-AB1790EF8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1495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聖誕佳音歌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天使初報  聖誕佳音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先向田間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貧苦牧人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牧人正當  看守羊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羣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嚴冬方冷  長夜已深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768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牧人抬頭  見一明星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遠在東方  燦爛光明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6330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博士眾人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因見星光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遠道而來  離別家鄉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3296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歡欣  歡欣  歡欣  歡欣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天國君王  今日降生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68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明星引導  越過山嶺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到伯利恆  停留天上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3900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明星照射  馬棚光芒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嬰孩耶穌  馬槽為床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85285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博士眾人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謙恭獻上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珍貴乳香  黃金  沒藥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5298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信徒應當  高聲歡唱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同心歌頌  萬有主宰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488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歡欣  歡欣  歡欣  歡欣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天國君王  今日降生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8350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15</TotalTime>
  <Words>143</Words>
  <Application>Microsoft Office PowerPoint</Application>
  <PresentationFormat>自訂</PresentationFormat>
  <Paragraphs>31</Paragraphs>
  <Slides>11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2" baseType="lpstr">
      <vt:lpstr>Theme1</vt:lpstr>
      <vt:lpstr>聖誕佳音歌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聖誕佳音歌</dc:title>
  <dc:creator>batisuoc</dc:creator>
  <cp:lastModifiedBy>PowerPoint</cp:lastModifiedBy>
  <cp:revision>4</cp:revision>
  <dcterms:created xsi:type="dcterms:W3CDTF">2023-12-09T16:46:59Z</dcterms:created>
  <dcterms:modified xsi:type="dcterms:W3CDTF">2023-12-17T02:28:54Z</dcterms:modified>
</cp:coreProperties>
</file>