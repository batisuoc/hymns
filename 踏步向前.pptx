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5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2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6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1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6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3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0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1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7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6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97F96-7E9F-4621-AB4D-AB2E1DD5745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351ED-D05F-4B23-8EE9-17F7597D4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1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每天分享快樂</a:t>
            </a:r>
            <a:endParaRPr lang="vi-VN" sz="4800" b="1" dirty="0">
              <a:ea typeface="Microsoft JhengHei" panose="020B0604030504040204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聽聽聽聽  用心聽住教導</a:t>
            </a:r>
            <a:endParaRPr lang="en-US" altLang="zh-CN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每個教訓  我一一照做</a:t>
            </a:r>
            <a:endParaRPr lang="en-US" altLang="zh-CN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去去去去  每天分享快樂</a:t>
            </a:r>
            <a:endParaRPr lang="en-US" altLang="zh-CN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行道熱心要多禱告</a:t>
            </a:r>
            <a:endParaRPr lang="vi-VN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673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踏步向前</a:t>
            </a:r>
            <a:endParaRPr lang="vi-VN" sz="4800" b="1" dirty="0">
              <a:ea typeface="Microsoft JhengHei" panose="020B0604030504040204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路上遇困難有祢扶助我</a:t>
            </a:r>
            <a:endParaRPr lang="en-US" altLang="zh-TW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  <a:p>
            <a:pPr marL="0" indent="0" algn="ctr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靠基督開路高山要攀過</a:t>
            </a:r>
            <a:endParaRPr lang="en-US" altLang="zh-TW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  <a:p>
            <a:pPr marL="0" indent="0" algn="ctr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踏步邁向前   有祢陪著我</a:t>
            </a:r>
            <a:endParaRPr lang="en-US" altLang="zh-TW" sz="54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+mj-cs"/>
            </a:endParaRPr>
          </a:p>
          <a:p>
            <a:pPr marL="0" indent="0" algn="ctr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rPr>
              <a:t>要一生跟從到天家去</a:t>
            </a:r>
            <a:endParaRPr lang="vi-VN" sz="5400" b="1" dirty="0">
              <a:ea typeface="Microsoft JhengHei" panose="020B0604030504040204" pitchFamily="34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517428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86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Microsoft JhengHei</vt:lpstr>
      <vt:lpstr>Arial</vt:lpstr>
      <vt:lpstr>Calibri</vt:lpstr>
      <vt:lpstr>Theme1</vt:lpstr>
      <vt:lpstr>每天分享快樂</vt:lpstr>
      <vt:lpstr>踏步向前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2024-06-25T16:09:23Z</dcterms:created>
  <dcterms:modified xsi:type="dcterms:W3CDTF">2024-06-25T16:10:51Z</dcterms:modified>
</cp:coreProperties>
</file>