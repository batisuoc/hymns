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412" r:id="rId3"/>
    <p:sldId id="739" r:id="rId4"/>
    <p:sldId id="740" r:id="rId5"/>
    <p:sldId id="741" r:id="rId6"/>
    <p:sldId id="742" r:id="rId7"/>
    <p:sldId id="743" r:id="rId8"/>
    <p:sldId id="744" r:id="rId9"/>
    <p:sldId id="745" r:id="rId10"/>
    <p:sldId id="746" r:id="rId11"/>
    <p:sldId id="747" r:id="rId12"/>
    <p:sldId id="748" r:id="rId13"/>
    <p:sldId id="749" r:id="rId1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96" y="3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2F21D-92BA-4313-92D1-A04658EBF3C3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E7657-D9E0-4376-90B2-73F2D2A3DE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2F21D-92BA-4313-92D1-A04658EBF3C3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E7657-D9E0-4376-90B2-73F2D2A3DE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2F21D-92BA-4313-92D1-A04658EBF3C3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E7657-D9E0-4376-90B2-73F2D2A3DE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2F21D-92BA-4313-92D1-A04658EBF3C3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E7657-D9E0-4376-90B2-73F2D2A3DE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2F21D-92BA-4313-92D1-A04658EBF3C3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E7657-D9E0-4376-90B2-73F2D2A3DE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2F21D-92BA-4313-92D1-A04658EBF3C3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E7657-D9E0-4376-90B2-73F2D2A3DE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2F21D-92BA-4313-92D1-A04658EBF3C3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E7657-D9E0-4376-90B2-73F2D2A3DE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2F21D-92BA-4313-92D1-A04658EBF3C3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E7657-D9E0-4376-90B2-73F2D2A3DE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2F21D-92BA-4313-92D1-A04658EBF3C3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E7657-D9E0-4376-90B2-73F2D2A3DE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2F21D-92BA-4313-92D1-A04658EBF3C3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E7657-D9E0-4376-90B2-73F2D2A3DE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2F21D-92BA-4313-92D1-A04658EBF3C3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E7657-D9E0-4376-90B2-73F2D2A3DE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2F21D-92BA-4313-92D1-A04658EBF3C3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3E7657-D9E0-4376-90B2-73F2D2A3DEC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1995686"/>
            <a:ext cx="9144000" cy="857250"/>
          </a:xfrm>
        </p:spPr>
        <p:txBody>
          <a:bodyPr>
            <a:noAutofit/>
          </a:bodyPr>
          <a:lstStyle/>
          <a:p>
            <a:r>
              <a:rPr lang="zh-TW" alt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藉我賜恩福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在塵世生命崎嶇道路中</a:t>
            </a: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多少人困倦悲傷</a:t>
            </a:r>
            <a:endParaRPr lang="en-US" altLang="zh-TW" sz="48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795887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</a:rPr>
              <a:t>( 1 / 3 )</a:t>
            </a:r>
            <a:endParaRPr lang="vi-VN" sz="24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7003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E28D6-B94D-E131-D867-E5FAEF623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3BC14BA-C695-11BB-2F14-ED2D70943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黑暗滿佈  快把真光照亮</a:t>
            </a: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使憂傷者變歡暢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A4064B-CD71-1A96-5997-A990F2A7739B}"/>
              </a:ext>
            </a:extLst>
          </p:cNvPr>
          <p:cNvSpPr txBox="1"/>
          <p:nvPr/>
        </p:nvSpPr>
        <p:spPr>
          <a:xfrm>
            <a:off x="0" y="3795887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</a:rPr>
              <a:t>( 1 / 3 )</a:t>
            </a:r>
            <a:endParaRPr lang="vi-VN" sz="24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2775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6C1F1-01A2-3006-D253-32F5923A0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B968F52-F1DD-52CD-5E1F-6A6854DF3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藉我賜恩福  藉我賜恩福</a:t>
            </a: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藉我生命  榮耀主名</a:t>
            </a:r>
          </a:p>
        </p:txBody>
      </p:sp>
    </p:spTree>
    <p:extLst>
      <p:ext uri="{BB962C8B-B14F-4D97-AF65-F5344CB8AC3E}">
        <p14:creationId xmlns:p14="http://schemas.microsoft.com/office/powerpoint/2010/main" val="570026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5E197-CA1F-AD20-82A4-9B024225D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829E799-CC27-9DCF-BE77-60053D22D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藉我賜恩福  救主聽我求</a:t>
            </a: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藉我賜恩福  使他人得救</a:t>
            </a:r>
          </a:p>
        </p:txBody>
      </p:sp>
    </p:spTree>
    <p:extLst>
      <p:ext uri="{BB962C8B-B14F-4D97-AF65-F5344CB8AC3E}">
        <p14:creationId xmlns:p14="http://schemas.microsoft.com/office/powerpoint/2010/main" val="2156055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DEA6B-95AA-39A1-A797-62CCFCC9E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69D530D-9D2C-83B8-689B-EF7A55801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述說耶穌基督慈愛故事</a:t>
            </a: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述說祂赦罪大能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E919C5-DAB7-91C9-783A-65A98D8B58AA}"/>
              </a:ext>
            </a:extLst>
          </p:cNvPr>
          <p:cNvSpPr txBox="1"/>
          <p:nvPr/>
        </p:nvSpPr>
        <p:spPr>
          <a:xfrm>
            <a:off x="0" y="3795887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</a:rPr>
              <a:t>( 2 / 3 )</a:t>
            </a:r>
            <a:endParaRPr lang="vi-VN" sz="24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0810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0CCEC-CF20-5239-7BE2-FB51B11C8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7D38E9A-4393-64B6-8976-8C7738836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別人信祂要藉祢去見證</a:t>
            </a: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生活時刻像明燈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DD8929-0AE7-2C5A-4B33-ACD092500A94}"/>
              </a:ext>
            </a:extLst>
          </p:cNvPr>
          <p:cNvSpPr txBox="1"/>
          <p:nvPr/>
        </p:nvSpPr>
        <p:spPr>
          <a:xfrm>
            <a:off x="0" y="3795887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</a:rPr>
              <a:t>( 2 / 3 )</a:t>
            </a:r>
            <a:endParaRPr lang="vi-VN" sz="24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5720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DE652-81D4-33B9-5099-F88A479AF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66D0315-6630-B67B-853B-D59F66908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藉我賜恩福  藉我賜恩福</a:t>
            </a: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藉我生命  榮耀主名</a:t>
            </a:r>
          </a:p>
        </p:txBody>
      </p:sp>
    </p:spTree>
    <p:extLst>
      <p:ext uri="{BB962C8B-B14F-4D97-AF65-F5344CB8AC3E}">
        <p14:creationId xmlns:p14="http://schemas.microsoft.com/office/powerpoint/2010/main" val="1835407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9F778-BC48-8B03-7F0E-CFE25D9A8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287D16C-D927-94EF-A18A-04695D883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藉我賜恩福  救主聽我求</a:t>
            </a: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藉我賜恩福  使他人得救</a:t>
            </a:r>
          </a:p>
        </p:txBody>
      </p:sp>
    </p:spTree>
    <p:extLst>
      <p:ext uri="{BB962C8B-B14F-4D97-AF65-F5344CB8AC3E}">
        <p14:creationId xmlns:p14="http://schemas.microsoft.com/office/powerpoint/2010/main" val="1197003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0CE5F-0F4D-A39E-A447-E899B6109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7A238AA-00F3-C725-3F4B-B76C06008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白白得來故要白白施予</a:t>
            </a: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當愛人像主愛你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C71DA0-5092-C8AA-84B6-FB58751DBC2A}"/>
              </a:ext>
            </a:extLst>
          </p:cNvPr>
          <p:cNvSpPr txBox="1"/>
          <p:nvPr/>
        </p:nvSpPr>
        <p:spPr>
          <a:xfrm>
            <a:off x="0" y="3795887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</a:rPr>
              <a:t>( 3 / 3 )</a:t>
            </a:r>
            <a:endParaRPr lang="vi-VN" sz="24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4185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6768D-1569-C486-4820-2B4B49782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22C4B27-B868-63DF-A4EE-F2058B0A0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攙扶軟弱者務要盡心力</a:t>
            </a: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忠於主始終如一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2C9FBC-443B-7A5B-ACAF-569191A607DD}"/>
              </a:ext>
            </a:extLst>
          </p:cNvPr>
          <p:cNvSpPr txBox="1"/>
          <p:nvPr/>
        </p:nvSpPr>
        <p:spPr>
          <a:xfrm>
            <a:off x="0" y="3795887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</a:rPr>
              <a:t>( 3 / 3 )</a:t>
            </a:r>
            <a:endParaRPr lang="vi-VN" sz="24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5603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0A7F6-50C9-91BC-2F7A-DD1F9423C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CC4DDD9-5EC8-BB84-F8C8-EC797BADE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藉我賜恩福  藉我賜恩福</a:t>
            </a: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藉我生命  榮耀主名</a:t>
            </a:r>
          </a:p>
        </p:txBody>
      </p:sp>
    </p:spTree>
    <p:extLst>
      <p:ext uri="{BB962C8B-B14F-4D97-AF65-F5344CB8AC3E}">
        <p14:creationId xmlns:p14="http://schemas.microsoft.com/office/powerpoint/2010/main" val="4150353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1E01F-3A7F-ADEC-2EE3-B08C389F3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FE43F17-A72E-1DAA-5C79-C9C238332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9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藉我賜恩福  救主聽我求</a:t>
            </a: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藉我賜恩福  使他人得救</a:t>
            </a:r>
          </a:p>
        </p:txBody>
      </p:sp>
    </p:spTree>
    <p:extLst>
      <p:ext uri="{BB962C8B-B14F-4D97-AF65-F5344CB8AC3E}">
        <p14:creationId xmlns:p14="http://schemas.microsoft.com/office/powerpoint/2010/main" val="3633891172"/>
      </p:ext>
    </p:extLst>
  </p:cSld>
  <p:clrMapOvr>
    <a:masterClrMapping/>
  </p:clrMapOvr>
</p:sld>
</file>

<file path=ppt/theme/theme1.xml><?xml version="1.0" encoding="utf-8"?>
<a:theme xmlns:a="http://schemas.openxmlformats.org/drawingml/2006/main" name="Church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Church Theme</Template>
  <TotalTime>17</TotalTime>
  <Words>251</Words>
  <Application>Microsoft Office PowerPoint</Application>
  <PresentationFormat>On-screen Show (16:9)</PresentationFormat>
  <Paragraphs>31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Microsoft JhengHei</vt:lpstr>
      <vt:lpstr>Microsoft JhengHei</vt:lpstr>
      <vt:lpstr>Arial</vt:lpstr>
      <vt:lpstr>Calibri</vt:lpstr>
      <vt:lpstr>Church Theme</vt:lpstr>
      <vt:lpstr>藉我賜恩福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藉我賜恩福</dc:title>
  <dc:creator>Windows User</dc:creator>
  <cp:lastModifiedBy>batisuoc</cp:lastModifiedBy>
  <cp:revision>3</cp:revision>
  <dcterms:created xsi:type="dcterms:W3CDTF">2019-09-26T05:40:11Z</dcterms:created>
  <dcterms:modified xsi:type="dcterms:W3CDTF">2025-06-27T14:58:01Z</dcterms:modified>
</cp:coreProperties>
</file>