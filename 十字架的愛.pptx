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391" r:id="rId2"/>
    <p:sldId id="392" r:id="rId3"/>
    <p:sldId id="610" r:id="rId4"/>
    <p:sldId id="611" r:id="rId5"/>
    <p:sldId id="612" r:id="rId6"/>
    <p:sldId id="613" r:id="rId7"/>
    <p:sldId id="614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4" d="100"/>
          <a:sy n="64" d="100"/>
        </p:scale>
        <p:origin x="90" y="29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7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9A61-05E4-4BF0-A811-D88305979371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694E-BA46-42C7-A493-C042B596E2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12667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9A61-05E4-4BF0-A811-D88305979371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694E-BA46-42C7-A493-C042B596E2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5685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2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9A61-05E4-4BF0-A811-D88305979371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694E-BA46-42C7-A493-C042B596E2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39452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9A61-05E4-4BF0-A811-D88305979371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694E-BA46-42C7-A493-C042B596E2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656633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4"/>
            <a:ext cx="5386917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70" y="1535114"/>
            <a:ext cx="5389033" cy="639763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70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9A61-05E4-4BF0-A811-D88305979371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694E-BA46-42C7-A493-C042B596E2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8893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9A61-05E4-4BF0-A811-D88305979371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694E-BA46-42C7-A493-C042B596E2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98920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9A61-05E4-4BF0-A811-D88305979371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694E-BA46-42C7-A493-C042B596E2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436038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9A61-05E4-4BF0-A811-D88305979371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694E-BA46-42C7-A493-C042B596E2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951483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1"/>
            <a:ext cx="7315200" cy="56673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9"/>
            <a:ext cx="7315200" cy="8048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9A61-05E4-4BF0-A811-D88305979371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694E-BA46-42C7-A493-C042B596E2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6226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9A61-05E4-4BF0-A811-D88305979371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694E-BA46-42C7-A493-C042B596E2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49536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40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40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019A61-05E4-4BF0-A811-D88305979371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9F694E-BA46-42C7-A493-C042B596E2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61307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019A61-05E4-4BF0-A811-D88305979371}" type="datetimeFigureOut">
              <a:rPr lang="zh-TW" altLang="en-US" smtClean="0"/>
              <a:t>2025/3/7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9F694E-BA46-42C7-A493-C042B596E280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228737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20F3D7-EDDF-CE30-9060-314A88E373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>
            <a:extLst>
              <a:ext uri="{FF2B5EF4-FFF2-40B4-BE49-F238E27FC236}">
                <a16:creationId xmlns:a16="http://schemas.microsoft.com/office/drawing/2014/main" id="{CD6A41DD-B5E6-D530-EC0F-85726817D1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00006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十字架的愛 </a:t>
            </a:r>
          </a:p>
        </p:txBody>
      </p:sp>
    </p:spTree>
    <p:extLst>
      <p:ext uri="{BB962C8B-B14F-4D97-AF65-F5344CB8AC3E}">
        <p14:creationId xmlns:p14="http://schemas.microsoft.com/office/powerpoint/2010/main" val="3884923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9F6A04-361B-D03C-72FC-83746A3861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EE77592B-EE8B-614D-4160-CDFC7BCE80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耶穌用十字架  十字架的愛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廢掉了代代冤仇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175DD0-F211-14DE-420F-4A50F79B6BD2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850750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47FEE9-79B9-4BF4-48E1-B3D7CA42A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73DE100B-B095-65C9-E758-0C0A9633DB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耶穌用十字架  十字架的愛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縮短了我們的距離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CDCC11-FD16-AE86-69F7-1A70439777C7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24888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B8084C-0241-549F-6A48-32DBC9FE2F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8321A802-58AA-68CA-1DEA-36D6B02F24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祂用十字架  十字架的愛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征服全人類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4DC754-52DF-80B0-3FE7-E7FAD187F9C8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9973600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FE57A-59F8-2244-A267-03DF42405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313943B8-FD53-6396-4EA6-955A2BD8AC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無不屈膝  無不口稱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耶穌基督為救主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33DEDD5-48A9-B7D9-B5AF-B9935AA440D1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200" b="1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7336014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804A22-5513-75E5-43D7-90C0C3BD0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BBEB5755-916C-6CBE-73C9-D92392C93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腳步踏向重重山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手兒敲開扇扇門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B2F7D46-4A70-F850-1C35-568370244172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5157767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F8B143-07C3-E490-678F-7C82EACDA5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5E0815DB-6465-6E0B-4C92-1FFBE4AC18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2084853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報答主恩一生  無求無怨也無悔</a:t>
            </a:r>
          </a:p>
          <a:p>
            <a:pPr algn="ctr">
              <a:buNone/>
            </a:pPr>
            <a:r>
              <a:rPr lang="zh-TW" altLang="en-US" sz="6400" b="1" dirty="0">
                <a:solidFill>
                  <a:srgbClr val="000066"/>
                </a:solidFill>
                <a:latin typeface="微軟正黑體" pitchFamily="34" charset="-120"/>
                <a:ea typeface="微軟正黑體" pitchFamily="34" charset="-120"/>
              </a:rPr>
              <a:t>我們是神的僕人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BA0FA6-DB56-BF33-249E-EEE47005CE76}"/>
              </a:ext>
            </a:extLst>
          </p:cNvPr>
          <p:cNvSpPr txBox="1"/>
          <p:nvPr/>
        </p:nvSpPr>
        <p:spPr>
          <a:xfrm>
            <a:off x="0" y="5157194"/>
            <a:ext cx="12192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</a:t>
            </a:r>
            <a:r>
              <a:rPr lang="en-US" sz="3200" b="1" dirty="0">
                <a:solidFill>
                  <a:srgbClr val="000066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200" b="1" dirty="0">
              <a:solidFill>
                <a:srgbClr val="000066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673699882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1096</TotalTime>
  <Words>130</Words>
  <Application>Microsoft Office PowerPoint</Application>
  <PresentationFormat>Widescreen</PresentationFormat>
  <Paragraphs>19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Microsoft JhengHei</vt:lpstr>
      <vt:lpstr>Microsoft JhengHei</vt:lpstr>
      <vt:lpstr>Arial</vt:lpstr>
      <vt:lpstr>Calibri</vt:lpstr>
      <vt:lpstr>Theme1</vt:lpstr>
      <vt:lpstr>十字架的愛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十字架的愛 </dc:title>
  <dc:creator>DAIDUONG</dc:creator>
  <cp:lastModifiedBy>batisuoc</cp:lastModifiedBy>
  <cp:revision>3</cp:revision>
  <dcterms:created xsi:type="dcterms:W3CDTF">2013-06-02T12:00:53Z</dcterms:created>
  <dcterms:modified xsi:type="dcterms:W3CDTF">2025-03-08T10:36:53Z</dcterms:modified>
</cp:coreProperties>
</file>