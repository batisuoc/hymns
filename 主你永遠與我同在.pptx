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03D83-76E9-47BE-9E3E-C113360851A7}" type="datetimeFigureOut">
              <a:rPr lang="vi-VN" smtClean="0"/>
              <a:t>14/02/2025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ABAEE-6562-4C08-967D-BB254D60C1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59527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03D83-76E9-47BE-9E3E-C113360851A7}" type="datetimeFigureOut">
              <a:rPr lang="vi-VN" smtClean="0"/>
              <a:t>14/02/2025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ABAEE-6562-4C08-967D-BB254D60C1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0100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03D83-76E9-47BE-9E3E-C113360851A7}" type="datetimeFigureOut">
              <a:rPr lang="vi-VN" smtClean="0"/>
              <a:t>14/02/2025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ABAEE-6562-4C08-967D-BB254D60C1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1968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03D83-76E9-47BE-9E3E-C113360851A7}" type="datetimeFigureOut">
              <a:rPr lang="vi-VN" smtClean="0"/>
              <a:t>14/02/2025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ABAEE-6562-4C08-967D-BB254D60C1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07787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03D83-76E9-47BE-9E3E-C113360851A7}" type="datetimeFigureOut">
              <a:rPr lang="vi-VN" smtClean="0"/>
              <a:t>14/02/2025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ABAEE-6562-4C08-967D-BB254D60C1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9531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03D83-76E9-47BE-9E3E-C113360851A7}" type="datetimeFigureOut">
              <a:rPr lang="vi-VN" smtClean="0"/>
              <a:t>14/02/2025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ABAEE-6562-4C08-967D-BB254D60C1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7009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03D83-76E9-47BE-9E3E-C113360851A7}" type="datetimeFigureOut">
              <a:rPr lang="vi-VN" smtClean="0"/>
              <a:t>14/02/2025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ABAEE-6562-4C08-967D-BB254D60C1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84908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03D83-76E9-47BE-9E3E-C113360851A7}" type="datetimeFigureOut">
              <a:rPr lang="vi-VN" smtClean="0"/>
              <a:t>14/02/2025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ABAEE-6562-4C08-967D-BB254D60C1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0049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03D83-76E9-47BE-9E3E-C113360851A7}" type="datetimeFigureOut">
              <a:rPr lang="vi-VN" smtClean="0"/>
              <a:t>14/02/2025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ABAEE-6562-4C08-967D-BB254D60C1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413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03D83-76E9-47BE-9E3E-C113360851A7}" type="datetimeFigureOut">
              <a:rPr lang="vi-VN" smtClean="0"/>
              <a:t>14/02/2025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ABAEE-6562-4C08-967D-BB254D60C1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13873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03D83-76E9-47BE-9E3E-C113360851A7}" type="datetimeFigureOut">
              <a:rPr lang="vi-VN" smtClean="0"/>
              <a:t>14/02/2025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ABAEE-6562-4C08-967D-BB254D60C1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7586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03D83-76E9-47BE-9E3E-C113360851A7}" type="datetimeFigureOut">
              <a:rPr lang="vi-VN" smtClean="0"/>
              <a:t>14/02/2025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ABAEE-6562-4C08-967D-BB254D60C1C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964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永遠與我同在</a:t>
            </a:r>
          </a:p>
        </p:txBody>
      </p:sp>
    </p:spTree>
    <p:extLst>
      <p:ext uri="{BB962C8B-B14F-4D97-AF65-F5344CB8AC3E}">
        <p14:creationId xmlns:p14="http://schemas.microsoft.com/office/powerpoint/2010/main" val="3955885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危難臨到我信靠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深知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必領我度過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9817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009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信實為我堅持  到最後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9817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1870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當暴風雨向我靠近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同在我不至畏懼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9817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689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是我的牧者我所倚靠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9817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3686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每個夜  每一天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我知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永遠在身邊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9817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4203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永遠與我同在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裡面沒有改變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9817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8250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的堅定  從昨日到今日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一直到永遠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9817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589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靠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豐盛應許站立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我的未來在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手中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9817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9850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堅固磐石  全能真神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我敬拜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9817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789238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</TotalTime>
  <Words>171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Theme1</vt:lpstr>
      <vt:lpstr>主祢永遠與我同在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主袮永遠與我同在</dc:title>
  <dc:creator>Windows User</dc:creator>
  <cp:lastModifiedBy>batisuoc</cp:lastModifiedBy>
  <cp:revision>7</cp:revision>
  <dcterms:created xsi:type="dcterms:W3CDTF">2020-03-14T04:22:28Z</dcterms:created>
  <dcterms:modified xsi:type="dcterms:W3CDTF">2025-02-14T16:07:35Z</dcterms:modified>
</cp:coreProperties>
</file>