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1647" r:id="rId4"/>
    <p:sldId id="1648" r:id="rId5"/>
    <p:sldId id="1649" r:id="rId6"/>
    <p:sldId id="1650" r:id="rId7"/>
    <p:sldId id="1651" r:id="rId8"/>
    <p:sldId id="1652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58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3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0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4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1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7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6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1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7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797C8-958D-4AC4-A445-35C2CD3D224C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2E50B-3893-4427-84B2-873AE5CB5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9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祢是聖潔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耶穌祢是何等聖潔美麗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萬人中無人能與祢相比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耶穌祢是永恆明亮晨星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榮耀尊貴再來君王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057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主祢是聖潔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配得一切尊崇與讚美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873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永遠尊貴  永遠榮美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我們謙卑俯伏敬拜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52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主祢是聖潔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從永遠到永遠不改變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015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何等尊貴  何等榮美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我們謙卑俯伏敬拜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298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聖潔真神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祢榮耀充滿在全地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12174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142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祢是聖潔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2024-08-02T17:07:19Z</dcterms:created>
  <dcterms:modified xsi:type="dcterms:W3CDTF">2024-08-02T17:07:34Z</dcterms:modified>
</cp:coreProperties>
</file>