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08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88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20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90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40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95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90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47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5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12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34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B243-A6B0-454D-B20F-4E869BC5BFB2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2DDB0-3803-47A7-A219-E215A4710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46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祢是彌賽亞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  頌讚主  高聲歡唱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讓我舉起手來宣稱主聖名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8FEE-8DD0-B65A-BECB-68D38238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0856E0A-C606-1B5E-4A78-B3C6D615C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頌讚主基督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道成肉身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來救罪人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祢是彌賽亞我主我上帝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10F2-07F7-53B0-5B00-70CB059804D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84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8ABF-BBA2-ACBF-599B-0F1B0C9C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4F86E62-8FA1-9DB8-ABD7-C101D1C2F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的愛彰顯與世上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豐富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天天都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E15D6-8C85-A1F7-78BD-55A88D4E7D1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314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E0D0-1B24-3DFC-D426-AE02ED7D9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BE0C95E-571C-BDDE-6B19-DC6D7C5A2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願意謙卑屈膝俯伏祢面前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BC026-8205-E682-069E-0D2B0AEAB99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592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95AA-29F5-4A74-4E7A-F94007E9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C88671-BD63-359F-346A-1E3AC36B8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頌讚主基督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道成肉身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來救萬民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祢是彌賽亞  我主我上帝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1B073-919D-19D1-7585-71712362BF5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9493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120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祢是彌賽亞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你是彌賽亞</dc:title>
  <dc:creator>User</dc:creator>
  <cp:lastModifiedBy>batisuoc</cp:lastModifiedBy>
  <cp:revision>3</cp:revision>
  <dcterms:created xsi:type="dcterms:W3CDTF">2017-06-17T23:40:09Z</dcterms:created>
  <dcterms:modified xsi:type="dcterms:W3CDTF">2025-08-08T20:14:52Z</dcterms:modified>
</cp:coreProperties>
</file>