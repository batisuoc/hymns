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" y="4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D596-81E3-4803-8919-6962D4E4C98D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00A7-AA1A-4E3F-BFDD-55AAF595E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D596-81E3-4803-8919-6962D4E4C98D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00A7-AA1A-4E3F-BFDD-55AAF595E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D596-81E3-4803-8919-6962D4E4C98D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00A7-AA1A-4E3F-BFDD-55AAF595E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D596-81E3-4803-8919-6962D4E4C98D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00A7-AA1A-4E3F-BFDD-55AAF595E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D596-81E3-4803-8919-6962D4E4C98D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00A7-AA1A-4E3F-BFDD-55AAF595E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D596-81E3-4803-8919-6962D4E4C98D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00A7-AA1A-4E3F-BFDD-55AAF595E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D596-81E3-4803-8919-6962D4E4C98D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00A7-AA1A-4E3F-BFDD-55AAF595E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D596-81E3-4803-8919-6962D4E4C98D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00A7-AA1A-4E3F-BFDD-55AAF595E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D596-81E3-4803-8919-6962D4E4C98D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00A7-AA1A-4E3F-BFDD-55AAF595E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D596-81E3-4803-8919-6962D4E4C98D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00A7-AA1A-4E3F-BFDD-55AAF595E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D596-81E3-4803-8919-6962D4E4C98D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00A7-AA1A-4E3F-BFDD-55AAF595E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CD596-81E3-4803-8919-6962D4E4C98D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600A7-AA1A-4E3F-BFDD-55AAF595E2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我在這裡敬拜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神祢是光  祢照亮了黑暗 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開我眼讓我看見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DB65C-1865-AD10-024C-975515339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6A7EC33-D202-8B62-3E8A-9A624EF2B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祢的榮美  讓我心渴慕祢 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希望與祢不分離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8F52E2-4630-BA0F-DDB1-AF40AA68732B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0913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B60BE-8822-A793-156F-7D8D30479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51D87B4-EA6A-F056-F79F-887710ED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我在這裡敬拜  屈膝向祢跪拜 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大聲宣告祢是我的神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B7856-AE61-4BFB-8C8B-3FF110167325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33435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9E1B6-F58A-AA96-5F09-B999C6D55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782D706-7C6B-91ED-3D2A-ED911FFF6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噢  祢是如此美好  祢是如此配得 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我在這裡敬拜祢聖名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11A426-C954-431D-5153-7FB648941062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5474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AC1A5-EAF8-A70C-2F63-0CDCA466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9C66419-8ACE-D5FE-948C-A3BFFCE09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萬王之王  坐在至高寶座上 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散發榮耀的光芒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859F13-CE4C-DFCC-61C5-CB91A234806B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93788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A8940-44DB-2600-FF7E-837B93830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D58FC7D-169E-A26D-BAF7-1A59D78E1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謙卑自己  來到祢所造之地 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為了愛犧牲自己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FBC1C7-B446-68CA-97AD-6D0C021B97F7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0513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E2934-53C3-5AF0-BC8A-1AA3660DC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A92F302-8D41-D432-06CC-F468B6C7E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我不知道多少代價 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能使我罪釘上十架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80427-3AE1-01F9-F2E4-A679C0B8681D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次）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5644691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7</TotalTime>
  <Words>170</Words>
  <Application>Microsoft Office PowerPoint</Application>
  <PresentationFormat>On-screen Show (16:9)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Church Theme</vt:lpstr>
      <vt:lpstr>我在這裡敬拜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我在這裡敬拜</dc:title>
  <dc:creator>Windows User</dc:creator>
  <cp:lastModifiedBy>batisuoc</cp:lastModifiedBy>
  <cp:revision>2</cp:revision>
  <dcterms:created xsi:type="dcterms:W3CDTF">2019-09-13T07:25:12Z</dcterms:created>
  <dcterms:modified xsi:type="dcterms:W3CDTF">2025-08-23T17:16:37Z</dcterms:modified>
</cp:coreProperties>
</file>