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  <p:sldId id="399" r:id="rId10"/>
    <p:sldId id="400" r:id="rId11"/>
    <p:sldId id="401" r:id="rId12"/>
    <p:sldId id="40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6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7B2B0-B323-41DD-ADE4-F7D8258986F2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7DAE-566F-4604-A32C-E84DE5667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7B2B0-B323-41DD-ADE4-F7D8258986F2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7DAE-566F-4604-A32C-E84DE5667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7B2B0-B323-41DD-ADE4-F7D8258986F2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7DAE-566F-4604-A32C-E84DE5667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7B2B0-B323-41DD-ADE4-F7D8258986F2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7DAE-566F-4604-A32C-E84DE5667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7B2B0-B323-41DD-ADE4-F7D8258986F2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7DAE-566F-4604-A32C-E84DE5667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7B2B0-B323-41DD-ADE4-F7D8258986F2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7DAE-566F-4604-A32C-E84DE5667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7B2B0-B323-41DD-ADE4-F7D8258986F2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7DAE-566F-4604-A32C-E84DE5667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7B2B0-B323-41DD-ADE4-F7D8258986F2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7DAE-566F-4604-A32C-E84DE5667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7B2B0-B323-41DD-ADE4-F7D8258986F2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7DAE-566F-4604-A32C-E84DE5667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7B2B0-B323-41DD-ADE4-F7D8258986F2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7DAE-566F-4604-A32C-E84DE5667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7B2B0-B323-41DD-ADE4-F7D8258986F2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7DAE-566F-4604-A32C-E84DE5667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7B2B0-B323-41DD-ADE4-F7D8258986F2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47DAE-566F-4604-A32C-E84DE5667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全因為祢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常言道  人生像演戲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回看這生精彩  因有祢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902EF-BFB7-E5B8-E618-E611ADBA4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DCDA65C-F454-362E-3D00-F748F5C7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人在世永恆何在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或如流星閃耀掠過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98D823-38C5-E14A-954A-CEA52B949EC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7244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9BC9E-4B46-5937-11DD-B86BE5C48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3B13AA5-418B-6282-E5F6-87D17CC69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是祢令我人生找到靠依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ED78B9-3AB7-6354-7A73-8D53C069EC7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7505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4C6F6-4C65-179A-4C2B-4BF1BD368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222471B-6077-5211-225F-FE33C3B69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死蔭幽谷中  祢伴我過渡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歡欣裡  風光裡祢共我同在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0D520-A633-53B4-B68E-9D86F726831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2665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26848-E4A3-A390-2F17-9EE534EAF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8F03194-1342-0762-FC3A-DCCFACF5D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當身處孤單傷痛  來擁我入懷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祢是我神  是我奇妙救恩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47977F-766E-1ECA-4F8B-CB3C5590EF2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3734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412BB-F4B5-4C38-B585-07E58659B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515DC2C-59AF-7820-DFD5-AC4DE883F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當身處孤單傷痛  來擁我入懷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祢是我神  是我奇妙救恩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5BB664-7674-419D-8631-3B6CD41B8A5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1945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5163D-E026-FE8C-0301-2979AC29D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0AEE938-6EEE-32B5-F4F1-E23984962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全因為祢  令我一生都佳美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祢令我生命從空虛  化做傳奇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C6CADD-C4A5-0CBB-D2C7-C37343012F6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85820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EA6A9-A4F8-43C1-64DF-0DD70480A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95678C3-DCA3-2126-9078-CE1958343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無論我壯如紅日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或如黃昏般漸漸老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C57140-2D02-ACCD-7491-36BD34DB759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47725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72CE5-314E-0B0C-A518-3D4C9602A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24B4B5F-20F4-AD4D-895F-4FCD31259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是祢令我如鷹般高飛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0B3FB4-A609-B933-C816-BF38CEB8ECB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9836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197E9-99AE-77DB-4155-F78AEB9D8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3DC8EE8-0081-6655-F76F-B317B02D7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全因為祢  令我一生都佳美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祢令我生命從空虛  化做傳奇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A17A2E-1922-697B-99C5-FB57038E85C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95570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56E30-C0D9-70AE-05E5-5EAFFABE9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346715B-F430-AD8B-25A2-A38A5DF35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唯獨祢是我拯救  我總不至死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直到永遠  從心底讚美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462CC7-2078-46E2-E127-364E2F0FD80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3647610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50</TotalTime>
  <Words>246</Words>
  <Application>Microsoft Office PowerPoint</Application>
  <PresentationFormat>Widescreen</PresentationFormat>
  <Paragraphs>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Microsoft JhengHei</vt:lpstr>
      <vt:lpstr>Microsoft JhengHei</vt:lpstr>
      <vt:lpstr>Arial</vt:lpstr>
      <vt:lpstr>Calibri</vt:lpstr>
      <vt:lpstr>佈景主題1</vt:lpstr>
      <vt:lpstr>全因為祢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全因為你</dc:title>
  <dc:creator>Admin</dc:creator>
  <cp:lastModifiedBy>batisuoc</cp:lastModifiedBy>
  <cp:revision>4</cp:revision>
  <dcterms:created xsi:type="dcterms:W3CDTF">2013-03-07T08:59:30Z</dcterms:created>
  <dcterms:modified xsi:type="dcterms:W3CDTF">2024-12-30T14:40:42Z</dcterms:modified>
</cp:coreProperties>
</file>