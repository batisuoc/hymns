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634" r:id="rId2"/>
    <p:sldId id="635" r:id="rId3"/>
    <p:sldId id="636" r:id="rId4"/>
    <p:sldId id="637" r:id="rId5"/>
    <p:sldId id="638" r:id="rId6"/>
    <p:sldId id="639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1A00E-5F07-4A1F-B809-F7653DCCFF52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2650C-A2DE-4FF8-8378-A8F29D72DD8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F99E1-8971-47CE-9963-3B0E513A77C7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EC481-18AF-4545-94F6-2E57A782F45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住在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裡面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在乾旱無水之地我渴慕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在曠野無人之處我尋求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得救在乎歸回安息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得力在乎平靜安穩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995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我等候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如鷹展翅上騰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1858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住在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裡面  住在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裡面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如同枝子與葡萄樹緊緊相連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037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住在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裡面  住在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裡面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領受生命活水泉源永不枯竭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277970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117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佈景主題1</vt:lpstr>
      <vt:lpstr>住在祢裡面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住在你裡面</dc:title>
  <dc:creator>大唐</dc:creator>
  <cp:lastModifiedBy>batisuoc</cp:lastModifiedBy>
  <cp:revision>4</cp:revision>
  <dcterms:created xsi:type="dcterms:W3CDTF">2018-08-25T13:21:40Z</dcterms:created>
  <dcterms:modified xsi:type="dcterms:W3CDTF">2024-04-13T16:52:44Z</dcterms:modified>
</cp:coreProperties>
</file>