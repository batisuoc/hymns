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CA860-A71E-4734-959D-EF00B4E46438}" type="datetimeFigureOut">
              <a:rPr lang="zh-TW" altLang="en-US" smtClean="0"/>
              <a:pPr/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6785F-FBB0-41D7-AB0B-6B82502B0F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每一天我需要祢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讓我坦然無懼來到施恩座前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用心靈誠實尋求祢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2358-CC64-7037-EDEF-AC006A421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9DD5657-E777-8D50-F67B-D968B5414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親愛的天父我何等地需要祢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需要更多祢的同在   在我生命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462A8-0C56-5D6A-1E5B-3F543DD0BD6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728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AF2A0-2305-0A36-3285-25C369F7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F49E09-CDB0-8277-F07F-D83EE81B2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每一天   我需要祢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祢話語如甘霖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69743-4E99-CA37-8301-7D8CC586959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645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B44E-6918-8674-EDCD-A130C0C5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E1DA81-7300-5863-8919-4185F7AA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每時刻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我需要祢聖靈如雨降臨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A980A-FB08-11E4-FF74-1F1CB32A60E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508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9906-2B90-15ED-F123-799B78B9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B09EF4-0D3A-9860-FAF6-1AD1703C4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這是我的禱告  願我生命單單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歸榮耀給祢耶穌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0310F-891B-1862-A329-580A7C75835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896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6048-85A7-6673-047D-8CE0758C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5FE98F-5EA9-5D07-FED4-E7DE9587D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這是我的呼求  每天都更愛祢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永不失去起初愛祢的心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61F4D-03A0-FA19-1CE6-E76C6A27252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206079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144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</vt:lpstr>
      <vt:lpstr>每一天我需要祢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每一天我需要你</dc:title>
  <dc:creator>大唐</dc:creator>
  <cp:lastModifiedBy>batisuoc</cp:lastModifiedBy>
  <cp:revision>4</cp:revision>
  <dcterms:created xsi:type="dcterms:W3CDTF">2018-09-18T12:30:36Z</dcterms:created>
  <dcterms:modified xsi:type="dcterms:W3CDTF">2025-01-10T17:36:53Z</dcterms:modified>
</cp:coreProperties>
</file>