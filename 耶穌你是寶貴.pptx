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BF3B-65DF-4B4B-ABFC-51B78DFE674F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D3A4-7430-4AAD-A758-0EE13E0791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6601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BF3B-65DF-4B4B-ABFC-51B78DFE674F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D3A4-7430-4AAD-A758-0EE13E0791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6982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BF3B-65DF-4B4B-ABFC-51B78DFE674F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D3A4-7430-4AAD-A758-0EE13E0791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03403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BF3B-65DF-4B4B-ABFC-51B78DFE674F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D3A4-7430-4AAD-A758-0EE13E0791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569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BF3B-65DF-4B4B-ABFC-51B78DFE674F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D3A4-7430-4AAD-A758-0EE13E0791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9155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BF3B-65DF-4B4B-ABFC-51B78DFE674F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D3A4-7430-4AAD-A758-0EE13E0791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2885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BF3B-65DF-4B4B-ABFC-51B78DFE674F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D3A4-7430-4AAD-A758-0EE13E0791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1221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BF3B-65DF-4B4B-ABFC-51B78DFE674F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D3A4-7430-4AAD-A758-0EE13E0791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2708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BF3B-65DF-4B4B-ABFC-51B78DFE674F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D3A4-7430-4AAD-A758-0EE13E0791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89597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BF3B-65DF-4B4B-ABFC-51B78DFE674F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D3A4-7430-4AAD-A758-0EE13E0791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99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BF3B-65DF-4B4B-ABFC-51B78DFE674F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D3A4-7430-4AAD-A758-0EE13E0791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9243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0BF3B-65DF-4B4B-ABFC-51B78DFE674F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6D3A4-7430-4AAD-A758-0EE13E07911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19026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耶穌祢是寶貴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耶穌祢是寶貴  祢對我真寶貴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祢流寶血洗淨我  祢愛使我自由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9E523-CDB2-C8F0-85F2-DEB4B6A5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BA30FFA-397F-A3E1-0901-033B0C6CF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我只想天天來讚美祢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我只想要彰顯祢的名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88339-4A72-F927-70F7-781CAA77C07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68243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969F-8687-4B3A-8C90-89B649AC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D9FE99C-6029-5342-960F-6550DE12D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主啊我愛祢  我要更愛祢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58106C-3E7B-B106-94A3-9E24C6906EA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9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3577-D953-7D47-9EB9-A3721FAC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C208E74-EA63-007E-3399-87F5CEA7E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我只想一生來事奉祢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我只想要榮耀祢的名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4AC5A6-7255-64C4-8363-7DEB34B4356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2720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D1818-DEA5-66E6-6F39-9BFD4E51D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8A946B8-A634-4A3F-7AB6-7A1F96E2C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主啊我愛祢  我要更愛祢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0BE51-F09F-8B7E-40FD-02BF6A8C806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40935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</TotalTime>
  <Words>107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微軟正黑體</vt:lpstr>
      <vt:lpstr>微軟正黑體</vt:lpstr>
      <vt:lpstr>Arial</vt:lpstr>
      <vt:lpstr>Calibri</vt:lpstr>
      <vt:lpstr>Theme1</vt:lpstr>
      <vt:lpstr>耶穌祢是寶貴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耶穌你是寶貴</dc:title>
  <dc:creator>Windows User</dc:creator>
  <cp:lastModifiedBy>batisuoc</cp:lastModifiedBy>
  <cp:revision>2</cp:revision>
  <dcterms:created xsi:type="dcterms:W3CDTF">2020-09-12T05:24:50Z</dcterms:created>
  <dcterms:modified xsi:type="dcterms:W3CDTF">2025-04-12T10:13:00Z</dcterms:modified>
</cp:coreProperties>
</file>