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63" r:id="rId2"/>
    <p:sldId id="580" r:id="rId3"/>
    <p:sldId id="581" r:id="rId4"/>
    <p:sldId id="582" r:id="rId5"/>
    <p:sldId id="583" r:id="rId6"/>
    <p:sldId id="584" r:id="rId7"/>
    <p:sldId id="585" r:id="rId8"/>
    <p:sldId id="586" r:id="rId9"/>
    <p:sldId id="587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708FF-DFCB-45B9-909C-6E12636A3F95}" type="datetimeFigureOut">
              <a:rPr lang="zh-TW" altLang="en-US" smtClean="0"/>
              <a:pPr/>
              <a:t>2024/5/11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16D06-B010-4BA6-BCCE-29B9C5CF827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0170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708FF-DFCB-45B9-909C-6E12636A3F95}" type="datetimeFigureOut">
              <a:rPr lang="zh-TW" altLang="en-US" smtClean="0"/>
              <a:pPr/>
              <a:t>2024/5/11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16D06-B010-4BA6-BCCE-29B9C5CF827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8347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708FF-DFCB-45B9-909C-6E12636A3F95}" type="datetimeFigureOut">
              <a:rPr lang="zh-TW" altLang="en-US" smtClean="0"/>
              <a:pPr/>
              <a:t>2024/5/11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16D06-B010-4BA6-BCCE-29B9C5CF827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036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708FF-DFCB-45B9-909C-6E12636A3F95}" type="datetimeFigureOut">
              <a:rPr lang="zh-TW" altLang="en-US" smtClean="0"/>
              <a:pPr/>
              <a:t>2024/5/11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16D06-B010-4BA6-BCCE-29B9C5CF827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9601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708FF-DFCB-45B9-909C-6E12636A3F95}" type="datetimeFigureOut">
              <a:rPr lang="zh-TW" altLang="en-US" smtClean="0"/>
              <a:pPr/>
              <a:t>2024/5/11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16D06-B010-4BA6-BCCE-29B9C5CF827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8457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708FF-DFCB-45B9-909C-6E12636A3F95}" type="datetimeFigureOut">
              <a:rPr lang="zh-TW" altLang="en-US" smtClean="0"/>
              <a:pPr/>
              <a:t>2024/5/11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16D06-B010-4BA6-BCCE-29B9C5CF827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7739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708FF-DFCB-45B9-909C-6E12636A3F95}" type="datetimeFigureOut">
              <a:rPr lang="zh-TW" altLang="en-US" smtClean="0"/>
              <a:pPr/>
              <a:t>2024/5/11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16D06-B010-4BA6-BCCE-29B9C5CF827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0340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708FF-DFCB-45B9-909C-6E12636A3F95}" type="datetimeFigureOut">
              <a:rPr lang="zh-TW" altLang="en-US" smtClean="0"/>
              <a:pPr/>
              <a:t>2024/5/11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16D06-B010-4BA6-BCCE-29B9C5CF827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3633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708FF-DFCB-45B9-909C-6E12636A3F95}" type="datetimeFigureOut">
              <a:rPr lang="zh-TW" altLang="en-US" smtClean="0"/>
              <a:pPr/>
              <a:t>2024/5/11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16D06-B010-4BA6-BCCE-29B9C5CF827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4263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708FF-DFCB-45B9-909C-6E12636A3F95}" type="datetimeFigureOut">
              <a:rPr lang="zh-TW" altLang="en-US" smtClean="0"/>
              <a:pPr/>
              <a:t>2024/5/11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16D06-B010-4BA6-BCCE-29B9C5CF827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5221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708FF-DFCB-45B9-909C-6E12636A3F95}" type="datetimeFigureOut">
              <a:rPr lang="zh-TW" altLang="en-US" smtClean="0"/>
              <a:pPr/>
              <a:t>2024/5/11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16D06-B010-4BA6-BCCE-29B9C5CF827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5276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708FF-DFCB-45B9-909C-6E12636A3F95}" type="datetimeFigureOut">
              <a:rPr lang="zh-TW" altLang="en-US" smtClean="0"/>
              <a:pPr/>
              <a:t>2024/5/11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16D06-B010-4BA6-BCCE-29B9C5CF827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3874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爸媽 </a:t>
            </a:r>
            <a:r>
              <a:rPr 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I love you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14439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她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的愛心似水長流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只求孩子天天樂悠悠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4568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給我温暖挽我手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Oh Mommy  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多謝妳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3820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他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工作不會多停留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只求孩子天天都足夠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38292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給我飽暖無擔憂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Oh Daddy  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多謝你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2287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天天照料我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每日循循地教導我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7720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謝謝天父賜給我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爸媽無窮盡的愛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93667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一顆孝心為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您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存留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只祈求雙親都多福蔭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36978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準我給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您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說一聲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en-US" sz="5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Oh Daddy Mommy, I LOVE YOU</a:t>
            </a:r>
            <a:endParaRPr lang="en-US" altLang="zh-TW" sz="5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710423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23</TotalTime>
  <Words>160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微軟正黑體</vt:lpstr>
      <vt:lpstr>微軟正黑體</vt:lpstr>
      <vt:lpstr>Arial</vt:lpstr>
      <vt:lpstr>Calibri</vt:lpstr>
      <vt:lpstr>Theme1</vt:lpstr>
      <vt:lpstr>爸媽 I love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爸媽 I love you</dc:title>
  <dc:creator>DAIDUONG</dc:creator>
  <cp:lastModifiedBy>batisuoc</cp:lastModifiedBy>
  <cp:revision>8</cp:revision>
  <dcterms:created xsi:type="dcterms:W3CDTF">2014-06-14T08:58:44Z</dcterms:created>
  <dcterms:modified xsi:type="dcterms:W3CDTF">2024-05-11T10:24:18Z</dcterms:modified>
</cp:coreProperties>
</file>