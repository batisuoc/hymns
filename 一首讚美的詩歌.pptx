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53" r:id="rId2"/>
    <p:sldId id="390" r:id="rId3"/>
    <p:sldId id="581" r:id="rId4"/>
    <p:sldId id="582" r:id="rId5"/>
    <p:sldId id="583" r:id="rId6"/>
    <p:sldId id="584" r:id="rId7"/>
    <p:sldId id="585" r:id="rId8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78" y="6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37F70-6466-42FF-BF3B-62295FDEB6AD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B49DA-2D70-43D8-9607-1C4A686D7AB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37F70-6466-42FF-BF3B-62295FDEB6AD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B49DA-2D70-43D8-9607-1C4A686D7AB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37F70-6466-42FF-BF3B-62295FDEB6AD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B49DA-2D70-43D8-9607-1C4A686D7AB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37F70-6466-42FF-BF3B-62295FDEB6AD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B49DA-2D70-43D8-9607-1C4A686D7AB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37F70-6466-42FF-BF3B-62295FDEB6AD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B49DA-2D70-43D8-9607-1C4A686D7AB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37F70-6466-42FF-BF3B-62295FDEB6AD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B49DA-2D70-43D8-9607-1C4A686D7AB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37F70-6466-42FF-BF3B-62295FDEB6AD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B49DA-2D70-43D8-9607-1C4A686D7AB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37F70-6466-42FF-BF3B-62295FDEB6AD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B49DA-2D70-43D8-9607-1C4A686D7AB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37F70-6466-42FF-BF3B-62295FDEB6AD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B49DA-2D70-43D8-9607-1C4A686D7AB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37F70-6466-42FF-BF3B-62295FDEB6AD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B49DA-2D70-43D8-9607-1C4A686D7AB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37F70-6466-42FF-BF3B-62295FDEB6AD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B49DA-2D70-43D8-9607-1C4A686D7AB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37F70-6466-42FF-BF3B-62295FDEB6AD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B49DA-2D70-43D8-9607-1C4A686D7AB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一首讚美的詩歌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讓那讚美的聲音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在這空間響遍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讓那敬拜的心聲  永不休止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讓我心中所有意念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此刻都交主的手裡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5277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心中只想獻奉我深深敬拜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447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人活著原是要歌頌讚揚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創造我的主  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是配得榮耀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6745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人活著原是要將榮耀歸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一首讚美的詩歌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9743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願帶我到寶座前敬拜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7013881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20</TotalTime>
  <Words>130</Words>
  <Application>Microsoft Office PowerPoint</Application>
  <PresentationFormat>On-screen Show (16:9)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Church Theme</vt:lpstr>
      <vt:lpstr>一首讚美的詩歌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batisuoc</cp:lastModifiedBy>
  <cp:revision>7</cp:revision>
  <dcterms:created xsi:type="dcterms:W3CDTF">2017-04-30T02:03:32Z</dcterms:created>
  <dcterms:modified xsi:type="dcterms:W3CDTF">2024-06-15T10:16:35Z</dcterms:modified>
</cp:coreProperties>
</file>