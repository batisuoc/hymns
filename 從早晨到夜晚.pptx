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617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189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999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024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751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337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759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06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633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018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835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17FA6-7280-4CA3-B35D-80B51CC2CB19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905-3B05-4732-AAEC-7FCB0D31500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294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從早晨到夜晚</a:t>
            </a:r>
          </a:p>
        </p:txBody>
      </p:sp>
    </p:spTree>
    <p:extLst>
      <p:ext uri="{BB962C8B-B14F-4D97-AF65-F5344CB8AC3E}">
        <p14:creationId xmlns:p14="http://schemas.microsoft.com/office/powerpoint/2010/main" val="353756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早晨我睜開眼睛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渴望聆聽祢聲音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675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D910-2F49-7834-E3AB-B781E924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0EB09B-6882-F52C-5F0F-619586BE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心中思想祢的好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更多與祢來親近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AC2AC-AC27-86FC-1C87-520F98651523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768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F6A1-DBF9-700C-2C8D-85726A1A3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7D4D0C9-5E9E-69B1-5855-238AC0B32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夜晚我仍要歌唱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向祢闡明我心意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646A1-4DEA-BED3-940F-F6EF1707A4E7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093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8361-94D7-F9C5-703D-012693E6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47DBA77-5806-DCD7-0483-A3F59E45F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敬拜化成一首歌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單單要唱給祢聽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81152-B9D5-9DF2-5296-FC0466ADB80F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838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F266-37E3-3C25-CA37-0CA77B65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ADD19C9-57F6-D404-20CF-BACFDC2DC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從早晨到夜晚  從曠野到高山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親愛主  我要稱頌祢美名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2B4D4-E014-0707-DF75-B1C7B1828451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995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116C-47B9-4735-DA54-146B3F26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298D09-6E90-4524-81D1-0C0C313A1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從早晨到夜晚  祢愛永不止息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親愛主  一生緊緊跟隨祢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08DA6-E380-25D4-BB5D-7D1DFDA47926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9533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5723-493D-CE45-F24E-BA9F4865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18685EA-F3B9-CA35-6991-FBF2D55D5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我的主  我愛祢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我要誇祢的愛無止盡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26533-375C-C45F-2BD5-B5B1E88C9AC1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（２次）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84689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152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從早晨到夜晚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從早晨到夜晚</dc:title>
  <dc:creator>Windows User</dc:creator>
  <cp:lastModifiedBy>batisuoc</cp:lastModifiedBy>
  <cp:revision>2</cp:revision>
  <dcterms:created xsi:type="dcterms:W3CDTF">2020-06-13T03:12:51Z</dcterms:created>
  <dcterms:modified xsi:type="dcterms:W3CDTF">2025-10-22T17:26:53Z</dcterms:modified>
</cp:coreProperties>
</file>