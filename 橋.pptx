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404" r:id="rId10"/>
    <p:sldId id="405" r:id="rId11"/>
    <p:sldId id="40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62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37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84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19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42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01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087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11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53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69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82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647A3-DAFE-471B-BBD9-DF372C21D9B2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F8AED-2EEA-496A-8198-5399E890AE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74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父母親從小撫育我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栽種愛惜幼樹苗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9CB8-CC5D-A2AF-3DDB-EF16B8C7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2448548-6CAC-1213-6C54-AEA7F5BF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維護照料牽我手</a:t>
            </a:r>
          </a:p>
        </p:txBody>
      </p:sp>
    </p:spTree>
    <p:extLst>
      <p:ext uri="{BB962C8B-B14F-4D97-AF65-F5344CB8AC3E}">
        <p14:creationId xmlns:p14="http://schemas.microsoft.com/office/powerpoint/2010/main" val="98298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CE3A5-03C7-9B37-1279-F15BEC6D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8087B1-B272-EB40-6992-7BB4C2D71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父母親廷伸天父愛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甘心獻身像道橋</a:t>
            </a:r>
          </a:p>
        </p:txBody>
      </p:sp>
    </p:spTree>
    <p:extLst>
      <p:ext uri="{BB962C8B-B14F-4D97-AF65-F5344CB8AC3E}">
        <p14:creationId xmlns:p14="http://schemas.microsoft.com/office/powerpoint/2010/main" val="258005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9BCC1-76DE-0AB6-DFEE-B5060A6D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5E7A7CE-68D1-A1B4-D260-0CEF7FFE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禍困凶險我不怕過</a:t>
            </a:r>
          </a:p>
        </p:txBody>
      </p:sp>
    </p:spTree>
    <p:extLst>
      <p:ext uri="{BB962C8B-B14F-4D97-AF65-F5344CB8AC3E}">
        <p14:creationId xmlns:p14="http://schemas.microsoft.com/office/powerpoint/2010/main" val="3509377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EB0-4843-AE0E-A6F7-D9463417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8BC3343-81B8-3AE2-C3C8-9A1DCF2E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頌讚親恩仿似無邊大海洋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惟願你我孝順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祝福雙親康泰</a:t>
            </a:r>
          </a:p>
        </p:txBody>
      </p:sp>
    </p:spTree>
    <p:extLst>
      <p:ext uri="{BB962C8B-B14F-4D97-AF65-F5344CB8AC3E}">
        <p14:creationId xmlns:p14="http://schemas.microsoft.com/office/powerpoint/2010/main" val="372748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2B91-542C-6735-80CF-A2FAE016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4D786DF-60A3-DD90-A80F-2B5E16793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父母親廷伸天父愛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甘心獻身像道橋</a:t>
            </a:r>
          </a:p>
        </p:txBody>
      </p:sp>
    </p:spTree>
    <p:extLst>
      <p:ext uri="{BB962C8B-B14F-4D97-AF65-F5344CB8AC3E}">
        <p14:creationId xmlns:p14="http://schemas.microsoft.com/office/powerpoint/2010/main" val="388334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7A4B-928C-FC8E-9564-88CF6D7D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C94A1F0-2774-9CF9-02B8-9D943B8B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禍困凶險我不怕過</a:t>
            </a:r>
          </a:p>
        </p:txBody>
      </p:sp>
    </p:spTree>
    <p:extLst>
      <p:ext uri="{BB962C8B-B14F-4D97-AF65-F5344CB8AC3E}">
        <p14:creationId xmlns:p14="http://schemas.microsoft.com/office/powerpoint/2010/main" val="76352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63F5-B6DB-AB4B-360B-9796C02D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6A92B5-E027-B576-AD9B-95FEBDA8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父母親年紀雖漸老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一生獻身像道橋</a:t>
            </a:r>
          </a:p>
        </p:txBody>
      </p:sp>
    </p:spTree>
    <p:extLst>
      <p:ext uri="{BB962C8B-B14F-4D97-AF65-F5344CB8AC3E}">
        <p14:creationId xmlns:p14="http://schemas.microsoft.com/office/powerpoint/2010/main" val="100067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9B12-1C4B-DC93-D3D1-E23FB522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5E89B8-9D31-2893-DCD7-780A76D5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容讓你我在上面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輕輕鬆鬆再走過   再經過</a:t>
            </a:r>
          </a:p>
        </p:txBody>
      </p:sp>
    </p:spTree>
    <p:extLst>
      <p:ext uri="{BB962C8B-B14F-4D97-AF65-F5344CB8AC3E}">
        <p14:creationId xmlns:p14="http://schemas.microsoft.com/office/powerpoint/2010/main" val="74731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D4B-62C2-A141-665D-D4625C49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FF3304-1CF5-2D03-98B6-A3EC4AD9C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不分風雨渡過</a:t>
            </a:r>
          </a:p>
        </p:txBody>
      </p:sp>
    </p:spTree>
    <p:extLst>
      <p:ext uri="{BB962C8B-B14F-4D97-AF65-F5344CB8AC3E}">
        <p14:creationId xmlns:p14="http://schemas.microsoft.com/office/powerpoint/2010/main" val="247502677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99</TotalTime>
  <Words>130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微軟正黑體</vt:lpstr>
      <vt:lpstr>Arial</vt:lpstr>
      <vt:lpstr>Calibri</vt:lpstr>
      <vt:lpstr>Theme1</vt:lpstr>
      <vt:lpstr>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橋</dc:title>
  <dc:creator>DAIDUONG</dc:creator>
  <cp:lastModifiedBy>Uncle Jo</cp:lastModifiedBy>
  <cp:revision>8</cp:revision>
  <dcterms:created xsi:type="dcterms:W3CDTF">2013-05-11T12:28:29Z</dcterms:created>
  <dcterms:modified xsi:type="dcterms:W3CDTF">2026-05-08T17:05:35Z</dcterms:modified>
</cp:coreProperties>
</file>