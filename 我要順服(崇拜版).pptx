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6" y="12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041D8-0984-4F5E-821F-46606E2FF9E0}" type="datetimeFigureOut">
              <a:rPr lang="zh-TW" altLang="en-US" smtClean="0"/>
              <a:pPr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F9C6-8AA2-4252-88CE-21BEF1F3765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041D8-0984-4F5E-821F-46606E2FF9E0}" type="datetimeFigureOut">
              <a:rPr lang="zh-TW" altLang="en-US" smtClean="0"/>
              <a:pPr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F9C6-8AA2-4252-88CE-21BEF1F3765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041D8-0984-4F5E-821F-46606E2FF9E0}" type="datetimeFigureOut">
              <a:rPr lang="zh-TW" altLang="en-US" smtClean="0"/>
              <a:pPr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F9C6-8AA2-4252-88CE-21BEF1F3765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041D8-0984-4F5E-821F-46606E2FF9E0}" type="datetimeFigureOut">
              <a:rPr lang="zh-TW" altLang="en-US" smtClean="0"/>
              <a:pPr/>
              <a:t>2024/10/1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F9C6-8AA2-4252-88CE-21BEF1F3765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041D8-0984-4F5E-821F-46606E2FF9E0}" type="datetimeFigureOut">
              <a:rPr lang="zh-TW" altLang="en-US" smtClean="0"/>
              <a:pPr/>
              <a:t>2024/10/1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F9C6-8AA2-4252-88CE-21BEF1F3765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041D8-0984-4F5E-821F-46606E2FF9E0}" type="datetimeFigureOut">
              <a:rPr lang="zh-TW" altLang="en-US" smtClean="0"/>
              <a:pPr/>
              <a:t>2024/10/1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F9C6-8AA2-4252-88CE-21BEF1F3765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041D8-0984-4F5E-821F-46606E2FF9E0}" type="datetimeFigureOut">
              <a:rPr lang="zh-TW" altLang="en-US" smtClean="0"/>
              <a:pPr/>
              <a:t>2024/10/1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F9C6-8AA2-4252-88CE-21BEF1F3765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041D8-0984-4F5E-821F-46606E2FF9E0}" type="datetimeFigureOut">
              <a:rPr lang="zh-TW" altLang="en-US" smtClean="0"/>
              <a:pPr/>
              <a:t>2024/10/1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F9C6-8AA2-4252-88CE-21BEF1F3765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041D8-0984-4F5E-821F-46606E2FF9E0}" type="datetimeFigureOut">
              <a:rPr lang="zh-TW" altLang="en-US" smtClean="0"/>
              <a:pPr/>
              <a:t>2024/10/1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F9C6-8AA2-4252-88CE-21BEF1F3765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041D8-0984-4F5E-821F-46606E2FF9E0}" type="datetimeFigureOut">
              <a:rPr lang="zh-TW" altLang="en-US" smtClean="0"/>
              <a:pPr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F9C6-8AA2-4252-88CE-21BEF1F3765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041D8-0984-4F5E-821F-46606E2FF9E0}" type="datetimeFigureOut">
              <a:rPr lang="zh-TW" altLang="en-US" smtClean="0"/>
              <a:pPr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F9C6-8AA2-4252-88CE-21BEF1F3765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041D8-0984-4F5E-821F-46606E2FF9E0}" type="datetimeFigureOut">
              <a:rPr lang="zh-TW" altLang="en-US" smtClean="0"/>
              <a:pPr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9F9C6-8AA2-4252-88CE-21BEF1F3765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我要順服</a:t>
            </a:r>
          </a:p>
        </p:txBody>
      </p:sp>
    </p:spTree>
    <p:extLst>
      <p:ext uri="{BB962C8B-B14F-4D97-AF65-F5344CB8AC3E}">
        <p14:creationId xmlns:p14="http://schemas.microsoft.com/office/powerpoint/2010/main" val="3457353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耶穌基督是至寶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是生命中的美好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207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十字架是我的榮耀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一生都跟隨快跑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955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我要順服  因為我愛</a:t>
            </a: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無論何處到哪裡都忠心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9056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世界萬物都丟棄看作糞土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為要得著耶穌基督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6232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我要順服  因為我愛祢</a:t>
            </a:r>
            <a:endParaRPr lang="en-US" altLang="zh-CN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無論何處到哪裡都忠心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3233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一生活出基督福音的託付</a:t>
            </a:r>
            <a:endParaRPr lang="en-US" altLang="zh-CN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獻給耶穌我所有的全部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024918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11</TotalTime>
  <Words>135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佈景主題11</vt:lpstr>
      <vt:lpstr>我要順服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我要順服</dc:title>
  <dc:creator>User</dc:creator>
  <cp:lastModifiedBy>Joe Cheng</cp:lastModifiedBy>
  <cp:revision>6</cp:revision>
  <dcterms:created xsi:type="dcterms:W3CDTF">2017-07-08T11:58:14Z</dcterms:created>
  <dcterms:modified xsi:type="dcterms:W3CDTF">2024-10-01T08:41:18Z</dcterms:modified>
</cp:coreProperties>
</file>