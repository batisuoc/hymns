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78" y="10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13FF2-39C9-40A1-A02E-2FA867710920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D0D3-60A8-4ED8-AFF0-1E9BA2F814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5140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13FF2-39C9-40A1-A02E-2FA867710920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D0D3-60A8-4ED8-AFF0-1E9BA2F814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191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13FF2-39C9-40A1-A02E-2FA867710920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D0D3-60A8-4ED8-AFF0-1E9BA2F814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163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13FF2-39C9-40A1-A02E-2FA867710920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D0D3-60A8-4ED8-AFF0-1E9BA2F814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756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13FF2-39C9-40A1-A02E-2FA867710920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D0D3-60A8-4ED8-AFF0-1E9BA2F814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745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13FF2-39C9-40A1-A02E-2FA867710920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D0D3-60A8-4ED8-AFF0-1E9BA2F814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611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13FF2-39C9-40A1-A02E-2FA867710920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D0D3-60A8-4ED8-AFF0-1E9BA2F814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4168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13FF2-39C9-40A1-A02E-2FA867710920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D0D3-60A8-4ED8-AFF0-1E9BA2F814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8352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13FF2-39C9-40A1-A02E-2FA867710920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D0D3-60A8-4ED8-AFF0-1E9BA2F814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2295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13FF2-39C9-40A1-A02E-2FA867710920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D0D3-60A8-4ED8-AFF0-1E9BA2F814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1276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13FF2-39C9-40A1-A02E-2FA867710920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D0D3-60A8-4ED8-AFF0-1E9BA2F814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92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13FF2-39C9-40A1-A02E-2FA867710920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FD0D3-60A8-4ED8-AFF0-1E9BA2F814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5847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青年聖歌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II</a:t>
            </a:r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24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神同在</a:t>
            </a:r>
          </a:p>
        </p:txBody>
      </p:sp>
    </p:spTree>
    <p:extLst>
      <p:ext uri="{BB962C8B-B14F-4D97-AF65-F5344CB8AC3E}">
        <p14:creationId xmlns:p14="http://schemas.microsoft.com/office/powerpoint/2010/main" val="3290231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當我需要朋友傾訢我苦惱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神同在  神同在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( 1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677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當我需要朋友加給我力量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神同在  常同在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( 1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479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神同在  常同在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祂慈愛手減輕我憂慮重載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7867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我願信靠祂應許  祂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守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信實到萬代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當我真需要一友  神同在</a:t>
            </a:r>
          </a:p>
        </p:txBody>
      </p:sp>
    </p:spTree>
    <p:extLst>
      <p:ext uri="{BB962C8B-B14F-4D97-AF65-F5344CB8AC3E}">
        <p14:creationId xmlns:p14="http://schemas.microsoft.com/office/powerpoint/2010/main" val="3766694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當我需要朋友關懷我困苦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神同在  神同在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( 2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48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當我需要朋友助我做得好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神同在  常同在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( 2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067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神同在  常同在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祂慈愛手減輕我憂慮重載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03985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我願信靠祂應許  祂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守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信實到萬代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當我真需要一友  神同在</a:t>
            </a:r>
          </a:p>
        </p:txBody>
      </p:sp>
    </p:spTree>
    <p:extLst>
      <p:ext uri="{BB962C8B-B14F-4D97-AF65-F5344CB8AC3E}">
        <p14:creationId xmlns:p14="http://schemas.microsoft.com/office/powerpoint/2010/main" val="776325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當我需要朋友領我過黑夜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神同在  神同在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( 3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187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當我需要朋友使我路光明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神同在  常同在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( 3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775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神同在  常同在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祂慈愛手減輕我憂慮重載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8195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我願信靠祂應許  祂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守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信實到萬代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當我真需要一友  神同在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878681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</TotalTime>
  <Words>265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Theme1</vt:lpstr>
      <vt:lpstr>青年聖歌 II 24 神同在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神同在</dc:title>
  <dc:creator>大唐</dc:creator>
  <cp:lastModifiedBy>batisuoc</cp:lastModifiedBy>
  <cp:revision>8</cp:revision>
  <dcterms:created xsi:type="dcterms:W3CDTF">2016-11-13T00:31:01Z</dcterms:created>
  <dcterms:modified xsi:type="dcterms:W3CDTF">2024-06-07T17:14:53Z</dcterms:modified>
</cp:coreProperties>
</file>