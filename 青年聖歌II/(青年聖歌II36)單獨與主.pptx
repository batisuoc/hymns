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94" r:id="rId2"/>
    <p:sldId id="595" r:id="rId3"/>
    <p:sldId id="596" r:id="rId4"/>
    <p:sldId id="597" r:id="rId5"/>
    <p:sldId id="598" r:id="rId6"/>
    <p:sldId id="599" r:id="rId7"/>
    <p:sldId id="600" r:id="rId8"/>
    <p:sldId id="603" r:id="rId9"/>
    <p:sldId id="604" r:id="rId10"/>
    <p:sldId id="601" r:id="rId11"/>
    <p:sldId id="602" r:id="rId12"/>
    <p:sldId id="605" r:id="rId13"/>
    <p:sldId id="606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9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5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3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2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7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0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8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7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98B7B-9391-4F68-8B3B-2F6AC16F580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EAEC4-E99B-4F23-A6C6-50F934A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3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36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單獨與主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790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當生命風浪向我翻騰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所走的路崎嶇難行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D86B-D1AC-0AA9-251C-18B646D9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BA8952-91CB-D547-2C94-3A5F8FA7F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我退到密室禱告等待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我愛單獨與主同在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1E5B3-FDEC-D2C5-6D20-B40484118544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606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5AF9-5858-29AA-3BB3-88A200D4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F1576F-8862-0678-4073-F4B71081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拒絕這世界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何等福氣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746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DE5D-784E-BB43-B730-5D8B4F6CE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12D244C-341E-123C-03B5-630570CB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藏在主愛裡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與主深交  何等甜美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8668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0581-00A9-FD1F-815D-66415170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8FC2AB-1C79-0DF8-A66B-A8D4080AC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或有時黑雲四面籠罩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或有時要受神管教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56682-B27C-6BFC-106C-DD46E2B6E038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7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EF22-82B0-F455-5EB3-0E0B0F2D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0BF95B5-9270-702B-A3EB-6E5AFEA43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神向我顯明祂的旨意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當我單獨與主一起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A16CB-CC63-8977-FB9C-5D625051948E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14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7DDF-C744-6E11-8F3B-90414372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B9F9FA5-C886-C79B-773A-A5A67DEE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拒絕這世界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何等福氣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888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CFBA-0E83-C77E-A2FE-E097BCE1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C69EFBD-2621-6A19-FF16-F4DE3F46A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藏在主愛裡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與主深交  何等甜美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980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4147-6913-F10C-E3EB-D6B418F7C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D1E5DC2-BAD6-3019-119A-7661BD2B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在主裡我得著新力量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當我打完美好勝仗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CF296-87EE-41DF-8202-4581D989F0F6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35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B42FE-62C3-20CB-82B5-D95687FD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8A57983-A2AB-868F-957F-59A6AB8BE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我看見那榮美的君王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當我安靜在主身旁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E2A15-7176-977A-2359-3D5A6A994A19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9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E1D1-818D-3462-2FB1-B6BA3973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F8D6DD7-EA73-2E3E-20EC-E04BDBF1E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拒絕這世界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何等福氣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204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3A74C-34CB-354E-894F-E7375226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9950A5B-21D3-47F8-EEAC-84DE54322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單獨與主  藏在主愛裡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與主深交  何等甜美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61423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245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青年聖歌 II 36 單獨與主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2025-08-23T16:49:02Z</dcterms:created>
  <dcterms:modified xsi:type="dcterms:W3CDTF">2025-08-23T16:49:41Z</dcterms:modified>
</cp:coreProperties>
</file>