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76" r:id="rId7"/>
    <p:sldId id="262" r:id="rId8"/>
    <p:sldId id="263" r:id="rId9"/>
    <p:sldId id="264" r:id="rId10"/>
    <p:sldId id="265" r:id="rId11"/>
    <p:sldId id="266" r:id="rId12"/>
    <p:sldId id="277" r:id="rId13"/>
    <p:sldId id="278" r:id="rId14"/>
    <p:sldId id="279" r:id="rId15"/>
    <p:sldId id="280" r:id="rId16"/>
    <p:sldId id="270" r:id="rId17"/>
    <p:sldId id="271" r:id="rId18"/>
    <p:sldId id="272" r:id="rId19"/>
    <p:sldId id="281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8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602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169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4814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1969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7915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645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933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9859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0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615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82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9ED7A-AD43-4227-9CF8-7297730BF5EE}" type="datetimeFigureOut">
              <a:rPr lang="vi-VN" smtClean="0"/>
              <a:t>24/05/2025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842BF-ACD6-4A87-A2DC-5147731591D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6848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每步跟隨主</a:t>
            </a:r>
          </a:p>
        </p:txBody>
      </p:sp>
    </p:spTree>
    <p:extLst>
      <p:ext uri="{BB962C8B-B14F-4D97-AF65-F5344CB8AC3E}">
        <p14:creationId xmlns:p14="http://schemas.microsoft.com/office/powerpoint/2010/main" val="284600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   我要與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同行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每一步跟隨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恩典中陪伴   每一步跟隨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( 1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7452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單要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在我身旁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溫柔慈愛聲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( 1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81822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差我去並不畏驚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每一步跟隨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( 1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8182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總要每步跟隨主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9745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主要這樣每步引導你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757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謹慎踏上每一步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禱告踏上每一步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117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這是唯一得勝的路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809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白畫主賜我光明   每一步跟隨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黑夜路程主引領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( 2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0953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每一步跟隨   在主寶貴應許中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看見主必有安排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( 2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2241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我腳常蒙主保守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每一步跟隨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( 2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6927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總要每步跟隨主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7959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主要這樣每步引導你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154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謹慎踏上每一步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禱告踏上每一步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7974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這是唯一得勝的路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6114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今快樂向前邁步   每一步跟隨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因主聖言引我路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( 3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00769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每一步跟隨   雖然我不會全明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主所安排的路程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( 3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88185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但主聖手必引領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每一步跟隨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( 3 / 3 )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0380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總要每步跟隨主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7731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主要這樣每步引導你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5116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謹慎踏上每一步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禱告踏上每一步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7061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這是唯一得勝的路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每步跟隨主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458341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</TotalTime>
  <Words>359</Words>
  <Application>Microsoft Office PowerPoint</Application>
  <PresentationFormat>Widescreen</PresentationFormat>
  <Paragraphs>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微軟正黑體</vt:lpstr>
      <vt:lpstr>Arial</vt:lpstr>
      <vt:lpstr>Calibri</vt:lpstr>
      <vt:lpstr>Theme1</vt:lpstr>
      <vt:lpstr>每步跟隨主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每步跟隨主</dc:title>
  <dc:creator>Windows User</dc:creator>
  <cp:lastModifiedBy>batisuoc</cp:lastModifiedBy>
  <cp:revision>4</cp:revision>
  <dcterms:created xsi:type="dcterms:W3CDTF">2021-11-19T14:39:55Z</dcterms:created>
  <dcterms:modified xsi:type="dcterms:W3CDTF">2025-05-24T11:48:02Z</dcterms:modified>
</cp:coreProperties>
</file>