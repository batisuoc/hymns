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624" r:id="rId4"/>
    <p:sldId id="625" r:id="rId5"/>
    <p:sldId id="626" r:id="rId6"/>
    <p:sldId id="627" r:id="rId7"/>
    <p:sldId id="628" r:id="rId8"/>
    <p:sldId id="629" r:id="rId9"/>
    <p:sldId id="630" r:id="rId10"/>
    <p:sldId id="631" r:id="rId11"/>
    <p:sldId id="632" r:id="rId12"/>
    <p:sldId id="633" r:id="rId13"/>
    <p:sldId id="634" r:id="rId14"/>
    <p:sldId id="635" r:id="rId15"/>
    <p:sldId id="636" r:id="rId16"/>
    <p:sldId id="637" r:id="rId17"/>
    <p:sldId id="638" r:id="rId18"/>
    <p:sldId id="639" r:id="rId19"/>
    <p:sldId id="640" r:id="rId20"/>
    <p:sldId id="641" r:id="rId21"/>
    <p:sldId id="642" r:id="rId22"/>
    <p:sldId id="643" r:id="rId2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9BD30-39B0-4ED4-9AC0-DC3B8A9E8CB4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2ACF-4FF5-4148-9686-5270FFAB1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45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9BD30-39B0-4ED4-9AC0-DC3B8A9E8CB4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2ACF-4FF5-4148-9686-5270FFAB1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9BD30-39B0-4ED4-9AC0-DC3B8A9E8CB4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2ACF-4FF5-4148-9686-5270FFAB1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68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9BD30-39B0-4ED4-9AC0-DC3B8A9E8CB4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2ACF-4FF5-4148-9686-5270FFAB1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675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9BD30-39B0-4ED4-9AC0-DC3B8A9E8CB4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2ACF-4FF5-4148-9686-5270FFAB1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27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9BD30-39B0-4ED4-9AC0-DC3B8A9E8CB4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2ACF-4FF5-4148-9686-5270FFAB1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73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9BD30-39B0-4ED4-9AC0-DC3B8A9E8CB4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2ACF-4FF5-4148-9686-5270FFAB1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9BD30-39B0-4ED4-9AC0-DC3B8A9E8CB4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2ACF-4FF5-4148-9686-5270FFAB1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1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9BD30-39B0-4ED4-9AC0-DC3B8A9E8CB4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2ACF-4FF5-4148-9686-5270FFAB1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245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9BD30-39B0-4ED4-9AC0-DC3B8A9E8CB4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2ACF-4FF5-4148-9686-5270FFAB1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03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9BD30-39B0-4ED4-9AC0-DC3B8A9E8CB4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62ACF-4FF5-4148-9686-5270FFAB1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0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9BD30-39B0-4ED4-9AC0-DC3B8A9E8CB4}" type="datetimeFigureOut">
              <a:rPr lang="en-US" smtClean="0"/>
              <a:t>9/7/2024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62ACF-4FF5-4148-9686-5270FFAB1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08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青年聖詩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II</a:t>
            </a:r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198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要忠心</a:t>
            </a:r>
          </a:p>
        </p:txBody>
      </p:sp>
    </p:spTree>
    <p:extLst>
      <p:ext uri="{BB962C8B-B14F-4D97-AF65-F5344CB8AC3E}">
        <p14:creationId xmlns:p14="http://schemas.microsoft.com/office/powerpoint/2010/main" val="640628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從奉獻祭壇我們今要出發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回想曾坐在主足前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96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我們曾得飲真理聖泉活水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嘗其味有如蜜甘甜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464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我們要為主負起證道之責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到世界廣大禾田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322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主差我們去要帶著此口號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無論何事總要忠心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927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要忠心  忠心  此口號要播四方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忠心  要忠心  忠於你的榮耀王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5289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要忠心  忠心  縱別人都不遵從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2192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無論何境況  必站在主旁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願主常見你忠心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697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從相聚之樓我們今要出發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正如五旬節時一般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23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我們已經將自己完全奉獻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並已得著聖靈充滿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766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我們今出去有如一本聖書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要活出基督樣式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695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我們要時常都表彰主耶穌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一生一世都要忠心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630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要忠心  忠心  此口號要播四方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忠心  要忠心  忠於你的榮耀王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28991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要忠心  忠心  縱別人都不遵從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6850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無論何境況  必站在主旁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願主常見你忠心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95168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帶榮耀使命我們今要出發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有如天國所遣使者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9935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奉派去傳揚天國恩惠福音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使萬民之罪惡得赦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916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奉派去拯救黑暗憂傷之人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除他們罪惡苦痛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536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如此大事工及聖潔之託付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我怎能不為主盡忠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294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要忠心  忠心  此口號要播四方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忠心  要忠心  忠於你的榮耀王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1689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要忠心  忠心  縱別人都不遵從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44425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無論何境況  必站在主旁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lvl="0"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願主常見你忠心</a:t>
            </a:r>
            <a:endParaRPr lang="zh-TW" alt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955771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454</Words>
  <Application>Microsoft Office PowerPoint</Application>
  <PresentationFormat>Widescreen</PresentationFormat>
  <Paragraphs>52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微軟正黑體</vt:lpstr>
      <vt:lpstr>微軟正黑體</vt:lpstr>
      <vt:lpstr>Arial</vt:lpstr>
      <vt:lpstr>Calibri</vt:lpstr>
      <vt:lpstr>Theme1</vt:lpstr>
      <vt:lpstr>青年聖詩 II 198 要忠心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2024-09-07T10:23:30Z</dcterms:created>
  <dcterms:modified xsi:type="dcterms:W3CDTF">2024-09-07T10:24:08Z</dcterms:modified>
</cp:coreProperties>
</file>