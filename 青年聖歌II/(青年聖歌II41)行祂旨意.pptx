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B4D9F-FF5C-4AAF-8385-70EBFB9419A8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8C04C-35EF-4E1F-92B8-D5F852A06BD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II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41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行祂旨意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你願否為主而活  心常純潔善良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你願否同主奔走</a:t>
            </a: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這狹窄道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2 )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CE76C-256C-C981-3D61-04FDD6A1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6201B44-0250-AB6B-9CA4-665F5C8B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你願否讓主背負你一切的罪擔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讓神的旨意成就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512D5-0787-82DC-8232-AFA43D72E7D3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2 )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21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313D-4954-A935-2A9A-068C6BD7B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1EE53A-4E85-9C68-6A9A-C1E957610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主大能使你成新造的人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主寶血使你潔淨得自由</a:t>
            </a:r>
          </a:p>
        </p:txBody>
      </p:sp>
    </p:spTree>
    <p:extLst>
      <p:ext uri="{BB962C8B-B14F-4D97-AF65-F5344CB8AC3E}">
        <p14:creationId xmlns:p14="http://schemas.microsoft.com/office/powerpoint/2010/main" val="1804471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E1B9-F7E1-89C4-4C5E-D3DD4670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34715AE-4F37-9163-597E-26A5AFEA7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主愛充滿你心就能深知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最好是讓神的旨意成就</a:t>
            </a:r>
          </a:p>
        </p:txBody>
      </p:sp>
    </p:spTree>
    <p:extLst>
      <p:ext uri="{BB962C8B-B14F-4D97-AF65-F5344CB8AC3E}">
        <p14:creationId xmlns:p14="http://schemas.microsoft.com/office/powerpoint/2010/main" val="226139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D05D0-DE03-08F9-4391-AE18613A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AA455A6-2D4D-DB5F-E747-D636CB5E1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你願否讓主釋放  並聽從主呼喚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願否全奉獻得享天上平安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406C6-3C53-498D-C2FE-AE761EF0C19F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2 )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31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AA31-44B4-4E17-4ED7-BDCD78CE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897024D-3924-82A1-0364-B1DD95DD2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願否讓主拯救使你永遠不跌倒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讓神的旨意成就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E683E-D812-10CD-8C25-DD9FEC39130F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2 )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86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CC43-7E61-4D6B-7C73-37731B58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BE5E42F-707E-11D2-5B76-785FC0086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主大能使你成新造的人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主寶血使你潔淨得自由</a:t>
            </a:r>
          </a:p>
        </p:txBody>
      </p:sp>
    </p:spTree>
    <p:extLst>
      <p:ext uri="{BB962C8B-B14F-4D97-AF65-F5344CB8AC3E}">
        <p14:creationId xmlns:p14="http://schemas.microsoft.com/office/powerpoint/2010/main" val="364591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12EDE-0428-C275-9655-554813B1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A9B6F14-BD8F-E973-6C16-B0751E203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主愛充滿你心就能深知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最好是讓神的旨意成就</a:t>
            </a:r>
          </a:p>
        </p:txBody>
      </p:sp>
    </p:spTree>
    <p:extLst>
      <p:ext uri="{BB962C8B-B14F-4D97-AF65-F5344CB8AC3E}">
        <p14:creationId xmlns:p14="http://schemas.microsoft.com/office/powerpoint/2010/main" val="289086630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8</TotalTime>
  <Words>199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佈景主題11</vt:lpstr>
      <vt:lpstr>青年聖歌 II 41 行祂旨意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行祂旨意</dc:title>
  <dc:creator>User</dc:creator>
  <cp:lastModifiedBy>Uncle Jo</cp:lastModifiedBy>
  <cp:revision>5</cp:revision>
  <dcterms:created xsi:type="dcterms:W3CDTF">2017-08-12T05:25:30Z</dcterms:created>
  <dcterms:modified xsi:type="dcterms:W3CDTF">2026-06-27T05:25:59Z</dcterms:modified>
</cp:coreProperties>
</file>