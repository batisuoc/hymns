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5" r:id="rId6"/>
    <p:sldId id="264" r:id="rId7"/>
    <p:sldId id="266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5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0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0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4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7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4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0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8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3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32B95-B8DB-4B1F-834D-569E18824512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EBE31-169C-4C6E-9835-853B33088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159</a:t>
            </a:r>
            <a:br>
              <a:rPr lang="en-US" altLang="zh-CN" sz="72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</a:t>
            </a: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穌的腳蹤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7906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我們聽見主慈聲呼召  來跟從我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我們看見救主的腳蹤  領到主前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耶穌的腳蹤  使前路更亨通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無論主的腳蹤到何處總要跟從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077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雖然要走過寒冷山岡  尋找迷羊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或要在西羅亞的池旁  幫助病傷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44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耶穌的腳蹤  使前路更亨通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無論主的腳蹤到何處總要跟從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843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當我們在世路程走完  主見我面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就安息在主最後腳蹤  在寶座前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803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耶穌的腳蹤  使前路更亨通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無論主的腳蹤到何處總要跟從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683259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177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青年聖歌 II 159 耶穌的腳蹤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5</cp:revision>
  <dcterms:created xsi:type="dcterms:W3CDTF">2024-07-26T17:12:05Z</dcterms:created>
  <dcterms:modified xsi:type="dcterms:W3CDTF">2024-07-26T17:19:57Z</dcterms:modified>
</cp:coreProperties>
</file>