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21" r:id="rId2"/>
    <p:sldId id="412" r:id="rId3"/>
    <p:sldId id="622" r:id="rId4"/>
    <p:sldId id="623" r:id="rId5"/>
    <p:sldId id="624" r:id="rId6"/>
    <p:sldId id="625" r:id="rId7"/>
    <p:sldId id="626" r:id="rId8"/>
    <p:sldId id="629" r:id="rId9"/>
    <p:sldId id="630" r:id="rId10"/>
    <p:sldId id="627" r:id="rId11"/>
    <p:sldId id="628" r:id="rId12"/>
    <p:sldId id="631" r:id="rId13"/>
    <p:sldId id="632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5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5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55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6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1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3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3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5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4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6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F8AFF-7FE0-448C-8A4C-B6AB533015B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CF24D-B46E-4A5D-BD9C-A686BB458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1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II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189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當信徒進入天家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在世上我只為客旅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經過這黑暗路程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EA49E-073E-A0FE-79C7-2BE898FFB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4BF0216-3151-38DF-3C80-70347AC20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我目的是美麗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天城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C5408-536D-B6D7-879E-C7D1A511AC95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584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8267F-A8CF-A99C-B8C5-34B12C5F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5036C2D-FE71-0851-0092-B3D91F56E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386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6330E-6065-CDA9-6D09-949049797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7077B9-08A7-295D-979E-179722DA4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主我願亦在他們當中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89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B3528-E34C-030A-328C-DD238340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C9CBBD-A469-4B15-DA20-DC77A7C85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我知道我必見救主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若我罪已蒙赦免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41C7B-EE9B-9691-CF3D-4211946261F0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1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B155-D172-DE80-3673-15221D4D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BA8B0C3-FA95-292C-7FD8-8DEAB5C7C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天堂門必為我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大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9AA97-A036-567A-438D-F85548B9503F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75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0C54-71F8-EA3E-EC9D-C5086D8B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35F77DB-9D7B-8F0E-A069-0532EA51B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626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854BB-CCF7-57DD-2F16-FE0C614EF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7CD7FD9-DC86-93C4-055C-2DCBBC5F7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主我願亦在他們當中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506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34D9-7EC7-309B-B02A-14DAC4DB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3CA325B-4B21-5CEA-213D-C8611A8B7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當我們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圍繞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在寶座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天堂門永遠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關閉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598C1-A2F3-0036-95C0-12530C2882D6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05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A3ED-CC9B-9FFC-DCE5-D82BEC45B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A6C722E-5987-D6B8-EA44-E4BAE4255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歡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唱哈利路亞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70C2C-460B-476B-8FE4-5C35F37A04B2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312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A9D6-346E-D496-8F92-5145B079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5F4B23A-BD99-37AF-C6CA-E768E842B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1855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5FDA-4EEF-1E8C-87C0-69F1D1E0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2B807C2-4BD5-E109-D3F1-9E1DD644D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主我願亦在他們當中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當聖徒進入天家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947591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224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青年聖歌 II 189 當信徒進入天家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2025-10-25T08:12:29Z</dcterms:created>
  <dcterms:modified xsi:type="dcterms:W3CDTF">2025-10-25T08:13:08Z</dcterms:modified>
</cp:coreProperties>
</file>