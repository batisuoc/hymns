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93" r:id="rId2"/>
    <p:sldId id="412" r:id="rId3"/>
    <p:sldId id="413" r:id="rId4"/>
    <p:sldId id="414" r:id="rId5"/>
    <p:sldId id="415" r:id="rId6"/>
    <p:sldId id="416" r:id="rId7"/>
    <p:sldId id="417" r:id="rId8"/>
    <p:sldId id="418" r:id="rId9"/>
    <p:sldId id="419" r:id="rId10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32" autoAdjust="0"/>
    <p:restoredTop sz="94660"/>
  </p:normalViewPr>
  <p:slideViewPr>
    <p:cSldViewPr snapToGrid="0">
      <p:cViewPr varScale="1">
        <p:scale>
          <a:sx n="59" d="100"/>
          <a:sy n="59" d="100"/>
        </p:scale>
        <p:origin x="78" y="11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613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337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794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896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221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377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719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255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36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418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624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88704-7058-4526-95CD-2A163221AB6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21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5333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青年聖歌 </a:t>
            </a:r>
            <a:r>
              <a:rPr lang="en-US" altLang="zh-CN" sz="5333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II</a:t>
            </a:r>
            <a:r>
              <a:rPr lang="zh-CN" altLang="en-US" sz="5333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CN" sz="5333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133</a:t>
            </a:r>
            <a:br>
              <a:rPr lang="en-US" altLang="zh-CN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</a:br>
            <a:r>
              <a:rPr lang="zh-CN" altLang="en-US" sz="8000" b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惟主使我心靈興奮</a:t>
            </a:r>
            <a:endParaRPr lang="zh-TW" altLang="en-US" sz="8000" b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24263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誰像耶穌使人喜樂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因有祂同在一起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660033"/>
                </a:solidFill>
              </a:rPr>
              <a:t>( 1 / 2 )</a:t>
            </a:r>
            <a:endParaRPr lang="vi-VN" sz="40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7003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A114E-50FF-08D9-1E1A-9AF2D5D3A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FD66DC9A-A0F0-8DE3-E422-0602BD509B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真實</a:t>
            </a: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　</a:t>
            </a: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清潔</a:t>
            </a: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　</a:t>
            </a: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寶貴</a:t>
            </a: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　</a:t>
            </a: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柔和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祂屬我</a:t>
            </a: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　</a:t>
            </a: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何等福氣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566498-1D82-AD18-169B-926CB0CF1D60}"/>
              </a:ext>
            </a:extLst>
          </p:cNvPr>
          <p:cNvSpPr txBox="1"/>
          <p:nvPr/>
        </p:nvSpPr>
        <p:spPr>
          <a:xfrm>
            <a:off x="0" y="506118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660033"/>
                </a:solidFill>
              </a:rPr>
              <a:t>( 1 / 2 )</a:t>
            </a:r>
            <a:endParaRPr lang="vi-VN" sz="40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592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C6CF8-96B6-9042-12C9-BDAF047E9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B9550F3A-3BF9-1836-D189-AF36128DB3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惟主使我心靈興奮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祂比生命更寶貴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20109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C85CA-70B7-AC06-7DA6-CD45D59FF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585A5D27-E864-909D-7FD2-7F9F0C9DA1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我的主在千萬人中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乃最完美的一位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86923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1AE2A-4470-DDF4-A4BE-172B3596C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178C57D3-FDFE-B7E8-B89F-1B1553340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祂的救贖何等奇異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非世人所能了解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36FD89-C9CB-3AB7-9C73-18C75D77E58C}"/>
              </a:ext>
            </a:extLst>
          </p:cNvPr>
          <p:cNvSpPr txBox="1"/>
          <p:nvPr/>
        </p:nvSpPr>
        <p:spPr>
          <a:xfrm>
            <a:off x="0" y="506118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660033"/>
                </a:solidFill>
              </a:rPr>
              <a:t>( 2 / 2 )</a:t>
            </a:r>
            <a:endParaRPr lang="vi-VN" sz="40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58644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6DED0-37D9-512A-F681-3D67AED8F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744857CC-0635-617B-0E85-0DB47B335D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我的罪雖紅如丹顏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都能使它白如雪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83E52E-7C46-7950-2B5A-C5F72D378611}"/>
              </a:ext>
            </a:extLst>
          </p:cNvPr>
          <p:cNvSpPr txBox="1"/>
          <p:nvPr/>
        </p:nvSpPr>
        <p:spPr>
          <a:xfrm>
            <a:off x="0" y="506118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660033"/>
                </a:solidFill>
              </a:rPr>
              <a:t>( 2 / 2 )</a:t>
            </a:r>
            <a:endParaRPr lang="vi-VN" sz="40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2245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AAC76-7807-C7C9-7345-D65F5E672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0CAEB7D-F2D9-9310-3404-6DD8F23068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惟主使我心靈興奮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祂比生命更寶貴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450448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C5432-E21E-E67E-AA11-C0344C84E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AA7B26A9-2799-DBB8-AC31-20A159EE2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我的主在千萬人中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乃最完美的一位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33062749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中文詩歌儲存" id="{E0DF756C-B689-4A49-A343-6050050733AA}" vid="{979C1A4B-FDC7-484D-A782-7FA72675E23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中文詩歌儲存</Template>
  <TotalTime>4</TotalTime>
  <Words>155</Words>
  <Application>Microsoft Office PowerPoint</Application>
  <PresentationFormat>Widescreen</PresentationFormat>
  <Paragraphs>21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微軟正黑體</vt:lpstr>
      <vt:lpstr>微軟正黑體</vt:lpstr>
      <vt:lpstr>Arial</vt:lpstr>
      <vt:lpstr>Calibri</vt:lpstr>
      <vt:lpstr>Theme1</vt:lpstr>
      <vt:lpstr>青年聖歌 II 133 惟主使我心靈興奮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Uncle Jo</dc:creator>
  <cp:lastModifiedBy>Uncle Jo</cp:lastModifiedBy>
  <cp:revision>1</cp:revision>
  <dcterms:created xsi:type="dcterms:W3CDTF">2026-07-22T15:20:08Z</dcterms:created>
  <dcterms:modified xsi:type="dcterms:W3CDTF">2026-07-22T15:24:34Z</dcterms:modified>
</cp:coreProperties>
</file>