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3" r:id="rId2"/>
    <p:sldId id="412" r:id="rId3"/>
    <p:sldId id="413" r:id="rId4"/>
    <p:sldId id="414" r:id="rId5"/>
    <p:sldId id="415" r:id="rId6"/>
    <p:sldId id="416" r:id="rId7"/>
    <p:sldId id="417" r:id="rId8"/>
    <p:sldId id="418" r:id="rId9"/>
    <p:sldId id="419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青年聖歌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II</a:t>
            </a:r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65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主恩更豐厚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重擔越加重  主的恩典越豐厚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勞苦越加增  主的能力越大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( 1 / 2 )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B7F19-16B2-D04E-F0B6-D0D8E0F7E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78E5759-10F1-BE49-E744-DE7F35692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患難越加多  主的憐憫越豐盛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試煉越是加倍  主平安越增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1D79BF-14F7-E721-9479-0CB42EA35235}"/>
              </a:ext>
            </a:extLst>
          </p:cNvPr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( 1 / 2 )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225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C0820-07CA-8AF7-9887-06AF6B43F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E6246FE-B4AB-7573-1E1A-DF383AE76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主愛無限無疆  主恩無可測量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主大能遠超過世人所能想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5096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394AC-9FA3-FB2A-EC65-8A136F73B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440C513-E873-3A37-9DF6-8FE27C910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都從無限無量豐富的主耶穌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主施恩  又施恩  又再次施恩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39715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59009-B954-A6AD-0016-79A2BCE7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1990401-D331-E1F7-B2E8-89463111B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當我們疲倦  一切的力量用盡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工作未完成  已感能力不夠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5C698F-E342-1325-EE9D-7E6F0781583C}"/>
              </a:ext>
            </a:extLst>
          </p:cNvPr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( 2 / 2 )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848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F7557-731C-F862-61F1-918A78BCA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970B8B8-CA1C-3288-07B7-2DDB3925B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當我們能力的來源已到盡頭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那時父的洪恩正開始傾流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5B5628-A61B-068E-6A4F-092D52F37F61}"/>
              </a:ext>
            </a:extLst>
          </p:cNvPr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( 2 / 2 )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533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10A71-F84C-4E5A-07EB-028F9FA1A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7025FBB-31CB-1F59-DB53-795AEB4D8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主愛無限無疆  主恩無可測量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主大能遠超過世人所能想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2089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6AD97-0ED1-6074-01D8-3224FBFDE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05FBB8B-DDCB-8B90-4D8E-E50AA0402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都從無限無量豐富的主耶穌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主施恩  又施恩  又再次施恩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445946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10</TotalTime>
  <Words>216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Theme1</vt:lpstr>
      <vt:lpstr>青年聖歌 II 65 主恩更豐厚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8</cp:revision>
  <dcterms:created xsi:type="dcterms:W3CDTF">2025-09-12T16:43:52Z</dcterms:created>
  <dcterms:modified xsi:type="dcterms:W3CDTF">2025-09-12T16:54:05Z</dcterms:modified>
</cp:coreProperties>
</file>