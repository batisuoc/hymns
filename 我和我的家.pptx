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78" y="55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917D-242A-4356-89BF-6274CE3AEBEA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CD74-28CA-4D51-BE7A-9B85B82F1C6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917D-242A-4356-89BF-6274CE3AEBEA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CD74-28CA-4D51-BE7A-9B85B82F1C6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917D-242A-4356-89BF-6274CE3AEBEA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CD74-28CA-4D51-BE7A-9B85B82F1C6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917D-242A-4356-89BF-6274CE3AEBEA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CD74-28CA-4D51-BE7A-9B85B82F1C6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917D-242A-4356-89BF-6274CE3AEBEA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CD74-28CA-4D51-BE7A-9B85B82F1C6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917D-242A-4356-89BF-6274CE3AEBEA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CD74-28CA-4D51-BE7A-9B85B82F1C6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917D-242A-4356-89BF-6274CE3AEBEA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CD74-28CA-4D51-BE7A-9B85B82F1C6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917D-242A-4356-89BF-6274CE3AEBEA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CD74-28CA-4D51-BE7A-9B85B82F1C6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917D-242A-4356-89BF-6274CE3AEBEA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CD74-28CA-4D51-BE7A-9B85B82F1C6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917D-242A-4356-89BF-6274CE3AEBEA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CD74-28CA-4D51-BE7A-9B85B82F1C6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917D-242A-4356-89BF-6274CE3AEBEA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7CD74-28CA-4D51-BE7A-9B85B82F1C6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E917D-242A-4356-89BF-6274CE3AEBEA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7CD74-28CA-4D51-BE7A-9B85B82F1C6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我和我的家</a:t>
            </a:r>
          </a:p>
        </p:txBody>
      </p:sp>
    </p:spTree>
    <p:extLst>
      <p:ext uri="{BB962C8B-B14F-4D97-AF65-F5344CB8AC3E}">
        <p14:creationId xmlns:p14="http://schemas.microsoft.com/office/powerpoint/2010/main" val="224542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我和我的家  事奉耶和華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尋求主的旨意  完全倚靠祂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98671"/>
            <a:ext cx="91440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（正歌）</a:t>
            </a:r>
            <a:endParaRPr lang="en-US" sz="2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2282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祂是我的主  獨一的真神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全家向祂敬拜  讚美耶和華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98672"/>
            <a:ext cx="91440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（正歌）</a:t>
            </a:r>
            <a:endParaRPr lang="en-US" sz="2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7149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祂使天降甘霖  澆灌著大地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祂使地發五穀  賞賜人糧食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98672"/>
            <a:ext cx="91440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（副歌）</a:t>
            </a:r>
            <a:endParaRPr lang="en-US" sz="2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23387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無論何種景況  單單信靠祂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我和我的家  事奉耶和華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98672"/>
            <a:ext cx="91440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（副歌）</a:t>
            </a:r>
            <a:endParaRPr lang="en-US" sz="2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3023179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</TotalTime>
  <Words>106</Words>
  <Application>Microsoft Office PowerPoint</Application>
  <PresentationFormat>On-screen Show (16:9)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佈景主題1</vt:lpstr>
      <vt:lpstr>我和我的家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我和我的家</dc:title>
  <dc:creator>DaTang</dc:creator>
  <cp:lastModifiedBy>batisuoc</cp:lastModifiedBy>
  <cp:revision>5</cp:revision>
  <dcterms:created xsi:type="dcterms:W3CDTF">2019-01-26T02:48:27Z</dcterms:created>
  <dcterms:modified xsi:type="dcterms:W3CDTF">2024-05-11T10:30:39Z</dcterms:modified>
</cp:coreProperties>
</file>