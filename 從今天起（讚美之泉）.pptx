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814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83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636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19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81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36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73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9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28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3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71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5A675-5E7B-44BA-B169-B1B82CF722EA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AC387-DA71-4681-960B-8D8CE610A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24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從今天起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在驚慌的時候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是祢撫平我不安的心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DF3-8B11-1654-BE10-384EDF01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C0C09A9-07AA-310E-439C-D2EDDE341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在徬徨的時候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是祢為我把前程開啟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95FD8-038A-3246-A7D8-F38A4932FDA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807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8338-30AD-CB6A-0915-9BD8FBC1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9F224B-6301-4028-0FD8-BB59DE0D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在無助的時候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我可以寄託在祢手裡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39719-917B-B9F6-E048-3A847A202A4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93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614B-17C5-6ABA-4A30-A760B52E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0EBA30-CF04-A6EF-D881-EAE4272C7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在迷失的時候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是祢耐心的導我前行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D7C64-84D4-9B2C-444D-3BEA8A0B986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386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4674-6701-992F-208F-DA89D193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D2C6B37-A173-8A62-62DC-280072B09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從今天起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祢的雙手為我的牽引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F8656-CB89-7110-CF6F-800B75E37CB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724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4CCA-3F71-2AF7-A961-3B7648A3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5CA83A-28E1-B692-CEDA-4B6D9994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從今天起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我不再做漂泊的客旅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A305C-FDFB-E504-E2D2-CE146CE01C5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405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F371-9F55-586C-48A5-F72405BF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20C2CD-52C2-2A53-A08E-02B76147B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從今天起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祢是我一生的歸依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80954-29ED-089A-069F-DB5DDB1EFF4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916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42E9-9678-883D-DCE1-BF876908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1A07D6E-D8F0-6CEA-4CB6-A258AD996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我全人都屬於祢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5202D-DB46-4B81-F0A7-8DF2624042B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14013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153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從今天起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從今天起</dc:title>
  <dc:creator>大唐</dc:creator>
  <cp:lastModifiedBy>Uncle Jo</cp:lastModifiedBy>
  <cp:revision>2</cp:revision>
  <dcterms:created xsi:type="dcterms:W3CDTF">2015-07-17T09:00:41Z</dcterms:created>
  <dcterms:modified xsi:type="dcterms:W3CDTF">2026-03-12T14:42:42Z</dcterms:modified>
</cp:coreProperties>
</file>