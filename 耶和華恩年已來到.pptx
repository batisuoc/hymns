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91" r:id="rId2"/>
    <p:sldId id="392" r:id="rId3"/>
    <p:sldId id="393" r:id="rId4"/>
    <p:sldId id="394" r:id="rId5"/>
    <p:sldId id="395" r:id="rId6"/>
    <p:sldId id="396" r:id="rId7"/>
    <p:sldId id="397" r:id="rId8"/>
    <p:sldId id="398" r:id="rId9"/>
    <p:sldId id="399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9" autoAdjust="0"/>
    <p:restoredTop sz="94660"/>
  </p:normalViewPr>
  <p:slideViewPr>
    <p:cSldViewPr snapToGrid="0">
      <p:cViewPr varScale="1">
        <p:scale>
          <a:sx n="61" d="100"/>
          <a:sy n="61" d="100"/>
        </p:scale>
        <p:origin x="7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61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337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794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896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21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77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719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255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3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418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24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88704-7058-4526-95CD-2A163221AB6F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A5D6F-BA08-4060-B078-EDC13354B1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821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耶和華恩年已來到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主的靈在我身上  祂已恩膏我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叫我傳好信息給謙卑的人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6842A-F72B-7FAA-6CD7-6DA1E8EF4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289B567-E8E3-1E20-F17A-339CA34F6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醫治一切傷心的人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8B778-74A5-CE34-5157-A6C9518E5C4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9020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3CC27-E06E-CA2A-E31A-A02DB294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95DC4EB-F5DE-0D80-DC5F-8B7659CE6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主的靈在你身上  祂已恩膏你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報告被擄的得釋放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D1EE8A-3CFB-570B-B1E0-12C40BCFB1A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07186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73514-00FB-7A05-E80E-C3AAE1BD2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D8F8E15-5425-1421-8168-BA8F411D1E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被囚的  得自由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54EADE-8F6F-8377-2A2C-D75174D6DDA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02751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7D9F-2BA2-A7F3-CE79-8592B0CA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73E891E-17A5-8CD9-6557-109B20333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我們來慶賀來宣告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耶和華恩年已來到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F7229E-0FAA-EBAF-BE73-B791CF3091FA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955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9C714-82FA-AA8B-A852-170C43B6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6F1A745-1B91-EBFB-3F05-637807DEB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貧窮已成為過去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神的豐盛已臨到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5C12FE-A5A0-F260-0889-19EEB5B03D27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05932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DB72-570F-B7E6-E601-73CADFBF1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0AEF766-92E5-0881-0494-BEAA0B3A4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我們來慶賀 來宣告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耶和華恩年已來到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7E29D-C1A3-4E6F-84E8-5741D4A46B43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229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5EE26-6E75-7697-90FE-FF96AB62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2247428-9A35-7079-8B2D-4DC7B500B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咒詛已成為過去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神的祝福臨到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2088D-5007-3622-BE42-04BC270A2388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21364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文詩歌儲存" id="{E0DF756C-B689-4A49-A343-6050050733AA}" vid="{979C1A4B-FDC7-484D-A782-7FA72675E23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中文詩歌儲存</Template>
  <TotalTime>2</TotalTime>
  <Words>156</Words>
  <Application>Microsoft Office PowerPoint</Application>
  <PresentationFormat>Widescreen</PresentationFormat>
  <Paragraphs>23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Theme1</vt:lpstr>
      <vt:lpstr>耶和華恩年已來到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2025-02-15T16:28:10Z</dcterms:created>
  <dcterms:modified xsi:type="dcterms:W3CDTF">2025-02-15T16:30:23Z</dcterms:modified>
</cp:coreProperties>
</file>