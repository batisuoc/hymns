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8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1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5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7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3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2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1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221FB-0429-4E72-8A43-4007145C15D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D957A-FB02-4DCB-B620-739A34196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4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祢的慈愛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祢的慈愛不動搖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祢的愛是長闊高深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祢的應許不更改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我一生歌頌祢大愛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2570439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3</TotalTime>
  <Words>34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微軟正黑體</vt:lpstr>
      <vt:lpstr>Arial</vt:lpstr>
      <vt:lpstr>Calibri</vt:lpstr>
      <vt:lpstr>Church Theme</vt:lpstr>
      <vt:lpstr>祢的慈愛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你的慈愛</dc:title>
  <dc:creator>Windows User</dc:creator>
  <cp:lastModifiedBy>batisuoc</cp:lastModifiedBy>
  <cp:revision>2</cp:revision>
  <dcterms:created xsi:type="dcterms:W3CDTF">2019-12-14T10:38:03Z</dcterms:created>
  <dcterms:modified xsi:type="dcterms:W3CDTF">2024-08-16T15:15:22Z</dcterms:modified>
</cp:coreProperties>
</file>