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96" r:id="rId2"/>
    <p:sldId id="597" r:id="rId3"/>
    <p:sldId id="598" r:id="rId4"/>
    <p:sldId id="599" r:id="rId5"/>
    <p:sldId id="600" r:id="rId6"/>
    <p:sldId id="601" r:id="rId7"/>
    <p:sldId id="602" r:id="rId8"/>
    <p:sldId id="603" r:id="rId9"/>
    <p:sldId id="604" r:id="rId10"/>
    <p:sldId id="605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02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D9EF6-0FD0-4D2A-8E16-51EA57A3A903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1090-9418-42B0-9AA9-307BC2A9A9A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D9EF6-0FD0-4D2A-8E16-51EA57A3A903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1090-9418-42B0-9AA9-307BC2A9A9A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D9EF6-0FD0-4D2A-8E16-51EA57A3A903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1090-9418-42B0-9AA9-307BC2A9A9A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D9EF6-0FD0-4D2A-8E16-51EA57A3A903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1090-9418-42B0-9AA9-307BC2A9A9A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D9EF6-0FD0-4D2A-8E16-51EA57A3A903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1090-9418-42B0-9AA9-307BC2A9A9A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D9EF6-0FD0-4D2A-8E16-51EA57A3A903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1090-9418-42B0-9AA9-307BC2A9A9A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D9EF6-0FD0-4D2A-8E16-51EA57A3A903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1090-9418-42B0-9AA9-307BC2A9A9A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D9EF6-0FD0-4D2A-8E16-51EA57A3A903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1090-9418-42B0-9AA9-307BC2A9A9A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D9EF6-0FD0-4D2A-8E16-51EA57A3A903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1090-9418-42B0-9AA9-307BC2A9A9A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D9EF6-0FD0-4D2A-8E16-51EA57A3A903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1090-9418-42B0-9AA9-307BC2A9A9A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D9EF6-0FD0-4D2A-8E16-51EA57A3A903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1090-9418-42B0-9AA9-307BC2A9A9A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8D9EF6-0FD0-4D2A-8E16-51EA57A3A903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31090-9418-42B0-9AA9-307BC2A9A9A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耶和華行了大事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耶和華已經為我們行了大事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祂鋪張雲彩當遮蓋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夜間使火光照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446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耶和華已經為我們行了大事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祂在乾旱之處使水流成河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44284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我們要歡呼  述說祂的作為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我們依靠神  就能施展大能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1743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我們要歌頌  要歡呼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述說祂的作為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2257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我們依靠神  就能施展大能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50558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耶和華已經為我們行了大事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祂命令狂風止息  那波浪就平靜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51620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耶和華已經為我們行了大事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祂張開雙手  我們就得飽足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1664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祂必帶領選民歡呼向前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祂將列國的地賜給我們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次）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81014024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17</TotalTime>
  <Words>215</Words>
  <Application>Microsoft Office PowerPoint</Application>
  <PresentationFormat>Widescreen</PresentationFormat>
  <Paragraphs>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微軟正黑體</vt:lpstr>
      <vt:lpstr>微軟正黑體</vt:lpstr>
      <vt:lpstr>Arial</vt:lpstr>
      <vt:lpstr>Calibri</vt:lpstr>
      <vt:lpstr>佈景主題1</vt:lpstr>
      <vt:lpstr>耶和華行了大事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耶和華行了大事</dc:title>
  <dc:creator>大唐</dc:creator>
  <cp:lastModifiedBy>batisuoc</cp:lastModifiedBy>
  <cp:revision>3</cp:revision>
  <dcterms:created xsi:type="dcterms:W3CDTF">2017-11-04T03:00:10Z</dcterms:created>
  <dcterms:modified xsi:type="dcterms:W3CDTF">2024-06-15T10:34:21Z</dcterms:modified>
</cp:coreProperties>
</file>