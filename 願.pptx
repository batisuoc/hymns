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769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325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464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8440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311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797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2490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66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2455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35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217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4E66C-91F5-4692-A697-2FF5E9EDBD98}" type="datetimeFigureOut">
              <a:rPr lang="vi-VN" smtClean="0"/>
              <a:t>30/05/2024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302C0-1810-4F9F-8362-9B382B8F3DE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6418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願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597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為這塊土地  我誠心祈禱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願主的真理如光  全地遍照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85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為這個城市  我謙卑尋找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願主的生命  臨到這些百姓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455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我全能阿爸天父  願祢國降臨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願貧窮與悲傷離開我的心中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240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我全能阿爸天父  願祢國降臨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願盼望與喜樂  永遠住我心中</a:t>
            </a:r>
            <a:endParaRPr lang="vi-VN" sz="6400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15669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107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願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願</dc:title>
  <dc:creator>Windows User</dc:creator>
  <cp:lastModifiedBy>batisuoc</cp:lastModifiedBy>
  <cp:revision>3</cp:revision>
  <dcterms:created xsi:type="dcterms:W3CDTF">2020-03-14T04:37:47Z</dcterms:created>
  <dcterms:modified xsi:type="dcterms:W3CDTF">2024-05-30T11:06:48Z</dcterms:modified>
</cp:coreProperties>
</file>