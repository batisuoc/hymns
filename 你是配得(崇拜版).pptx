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68DF-E3D4-4B81-9D79-DED8BBF32A0E}" type="datetimeFigureOut">
              <a:rPr lang="zh-TW" altLang="en-US" smtClean="0"/>
              <a:pPr/>
              <a:t>2026/4/25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5D977-FAB2-436D-97E7-C67BD475EC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08920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66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6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是配得</a:t>
            </a:r>
          </a:p>
        </p:txBody>
      </p:sp>
    </p:spTree>
    <p:extLst>
      <p:ext uri="{BB962C8B-B14F-4D97-AF65-F5344CB8AC3E}">
        <p14:creationId xmlns:p14="http://schemas.microsoft.com/office/powerpoint/2010/main" val="321196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 祢是配得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配得一切尊崇讚美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010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3A89-ACC4-0B3A-A5A0-2A4DB56B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53556E1-8D28-2F0B-C53D-3CF619CB4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從昨日  今日到永遠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祢永不改變   獨一真神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9275D-87B2-2AF3-BEFE-35C09F482099}"/>
              </a:ext>
            </a:extLst>
          </p:cNvPr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25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6367-CD87-E950-E44F-C5DED88A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435C45B-4F21-292B-D1EC-1049B4B9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 祢是配得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配得一切尊崇讚美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E3B27-3AA4-D573-271B-06A111556306}"/>
              </a:ext>
            </a:extLst>
          </p:cNvPr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366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E08D-18F1-85F5-CEBA-0137A9DC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98E78A-8AA3-B6E9-9D8E-0763FDAAC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願萬國萬民和萬邦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圍繞祢寶座前敬拜祢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21748-2606-638B-45F7-6BBB243854F6}"/>
              </a:ext>
            </a:extLst>
          </p:cNvPr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1690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147C-7BA4-D48B-0A22-8BE30F6F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419B85-949B-A225-E307-1E75AD44E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何等美麗　和平君王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我敬拜祢　降服於祢 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E1ADD-E29E-3BF1-F7AD-9721B6D5F7C5}"/>
              </a:ext>
            </a:extLst>
          </p:cNvPr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495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1E0AF-AEBD-B47B-CF23-148791C7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5B8810-6451-366D-C58E-A0DD0A067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主祢榮耀充滿在全地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直到永遠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A325A-605A-AE9E-AD1C-5A911A02118C}"/>
              </a:ext>
            </a:extLst>
          </p:cNvPr>
          <p:cNvSpPr txBox="1"/>
          <p:nvPr/>
        </p:nvSpPr>
        <p:spPr>
          <a:xfrm>
            <a:off x="0" y="5247348"/>
            <a:ext cx="121920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426744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18</TotalTime>
  <Words>119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佈景主題1</vt:lpstr>
      <vt:lpstr>祢是配得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你是配得（聖哉聖哉全地唱）</dc:title>
  <dc:creator>User</dc:creator>
  <cp:lastModifiedBy>Uncle Jo</cp:lastModifiedBy>
  <cp:revision>12</cp:revision>
  <dcterms:created xsi:type="dcterms:W3CDTF">2017-06-24T23:45:22Z</dcterms:created>
  <dcterms:modified xsi:type="dcterms:W3CDTF">2026-04-25T10:32:00Z</dcterms:modified>
</cp:coreProperties>
</file>