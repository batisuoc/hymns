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14" r:id="rId2"/>
    <p:sldId id="615" r:id="rId3"/>
    <p:sldId id="616" r:id="rId4"/>
    <p:sldId id="617" r:id="rId5"/>
    <p:sldId id="618" r:id="rId6"/>
    <p:sldId id="619" r:id="rId7"/>
    <p:sldId id="62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DAF70-B339-47C6-97E2-A0E7000C2544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51FC3-1FE0-45AD-A0A8-16310595A7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盡情的敬拜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耶穌聖潔公義救主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彰顯神的智慧能力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祢的愛是何等長闊高深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滿有豐富無窮的恩典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36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耶穌權柄統管萬有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配得榮耀尊貴頌讚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853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我以心靈誠實盡情敬拜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坐在寶座上深愛我的主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832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舉起我的心來敬拜祢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用生命來回應祢的愛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004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  我的主讓我單單在乎祢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盡情地敬拜祢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572024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5</TotalTime>
  <Words>135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佈景主題11</vt:lpstr>
      <vt:lpstr>盡情的敬拜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盡情的敬拜</dc:title>
  <dc:creator>DAIDUONG</dc:creator>
  <cp:lastModifiedBy>batisuoc</cp:lastModifiedBy>
  <cp:revision>7</cp:revision>
  <dcterms:created xsi:type="dcterms:W3CDTF">2013-11-10T00:12:12Z</dcterms:created>
  <dcterms:modified xsi:type="dcterms:W3CDTF">2024-04-13T16:47:47Z</dcterms:modified>
</cp:coreProperties>
</file>