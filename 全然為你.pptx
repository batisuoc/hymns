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9CA7A-1D8F-4511-A228-785831C6C6F9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5974D-F7F7-4194-895A-D7123D3FF3F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全然為祢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8045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我的眼光和心思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單單注視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哦耶穌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0057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隨著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心律動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甜蜜的靈來充滿我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1506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放下為自己抓住的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放手交給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  我的主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037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我願使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歡喜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對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的愛不斷湧流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66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我生命氣息  全然為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如同香膏傾倒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766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無悔的付出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只願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心得滿足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260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我生命氣息  全然為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如同香膏傾倒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4746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全心來獻上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最深刻真摯的愛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518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4042274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39</TotalTime>
  <Words>149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佈景主題11</vt:lpstr>
      <vt:lpstr>全然為祢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全然為你</dc:title>
  <dc:creator>大唐</dc:creator>
  <cp:lastModifiedBy>batisuoc</cp:lastModifiedBy>
  <cp:revision>11</cp:revision>
  <dcterms:created xsi:type="dcterms:W3CDTF">2017-02-25T11:19:32Z</dcterms:created>
  <dcterms:modified xsi:type="dcterms:W3CDTF">2024-06-15T11:50:37Z</dcterms:modified>
</cp:coreProperties>
</file>