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1627" r:id="rId2"/>
    <p:sldId id="1628" r:id="rId3"/>
    <p:sldId id="1629" r:id="rId4"/>
    <p:sldId id="1630" r:id="rId5"/>
    <p:sldId id="1631" r:id="rId6"/>
    <p:sldId id="1632" r:id="rId7"/>
    <p:sldId id="1633" r:id="rId8"/>
    <p:sldId id="1634" r:id="rId9"/>
    <p:sldId id="1635" r:id="rId10"/>
    <p:sldId id="1636" r:id="rId11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55" autoAdjust="0"/>
    <p:restoredTop sz="94660"/>
  </p:normalViewPr>
  <p:slideViewPr>
    <p:cSldViewPr snapToGrid="0">
      <p:cViewPr varScale="1">
        <p:scale>
          <a:sx n="39" d="100"/>
          <a:sy n="39" d="100"/>
        </p:scale>
        <p:origin x="103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EDC5A-1EB2-48D5-9F47-BBA752306E34}" type="datetimeFigureOut">
              <a:rPr lang="en-US" smtClean="0"/>
              <a:t>11/2/2024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241B0-D848-4195-AD6B-DBA820E0B2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920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EDC5A-1EB2-48D5-9F47-BBA752306E34}" type="datetimeFigureOut">
              <a:rPr lang="en-US" smtClean="0"/>
              <a:t>11/2/2024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241B0-D848-4195-AD6B-DBA820E0B2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831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EDC5A-1EB2-48D5-9F47-BBA752306E34}" type="datetimeFigureOut">
              <a:rPr lang="en-US" smtClean="0"/>
              <a:t>11/2/2024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241B0-D848-4195-AD6B-DBA820E0B2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807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EDC5A-1EB2-48D5-9F47-BBA752306E34}" type="datetimeFigureOut">
              <a:rPr lang="en-US" smtClean="0"/>
              <a:t>11/2/2024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241B0-D848-4195-AD6B-DBA820E0B2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432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EDC5A-1EB2-48D5-9F47-BBA752306E34}" type="datetimeFigureOut">
              <a:rPr lang="en-US" smtClean="0"/>
              <a:t>11/2/2024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241B0-D848-4195-AD6B-DBA820E0B2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31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EDC5A-1EB2-48D5-9F47-BBA752306E34}" type="datetimeFigureOut">
              <a:rPr lang="en-US" smtClean="0"/>
              <a:t>11/2/2024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241B0-D848-4195-AD6B-DBA820E0B2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04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EDC5A-1EB2-48D5-9F47-BBA752306E34}" type="datetimeFigureOut">
              <a:rPr lang="en-US" smtClean="0"/>
              <a:t>11/2/2024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241B0-D848-4195-AD6B-DBA820E0B2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8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EDC5A-1EB2-48D5-9F47-BBA752306E34}" type="datetimeFigureOut">
              <a:rPr lang="en-US" smtClean="0"/>
              <a:t>11/2/2024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241B0-D848-4195-AD6B-DBA820E0B2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47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EDC5A-1EB2-48D5-9F47-BBA752306E34}" type="datetimeFigureOut">
              <a:rPr lang="en-US" smtClean="0"/>
              <a:t>11/2/2024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241B0-D848-4195-AD6B-DBA820E0B2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191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EDC5A-1EB2-48D5-9F47-BBA752306E34}" type="datetimeFigureOut">
              <a:rPr lang="en-US" smtClean="0"/>
              <a:t>11/2/2024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241B0-D848-4195-AD6B-DBA820E0B2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590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EDC5A-1EB2-48D5-9F47-BBA752306E34}" type="datetimeFigureOut">
              <a:rPr lang="en-US" smtClean="0"/>
              <a:t>11/2/2024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241B0-D848-4195-AD6B-DBA820E0B2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469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0EDC5A-1EB2-48D5-9F47-BBA752306E34}" type="datetimeFigureOut">
              <a:rPr lang="en-US" smtClean="0"/>
              <a:t>11/2/2024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5241B0-D848-4195-AD6B-DBA820E0B2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350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因祂十架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因祂眼淚我得到安慰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因祂受死我得永生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EC882-AED4-4AAC-42C5-1559EEC26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98764452-14E0-CB44-8513-3AC0816133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因祂寶血我得到赦免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耶穌十架換來冠冕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6A999F-C1F6-F5AC-59FF-B88AB516ACBB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46149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A7AC1-5CD9-4226-D81D-38C41859D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4FFDF1A-4087-A6EA-A6A8-D29AEC1E0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祂蒙羞恥帶來了榮耀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因祂憂愁我得喜樂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E2CD3F-C767-197A-47EB-527D464E0D99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03434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4BBEB-79DB-711F-8DA8-91E383552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4D6DAE3-B59C-0D78-3C35-6FA4361319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祂受鞭打使我得醫治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耶穌十架換來冠冕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BF162F-FEF5-D23F-EA3F-AE01967D41DE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75339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8F70F-D6E0-1772-4ADA-65E4880DE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4A6F235-6186-1B38-060F-B5A6DDAB8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神羔羊  祢帶來救贖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祢的恩典充滿我心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3AC00E-7131-0767-ACB6-C6230747DF52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30050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59CFF-53A6-6758-6BE6-CD070FB99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2BCD1FBC-AB91-A7B1-5AC4-162035F580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主慈愛眼淚除去我的愁煩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祢眼看清我一切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A47062-6C83-B801-07AB-31000F7706A7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72729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CD221-A078-CF90-CDB1-EFF6CDC94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7320630-5797-68F6-DB5A-6EB637CB4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因祂眼淚我得到安慰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因祂受死我得永生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FF9986-D559-1502-28EA-7F05F6FD75E4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87644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64BD6-6EB0-D470-CF4D-896C25204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6FD97DA-1672-9A0E-AA07-D384D7B2B6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因祂寶血我得到赦免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耶穌十架換來冠冕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C39B37-0BA0-0128-8090-DEAF33EAED37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（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次）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333278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B4279-914D-CE0B-29BC-7C8035AB5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05D90A56-4E7D-8366-5653-69BED58E2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耶穌十架換來冠冕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C4DFFE-D979-04BA-1FFA-F37263751DD7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結尾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09988758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6A402C77-026D-4881-BB2B-7B34BF23C32C}" vid="{541AE848-6608-42F9-97E1-D16C833B781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0</TotalTime>
  <Words>186</Words>
  <Application>Microsoft Office PowerPoint</Application>
  <PresentationFormat>Widescreen</PresentationFormat>
  <Paragraphs>27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Microsoft JhengHei</vt:lpstr>
      <vt:lpstr>Microsoft JhengHei</vt:lpstr>
      <vt:lpstr>Arial</vt:lpstr>
      <vt:lpstr>Calibri</vt:lpstr>
      <vt:lpstr>Theme1</vt:lpstr>
      <vt:lpstr>因祂十架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Joe Cheng</dc:creator>
  <cp:lastModifiedBy>Joe Cheng</cp:lastModifiedBy>
  <cp:revision>1</cp:revision>
  <dcterms:created xsi:type="dcterms:W3CDTF">2024-11-02T04:01:35Z</dcterms:created>
  <dcterms:modified xsi:type="dcterms:W3CDTF">2024-11-02T04:02:04Z</dcterms:modified>
</cp:coreProperties>
</file>