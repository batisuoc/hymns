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400" r:id="rId10"/>
    <p:sldId id="399" r:id="rId11"/>
    <p:sldId id="401" r:id="rId12"/>
    <p:sldId id="402" r:id="rId13"/>
    <p:sldId id="403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4" autoAdjust="0"/>
    <p:restoredTop sz="94660"/>
  </p:normalViewPr>
  <p:slideViewPr>
    <p:cSldViewPr snapToGrid="0">
      <p:cViewPr varScale="1">
        <p:scale>
          <a:sx n="43" d="100"/>
          <a:sy n="43" d="100"/>
        </p:scale>
        <p:origin x="7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當讚美天父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當讚美聖父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讓每顆心向祂謝恩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2EA2C-84F1-35B3-FD26-532C1AEA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043F47E-0906-322B-422B-A790F68A5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當讚美聖父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因祂永遠憐憫與慈仁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C607A-7F09-C3CB-6EC9-7D640BBAC7E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89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7BE2E-F101-9883-EAF6-D320B5A0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5E230EC-A9EA-4025-B086-71B5A44D7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當讚美聖父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麻雀跌下祂也顧念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D6976-21CB-4C95-8CD5-859D85736D4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594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CE02-9F3C-6AD6-AC97-28DB4C3B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7596066-70A6-286A-B21B-3DFE8B4D5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榮耀的王啊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讓全地宣揚祢的威嚴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9A4CE-1DA0-0F49-7B7E-70A7DE3D6AA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463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748F-7F3B-2F08-C95C-243FE1352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8C6A81C-04D5-86E1-9908-ABB5B3EA3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要頌讚主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同聲傳揚祂權能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16A72-FE91-930D-C4FA-B9B02FF76B0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474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CA1FD-D8DE-2D06-CE62-8E316DCC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0B830A2-5AC2-E1F6-7740-0026A2F41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祂帶喜樂給世人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祂賜下大憐憫世世無窮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50131-00DB-23E3-7239-38CC9F33D9F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5502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ED27-2B09-7AB0-E25C-63ACD1FA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DBA7B0-4FED-5F99-60D1-3525F52E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祂創造全世界和天上的萬有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39F5D-352A-1F0B-DC1C-06CF387292E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3148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282B-6505-8397-C873-F9ABBCBE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7B1307-732C-A45E-0A82-82545F9E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以能力和慈愛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祂統管全球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起來歌頌讚美聖父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1CBC9-D5A7-7AC4-B12B-102B64E1758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0681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5C4D-75DA-B70A-8DAD-DE29CDF3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CF550A5-7CFE-77EF-A70C-FE85E6199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讚美歸於聖父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歸於聖子  歸於聖靈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830D5-2096-B72E-8A34-E408F0B5254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5208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1E01-0288-5B9F-D2A4-290A051E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11AC114-BB81-EF91-37BC-044E1330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萬國當讚美祂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全世界都因祂歡騰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35300-2B24-A012-2286-009CF54D942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656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5F4B1-5C69-C3CD-FA29-7FAE80E4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1754FF1-C4BD-13C6-EB1E-BB16B7D3F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榮耀歸於我君王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榮耀歸於祂永遠的名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12176-D37A-8327-F559-1305F15D6B9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838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D58F-BF3D-B96D-58FF-8EABCD10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550930-69D4-1442-0AA0-1DFE9F63D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願全地喜悅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在祂愛中歡欣  當讚美我主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71892-6BDF-69A1-7668-1629971CCEA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06500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12</TotalTime>
  <Words>230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當讚美天父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2025-12-26T13:48:53Z</dcterms:created>
  <dcterms:modified xsi:type="dcterms:W3CDTF">2025-12-26T14:00:59Z</dcterms:modified>
</cp:coreProperties>
</file>