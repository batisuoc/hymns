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9" r:id="rId10"/>
    <p:sldId id="397" r:id="rId11"/>
    <p:sldId id="398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686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6239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150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5754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1594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1319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38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29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53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948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5935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CE03C-A371-4485-BF1E-27D7131881BB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CB42F-B908-4148-90F4-30766A462E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8789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詩篇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en-US" altLang="zh-TW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23  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耶和華是我的牧者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我必不至缺乏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0330B-BA93-BEC6-3B98-11D67224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04E2351-33D0-FB1B-FDB5-5D16ED6D1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祂使我躺臥青草地上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領我在可安歇的水邊</a:t>
            </a:r>
          </a:p>
        </p:txBody>
      </p:sp>
    </p:spTree>
    <p:extLst>
      <p:ext uri="{BB962C8B-B14F-4D97-AF65-F5344CB8AC3E}">
        <p14:creationId xmlns:p14="http://schemas.microsoft.com/office/powerpoint/2010/main" val="2373457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EF5F1-807D-AFA7-D14C-8D888DB1A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7FEC71E-99F5-034D-D0B5-7B4D26651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祂使我的靈魂甦醒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使我靈魂甦醒</a:t>
            </a:r>
          </a:p>
        </p:txBody>
      </p:sp>
    </p:spTree>
    <p:extLst>
      <p:ext uri="{BB962C8B-B14F-4D97-AF65-F5344CB8AC3E}">
        <p14:creationId xmlns:p14="http://schemas.microsoft.com/office/powerpoint/2010/main" val="2160650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7CDBE-4D8A-6E2C-0750-A98AED1BF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0AB67A0-EB12-8947-C3D4-6842B8119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為自己的名引導我走義路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引導我走義路</a:t>
            </a:r>
          </a:p>
        </p:txBody>
      </p:sp>
    </p:spTree>
    <p:extLst>
      <p:ext uri="{BB962C8B-B14F-4D97-AF65-F5344CB8AC3E}">
        <p14:creationId xmlns:p14="http://schemas.microsoft.com/office/powerpoint/2010/main" val="214985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21E4C-3094-1FBA-534F-2A1A9B3B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011A2B7-EE98-89BE-B713-E97110871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我雖然行過死蔭幽谷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也不怕遭害</a:t>
            </a:r>
          </a:p>
        </p:txBody>
      </p:sp>
    </p:spTree>
    <p:extLst>
      <p:ext uri="{BB962C8B-B14F-4D97-AF65-F5344CB8AC3E}">
        <p14:creationId xmlns:p14="http://schemas.microsoft.com/office/powerpoint/2010/main" val="93663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1D9D8-9F4B-50C2-03B6-9C0C5779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8F4E8D2-048F-755B-EA43-03C360955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因為祢與我同在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祢的杖和竿都安慰我</a:t>
            </a:r>
          </a:p>
        </p:txBody>
      </p:sp>
    </p:spTree>
    <p:extLst>
      <p:ext uri="{BB962C8B-B14F-4D97-AF65-F5344CB8AC3E}">
        <p14:creationId xmlns:p14="http://schemas.microsoft.com/office/powerpoint/2010/main" val="3207851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63370-E81C-5CE3-B3F7-011BACDB1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6134054-8BD4-4202-3C75-456EB3DE9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在我敵人面前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祢為我擺設筵席</a:t>
            </a:r>
          </a:p>
        </p:txBody>
      </p:sp>
    </p:spTree>
    <p:extLst>
      <p:ext uri="{BB962C8B-B14F-4D97-AF65-F5344CB8AC3E}">
        <p14:creationId xmlns:p14="http://schemas.microsoft.com/office/powerpoint/2010/main" val="114950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FD11-1712-7145-7753-024FDED0F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30BF7B7-FC26-4FFB-0917-0AC068FC2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祢用油膏了我的頭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使我福杯滿溢</a:t>
            </a:r>
          </a:p>
        </p:txBody>
      </p:sp>
    </p:spTree>
    <p:extLst>
      <p:ext uri="{BB962C8B-B14F-4D97-AF65-F5344CB8AC3E}">
        <p14:creationId xmlns:p14="http://schemas.microsoft.com/office/powerpoint/2010/main" val="4098544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F74D0-FD9C-7BEA-AC55-145C12449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48C80FB-D2E5-58FE-4C6D-82E865C72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我一生一世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必有恩惠慈愛隨著我</a:t>
            </a:r>
          </a:p>
        </p:txBody>
      </p:sp>
    </p:spTree>
    <p:extLst>
      <p:ext uri="{BB962C8B-B14F-4D97-AF65-F5344CB8AC3E}">
        <p14:creationId xmlns:p14="http://schemas.microsoft.com/office/powerpoint/2010/main" val="555362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4232E-6927-003D-5C28-979D27A6C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4E369C4-1B5C-8EFE-8423-93F5704EB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我且要住在耶和華的殿中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直到永永遠遠</a:t>
            </a:r>
          </a:p>
        </p:txBody>
      </p:sp>
    </p:spTree>
    <p:extLst>
      <p:ext uri="{BB962C8B-B14F-4D97-AF65-F5344CB8AC3E}">
        <p14:creationId xmlns:p14="http://schemas.microsoft.com/office/powerpoint/2010/main" val="310871439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</TotalTime>
  <Words>155</Words>
  <Application>Microsoft Office PowerPoint</Application>
  <PresentationFormat>Widescreen</PresentationFormat>
  <Paragraphs>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微軟正黑體</vt:lpstr>
      <vt:lpstr>Arial</vt:lpstr>
      <vt:lpstr>Calibri</vt:lpstr>
      <vt:lpstr>Theme1</vt:lpstr>
      <vt:lpstr>詩篇  23  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詩篇23篇</dc:title>
  <dc:creator>DAIDUONG</dc:creator>
  <cp:lastModifiedBy>Uncle Jo</cp:lastModifiedBy>
  <cp:revision>3</cp:revision>
  <dcterms:created xsi:type="dcterms:W3CDTF">2013-05-30T07:13:16Z</dcterms:created>
  <dcterms:modified xsi:type="dcterms:W3CDTF">2026-06-27T17:44:56Z</dcterms:modified>
</cp:coreProperties>
</file>