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60" r:id="rId2"/>
    <p:sldId id="261" r:id="rId3"/>
    <p:sldId id="262" r:id="rId4"/>
    <p:sldId id="263" r:id="rId5"/>
    <p:sldId id="264" r:id="rId6"/>
    <p:sldId id="265" r:id="rId7"/>
    <p:sldId id="266" r:id="rId8"/>
  </p:sldIdLst>
  <p:sldSz cx="12192000" cy="6858000"/>
  <p:notesSz cx="6858000" cy="9144000"/>
  <p:defaultTextStyle>
    <a:defPPr>
      <a:defRPr lang="zh-TW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>
      <p:cViewPr varScale="1">
        <p:scale>
          <a:sx n="60" d="100"/>
          <a:sy n="60" d="100"/>
        </p:scale>
        <p:origin x="78" y="1116"/>
      </p:cViewPr>
      <p:guideLst>
        <p:guide orient="horz" pos="2160"/>
        <p:guide pos="384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標題投影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ctrTitle"/>
          </p:nvPr>
        </p:nvSpPr>
        <p:spPr>
          <a:xfrm>
            <a:off x="914400" y="2130426"/>
            <a:ext cx="10363200" cy="1470025"/>
          </a:xfrm>
        </p:spPr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副標題 2"/>
          <p:cNvSpPr>
            <a:spLocks noGrp="1"/>
          </p:cNvSpPr>
          <p:nvPr>
            <p:ph type="subTitle" idx="1"/>
          </p:nvPr>
        </p:nvSpPr>
        <p:spPr>
          <a:xfrm>
            <a:off x="1828800" y="3886200"/>
            <a:ext cx="85344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zh-TW" altLang="en-US"/>
              <a:t>按一下以編輯母片副標題樣式</a:t>
            </a: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F8A0AAD-D6E1-44F2-B02F-85D3C6F6FFED}" type="datetimeFigureOut">
              <a:rPr lang="zh-TW" altLang="en-US" smtClean="0"/>
              <a:t>2025/4/12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B3D29A7-D540-4C17-B15D-A8C95B27B3C4}" type="slidenum">
              <a:rPr lang="zh-TW" altLang="en-US" smtClean="0"/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標題及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F8A0AAD-D6E1-44F2-B02F-85D3C6F6FFED}" type="datetimeFigureOut">
              <a:rPr lang="zh-TW" altLang="en-US" smtClean="0"/>
              <a:t>2025/4/12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B3D29A7-D540-4C17-B15D-A8C95B27B3C4}" type="slidenum">
              <a:rPr lang="zh-TW" altLang="en-US" smtClean="0"/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區段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963084" y="4406901"/>
            <a:ext cx="103632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F8A0AAD-D6E1-44F2-B02F-85D3C6F6FFED}" type="datetimeFigureOut">
              <a:rPr lang="zh-TW" altLang="en-US" smtClean="0"/>
              <a:t>2025/4/12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B3D29A7-D540-4C17-B15D-A8C95B27B3C4}" type="slidenum">
              <a:rPr lang="zh-TW" altLang="en-US" smtClean="0"/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兩項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內容版面配置區 2"/>
          <p:cNvSpPr>
            <a:spLocks noGrp="1"/>
          </p:cNvSpPr>
          <p:nvPr>
            <p:ph sz="half" idx="1"/>
          </p:nvPr>
        </p:nvSpPr>
        <p:spPr>
          <a:xfrm>
            <a:off x="609600" y="1600201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內容版面配置區 3"/>
          <p:cNvSpPr>
            <a:spLocks noGrp="1"/>
          </p:cNvSpPr>
          <p:nvPr>
            <p:ph sz="half" idx="2"/>
          </p:nvPr>
        </p:nvSpPr>
        <p:spPr>
          <a:xfrm>
            <a:off x="6197600" y="1600201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5" name="日期版面配置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F8A0AAD-D6E1-44F2-B02F-85D3C6F6FFED}" type="datetimeFigureOut">
              <a:rPr lang="zh-TW" altLang="en-US" smtClean="0"/>
              <a:t>2025/4/12</a:t>
            </a:fld>
            <a:endParaRPr lang="zh-TW" altLang="en-US"/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B3D29A7-D540-4C17-B15D-A8C95B27B3C4}" type="slidenum">
              <a:rPr lang="zh-TW" altLang="en-US" smtClean="0"/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對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5386917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4" name="內容版面配置區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5" name="文字版面配置區 4"/>
          <p:cNvSpPr>
            <a:spLocks noGrp="1"/>
          </p:cNvSpPr>
          <p:nvPr>
            <p:ph type="body" sz="quarter" idx="3"/>
          </p:nvPr>
        </p:nvSpPr>
        <p:spPr>
          <a:xfrm>
            <a:off x="6193368" y="1535113"/>
            <a:ext cx="5389033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6" name="內容版面配置區 5"/>
          <p:cNvSpPr>
            <a:spLocks noGrp="1"/>
          </p:cNvSpPr>
          <p:nvPr>
            <p:ph sz="quarter" idx="4"/>
          </p:nvPr>
        </p:nvSpPr>
        <p:spPr>
          <a:xfrm>
            <a:off x="6193368" y="2174875"/>
            <a:ext cx="5389033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7" name="日期版面配置區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F8A0AAD-D6E1-44F2-B02F-85D3C6F6FFED}" type="datetimeFigureOut">
              <a:rPr lang="zh-TW" altLang="en-US" smtClean="0"/>
              <a:t>2025/4/12</a:t>
            </a:fld>
            <a:endParaRPr lang="zh-TW" altLang="en-US"/>
          </a:p>
        </p:txBody>
      </p:sp>
      <p:sp>
        <p:nvSpPr>
          <p:cNvPr id="8" name="頁尾版面配置區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9" name="投影片編號版面配置區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B3D29A7-D540-4C17-B15D-A8C95B27B3C4}" type="slidenum">
              <a:rPr lang="zh-TW" altLang="en-US" smtClean="0"/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只有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日期版面配置區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F8A0AAD-D6E1-44F2-B02F-85D3C6F6FFED}" type="datetimeFigureOut">
              <a:rPr lang="zh-TW" altLang="en-US" smtClean="0"/>
              <a:t>2025/4/12</a:t>
            </a:fld>
            <a:endParaRPr lang="zh-TW" altLang="en-US"/>
          </a:p>
        </p:txBody>
      </p:sp>
      <p:sp>
        <p:nvSpPr>
          <p:cNvPr id="4" name="頁尾版面配置區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5" name="投影片編號版面配置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B3D29A7-D540-4C17-B15D-A8C95B27B3C4}" type="slidenum">
              <a:rPr lang="zh-TW" altLang="en-US" smtClean="0"/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版面配置區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F8A0AAD-D6E1-44F2-B02F-85D3C6F6FFED}" type="datetimeFigureOut">
              <a:rPr lang="zh-TW" altLang="en-US" smtClean="0"/>
              <a:t>2025/4/12</a:t>
            </a:fld>
            <a:endParaRPr lang="zh-TW" altLang="en-US"/>
          </a:p>
        </p:txBody>
      </p:sp>
      <p:sp>
        <p:nvSpPr>
          <p:cNvPr id="3" name="頁尾版面配置區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B3D29A7-D540-4C17-B15D-A8C95B27B3C4}" type="slidenum">
              <a:rPr lang="zh-TW" altLang="en-US" smtClean="0"/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含標題的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609601" y="273050"/>
            <a:ext cx="4011084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4766733" y="273051"/>
            <a:ext cx="6815667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文字版面配置區 3"/>
          <p:cNvSpPr>
            <a:spLocks noGrp="1"/>
          </p:cNvSpPr>
          <p:nvPr>
            <p:ph type="body" sz="half" idx="2"/>
          </p:nvPr>
        </p:nvSpPr>
        <p:spPr>
          <a:xfrm>
            <a:off x="609601" y="1435101"/>
            <a:ext cx="4011084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5" name="日期版面配置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F8A0AAD-D6E1-44F2-B02F-85D3C6F6FFED}" type="datetimeFigureOut">
              <a:rPr lang="zh-TW" altLang="en-US" smtClean="0"/>
              <a:t>2025/4/12</a:t>
            </a:fld>
            <a:endParaRPr lang="zh-TW" altLang="en-US"/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B3D29A7-D540-4C17-B15D-A8C95B27B3C4}" type="slidenum">
              <a:rPr lang="zh-TW" altLang="en-US" smtClean="0"/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含標題的圖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2389717" y="4800600"/>
            <a:ext cx="73152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圖片版面配置區 2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zh-TW" altLang="en-US"/>
              <a:t>按一下圖示以新增圖片</a:t>
            </a:r>
          </a:p>
        </p:txBody>
      </p:sp>
      <p:sp>
        <p:nvSpPr>
          <p:cNvPr id="4" name="文字版面配置區 3"/>
          <p:cNvSpPr>
            <a:spLocks noGrp="1"/>
          </p:cNvSpPr>
          <p:nvPr>
            <p:ph type="body" sz="half" idx="2"/>
          </p:nvPr>
        </p:nvSpPr>
        <p:spPr>
          <a:xfrm>
            <a:off x="2389717" y="5367338"/>
            <a:ext cx="73152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5" name="日期版面配置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F8A0AAD-D6E1-44F2-B02F-85D3C6F6FFED}" type="datetimeFigureOut">
              <a:rPr lang="zh-TW" altLang="en-US" smtClean="0"/>
              <a:t>2025/4/12</a:t>
            </a:fld>
            <a:endParaRPr lang="zh-TW" altLang="en-US"/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B3D29A7-D540-4C17-B15D-A8C95B27B3C4}" type="slidenum">
              <a:rPr lang="zh-TW" altLang="en-US" smtClean="0"/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標題及直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直排文字版面配置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F8A0AAD-D6E1-44F2-B02F-85D3C6F6FFED}" type="datetimeFigureOut">
              <a:rPr lang="zh-TW" altLang="en-US" smtClean="0"/>
              <a:t>2025/4/12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B3D29A7-D540-4C17-B15D-A8C95B27B3C4}" type="slidenum">
              <a:rPr lang="zh-TW" altLang="en-US" smtClean="0"/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直排標題及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直排標題 1"/>
          <p:cNvSpPr>
            <a:spLocks noGrp="1"/>
          </p:cNvSpPr>
          <p:nvPr>
            <p:ph type="title" orient="vert"/>
          </p:nvPr>
        </p:nvSpPr>
        <p:spPr>
          <a:xfrm>
            <a:off x="8839200" y="274639"/>
            <a:ext cx="2743200" cy="5851525"/>
          </a:xfrm>
        </p:spPr>
        <p:txBody>
          <a:bodyPr vert="eaVert"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直排文字版面配置區 2"/>
          <p:cNvSpPr>
            <a:spLocks noGrp="1"/>
          </p:cNvSpPr>
          <p:nvPr>
            <p:ph type="body" orient="vert" idx="1"/>
          </p:nvPr>
        </p:nvSpPr>
        <p:spPr>
          <a:xfrm>
            <a:off x="609600" y="274639"/>
            <a:ext cx="8026400" cy="5851525"/>
          </a:xfrm>
        </p:spPr>
        <p:txBody>
          <a:bodyPr vert="eaVert"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F8A0AAD-D6E1-44F2-B02F-85D3C6F6FFED}" type="datetimeFigureOut">
              <a:rPr lang="zh-TW" altLang="en-US" smtClean="0"/>
              <a:t>2025/4/12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B3D29A7-D540-4C17-B15D-A8C95B27B3C4}" type="slidenum">
              <a:rPr lang="zh-TW" altLang="en-US" smtClean="0"/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e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3"/>
          <a:srcRect/>
          <a:tile tx="0" ty="0" sx="100000" sy="100000" flip="none" algn="tl"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版面配置區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609600" y="1600201"/>
            <a:ext cx="109728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2"/>
          </p:nvPr>
        </p:nvSpPr>
        <p:spPr>
          <a:xfrm>
            <a:off x="609600" y="6356351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F8A0AAD-D6E1-44F2-B02F-85D3C6F6FFED}" type="datetimeFigureOut">
              <a:rPr lang="zh-TW" altLang="en-US" smtClean="0"/>
              <a:t>2025/4/12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3"/>
          </p:nvPr>
        </p:nvSpPr>
        <p:spPr>
          <a:xfrm>
            <a:off x="4165600" y="6356351"/>
            <a:ext cx="3860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4"/>
          </p:nvPr>
        </p:nvSpPr>
        <p:spPr>
          <a:xfrm>
            <a:off x="8737600" y="6356351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B3D29A7-D540-4C17-B15D-A8C95B27B3C4}" type="slidenum">
              <a:rPr lang="zh-TW" altLang="en-US" smtClean="0"/>
              <a:t>‹#›</a:t>
            </a:fld>
            <a:endParaRPr lang="zh-TW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TW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標題 3"/>
          <p:cNvSpPr>
            <a:spLocks noGrp="1"/>
          </p:cNvSpPr>
          <p:nvPr>
            <p:ph type="title"/>
          </p:nvPr>
        </p:nvSpPr>
        <p:spPr>
          <a:xfrm>
            <a:off x="0" y="2857513"/>
            <a:ext cx="12192000" cy="1143000"/>
          </a:xfrm>
        </p:spPr>
        <p:txBody>
          <a:bodyPr>
            <a:noAutofit/>
          </a:bodyPr>
          <a:lstStyle/>
          <a:p>
            <a:r>
              <a:rPr lang="zh-TW" altLang="en-US" sz="7200" b="1" i="1" dirty="0">
                <a:solidFill>
                  <a:srgbClr val="660033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軟正黑體" pitchFamily="34" charset="-120"/>
                <a:ea typeface="微軟正黑體" pitchFamily="34" charset="-120"/>
              </a:rPr>
              <a:t>寶貴十架</a:t>
            </a:r>
          </a:p>
        </p:txBody>
      </p:sp>
    </p:spTree>
    <p:extLst>
      <p:ext uri="{BB962C8B-B14F-4D97-AF65-F5344CB8AC3E}">
        <p14:creationId xmlns:p14="http://schemas.microsoft.com/office/powerpoint/2010/main" val="340339693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內容版面配置區 4"/>
          <p:cNvSpPr>
            <a:spLocks noGrp="1"/>
          </p:cNvSpPr>
          <p:nvPr>
            <p:ph idx="1"/>
          </p:nvPr>
        </p:nvSpPr>
        <p:spPr>
          <a:xfrm>
            <a:off x="0" y="2084853"/>
            <a:ext cx="12192000" cy="2404863"/>
          </a:xfrm>
        </p:spPr>
        <p:txBody>
          <a:bodyPr anchor="ctr">
            <a:normAutofit/>
          </a:bodyPr>
          <a:lstStyle/>
          <a:p>
            <a:pPr algn="ctr">
              <a:buNone/>
            </a:pPr>
            <a:r>
              <a:rPr lang="zh-TW" altLang="en-US" sz="6400" b="1" dirty="0">
                <a:solidFill>
                  <a:srgbClr val="660033"/>
                </a:solidFill>
                <a:latin typeface="微軟正黑體" pitchFamily="34" charset="-120"/>
                <a:ea typeface="微軟正黑體" pitchFamily="34" charset="-120"/>
              </a:rPr>
              <a:t>主基督  心感激祢 </a:t>
            </a:r>
          </a:p>
          <a:p>
            <a:pPr algn="ctr">
              <a:buNone/>
            </a:pPr>
            <a:r>
              <a:rPr lang="zh-TW" altLang="en-US" sz="6400" b="1" dirty="0">
                <a:solidFill>
                  <a:srgbClr val="660033"/>
                </a:solidFill>
                <a:latin typeface="微軟正黑體" pitchFamily="34" charset="-120"/>
                <a:ea typeface="微軟正黑體" pitchFamily="34" charset="-120"/>
              </a:rPr>
              <a:t>為我寧可  捨棄身體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7529" y="5157192"/>
            <a:ext cx="121920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600" b="1" dirty="0">
                <a:solidFill>
                  <a:srgbClr val="660033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( </a:t>
            </a:r>
            <a:r>
              <a:rPr lang="zh-CN" altLang="en-US" sz="3600" b="1" dirty="0">
                <a:solidFill>
                  <a:srgbClr val="660033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正歌</a:t>
            </a:r>
            <a:r>
              <a:rPr lang="en-US" altLang="zh-CN" sz="3600" b="1" dirty="0">
                <a:solidFill>
                  <a:srgbClr val="660033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 1</a:t>
            </a:r>
            <a:r>
              <a:rPr lang="en-US" sz="3600" b="1" dirty="0">
                <a:solidFill>
                  <a:srgbClr val="660033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 )</a:t>
            </a:r>
            <a:endParaRPr lang="vi-VN" sz="3600" b="1" dirty="0">
              <a:solidFill>
                <a:srgbClr val="660033"/>
              </a:solidFill>
              <a:ea typeface="Microsoft JhengHei" panose="020B0604030504040204" pitchFamily="34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113443664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內容版面配置區 4"/>
          <p:cNvSpPr>
            <a:spLocks noGrp="1"/>
          </p:cNvSpPr>
          <p:nvPr>
            <p:ph idx="1"/>
          </p:nvPr>
        </p:nvSpPr>
        <p:spPr>
          <a:xfrm>
            <a:off x="0" y="2084853"/>
            <a:ext cx="12192000" cy="2404863"/>
          </a:xfrm>
        </p:spPr>
        <p:txBody>
          <a:bodyPr anchor="ctr">
            <a:normAutofit/>
          </a:bodyPr>
          <a:lstStyle/>
          <a:p>
            <a:pPr algn="ctr">
              <a:buNone/>
            </a:pPr>
            <a:r>
              <a:rPr lang="zh-TW" altLang="en-US" sz="6400" b="1" dirty="0">
                <a:solidFill>
                  <a:srgbClr val="660033"/>
                </a:solidFill>
                <a:latin typeface="微軟正黑體" pitchFamily="34" charset="-120"/>
                <a:ea typeface="微軟正黑體" pitchFamily="34" charset="-120"/>
              </a:rPr>
              <a:t>容我從漆黑  步向光明之處 </a:t>
            </a:r>
          </a:p>
          <a:p>
            <a:pPr algn="ctr">
              <a:buNone/>
            </a:pPr>
            <a:r>
              <a:rPr lang="zh-TW" altLang="en-US" sz="6400" b="1" dirty="0">
                <a:solidFill>
                  <a:srgbClr val="660033"/>
                </a:solidFill>
                <a:latin typeface="微軟正黑體" pitchFamily="34" charset="-120"/>
                <a:ea typeface="微軟正黑體" pitchFamily="34" charset="-120"/>
              </a:rPr>
              <a:t>使真理國度重現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7529" y="5157192"/>
            <a:ext cx="121920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600" b="1" dirty="0">
                <a:solidFill>
                  <a:srgbClr val="660033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( </a:t>
            </a:r>
            <a:r>
              <a:rPr lang="zh-CN" altLang="en-US" sz="3600" b="1" dirty="0">
                <a:solidFill>
                  <a:srgbClr val="660033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正歌</a:t>
            </a:r>
            <a:r>
              <a:rPr lang="en-US" altLang="zh-CN" sz="3600" b="1" dirty="0">
                <a:solidFill>
                  <a:srgbClr val="660033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 1</a:t>
            </a:r>
            <a:r>
              <a:rPr lang="en-US" sz="3600" b="1" dirty="0">
                <a:solidFill>
                  <a:srgbClr val="660033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 )</a:t>
            </a:r>
            <a:endParaRPr lang="vi-VN" sz="3600" b="1" dirty="0">
              <a:solidFill>
                <a:srgbClr val="660033"/>
              </a:solidFill>
              <a:ea typeface="Microsoft JhengHei" panose="020B0604030504040204" pitchFamily="34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221268132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內容版面配置區 4"/>
          <p:cNvSpPr>
            <a:spLocks noGrp="1"/>
          </p:cNvSpPr>
          <p:nvPr>
            <p:ph idx="1"/>
          </p:nvPr>
        </p:nvSpPr>
        <p:spPr>
          <a:xfrm>
            <a:off x="0" y="2084853"/>
            <a:ext cx="12192000" cy="2404863"/>
          </a:xfrm>
        </p:spPr>
        <p:txBody>
          <a:bodyPr anchor="ctr">
            <a:normAutofit/>
          </a:bodyPr>
          <a:lstStyle/>
          <a:p>
            <a:pPr algn="ctr">
              <a:buNone/>
            </a:pPr>
            <a:r>
              <a:rPr lang="zh-TW" altLang="en-US" sz="6400" b="1" dirty="0">
                <a:solidFill>
                  <a:srgbClr val="660033"/>
                </a:solidFill>
                <a:latin typeface="微軟正黑體" pitchFamily="34" charset="-120"/>
                <a:ea typeface="微軟正黑體" pitchFamily="34" charset="-120"/>
              </a:rPr>
              <a:t>主基督  心感激祢 </a:t>
            </a:r>
          </a:p>
          <a:p>
            <a:pPr algn="ctr">
              <a:buNone/>
            </a:pPr>
            <a:r>
              <a:rPr lang="zh-TW" altLang="en-US" sz="6400" b="1" dirty="0">
                <a:solidFill>
                  <a:srgbClr val="660033"/>
                </a:solidFill>
                <a:latin typeface="微軟正黑體" pitchFamily="34" charset="-120"/>
                <a:ea typeface="微軟正黑體" pitchFamily="34" charset="-120"/>
              </a:rPr>
              <a:t>為我寧可  傾流寶血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7529" y="5157192"/>
            <a:ext cx="121920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600" b="1" dirty="0">
                <a:solidFill>
                  <a:srgbClr val="660033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( </a:t>
            </a:r>
            <a:r>
              <a:rPr lang="zh-CN" altLang="en-US" sz="3600" b="1" dirty="0">
                <a:solidFill>
                  <a:srgbClr val="660033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正歌</a:t>
            </a:r>
            <a:r>
              <a:rPr lang="en-US" altLang="zh-CN" sz="3600" b="1" dirty="0">
                <a:solidFill>
                  <a:srgbClr val="660033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 2</a:t>
            </a:r>
            <a:r>
              <a:rPr lang="en-US" sz="3600" b="1" dirty="0">
                <a:solidFill>
                  <a:srgbClr val="660033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 )</a:t>
            </a:r>
            <a:endParaRPr lang="vi-VN" sz="3600" b="1" dirty="0">
              <a:solidFill>
                <a:srgbClr val="660033"/>
              </a:solidFill>
              <a:ea typeface="Microsoft JhengHei" panose="020B0604030504040204" pitchFamily="34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233529813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內容版面配置區 4"/>
          <p:cNvSpPr>
            <a:spLocks noGrp="1"/>
          </p:cNvSpPr>
          <p:nvPr>
            <p:ph idx="1"/>
          </p:nvPr>
        </p:nvSpPr>
        <p:spPr>
          <a:xfrm>
            <a:off x="0" y="2084853"/>
            <a:ext cx="12192000" cy="2404863"/>
          </a:xfrm>
        </p:spPr>
        <p:txBody>
          <a:bodyPr anchor="ctr">
            <a:normAutofit/>
          </a:bodyPr>
          <a:lstStyle/>
          <a:p>
            <a:pPr algn="ctr">
              <a:buNone/>
            </a:pPr>
            <a:r>
              <a:rPr lang="zh-TW" altLang="en-US" sz="6400" b="1" dirty="0">
                <a:solidFill>
                  <a:srgbClr val="660033"/>
                </a:solidFill>
                <a:latin typeface="微軟正黑體" pitchFamily="34" charset="-120"/>
                <a:ea typeface="微軟正黑體" pitchFamily="34" charset="-120"/>
              </a:rPr>
              <a:t>凌辱全擔當  十架湧流的愛 </a:t>
            </a:r>
          </a:p>
          <a:p>
            <a:pPr algn="ctr">
              <a:buNone/>
            </a:pPr>
            <a:r>
              <a:rPr lang="zh-TW" altLang="en-US" sz="6400" b="1" dirty="0">
                <a:solidFill>
                  <a:srgbClr val="660033"/>
                </a:solidFill>
                <a:latin typeface="微軟正黑體" pitchFamily="34" charset="-120"/>
                <a:ea typeface="微軟正黑體" pitchFamily="34" charset="-120"/>
              </a:rPr>
              <a:t>償罪債賜下釋放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7529" y="5157192"/>
            <a:ext cx="121920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600" b="1" dirty="0">
                <a:solidFill>
                  <a:srgbClr val="660033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( </a:t>
            </a:r>
            <a:r>
              <a:rPr lang="zh-CN" altLang="en-US" sz="3600" b="1" dirty="0">
                <a:solidFill>
                  <a:srgbClr val="660033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正歌</a:t>
            </a:r>
            <a:r>
              <a:rPr lang="en-US" altLang="zh-CN" sz="3600" b="1" dirty="0">
                <a:solidFill>
                  <a:srgbClr val="660033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 2</a:t>
            </a:r>
            <a:r>
              <a:rPr lang="en-US" sz="3600" b="1" dirty="0">
                <a:solidFill>
                  <a:srgbClr val="660033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 )</a:t>
            </a:r>
            <a:endParaRPr lang="vi-VN" sz="3600" b="1" dirty="0">
              <a:solidFill>
                <a:srgbClr val="660033"/>
              </a:solidFill>
              <a:ea typeface="Microsoft JhengHei" panose="020B0604030504040204" pitchFamily="34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279322685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內容版面配置區 4"/>
          <p:cNvSpPr>
            <a:spLocks noGrp="1"/>
          </p:cNvSpPr>
          <p:nvPr>
            <p:ph idx="1"/>
          </p:nvPr>
        </p:nvSpPr>
        <p:spPr>
          <a:xfrm>
            <a:off x="0" y="2084853"/>
            <a:ext cx="12192000" cy="2404863"/>
          </a:xfrm>
        </p:spPr>
        <p:txBody>
          <a:bodyPr anchor="ctr">
            <a:normAutofit/>
          </a:bodyPr>
          <a:lstStyle/>
          <a:p>
            <a:pPr algn="ctr">
              <a:buNone/>
            </a:pPr>
            <a:r>
              <a:rPr lang="zh-TW" altLang="en-US" sz="6400" b="1" dirty="0">
                <a:solidFill>
                  <a:srgbClr val="660033"/>
                </a:solidFill>
                <a:latin typeface="微軟正黑體" pitchFamily="34" charset="-120"/>
                <a:ea typeface="微軟正黑體" pitchFamily="34" charset="-120"/>
              </a:rPr>
              <a:t>惟有十架的恩典給我性命 </a:t>
            </a:r>
          </a:p>
          <a:p>
            <a:pPr algn="ctr">
              <a:buNone/>
            </a:pPr>
            <a:r>
              <a:rPr lang="zh-TW" altLang="en-US" sz="6400" b="1" dirty="0">
                <a:solidFill>
                  <a:srgbClr val="660033"/>
                </a:solidFill>
                <a:latin typeface="微軟正黑體" pitchFamily="34" charset="-120"/>
                <a:ea typeface="微軟正黑體" pitchFamily="34" charset="-120"/>
              </a:rPr>
              <a:t>來跪拜主  傳頌祢的愛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7529" y="5157192"/>
            <a:ext cx="121920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600" b="1" dirty="0">
                <a:solidFill>
                  <a:srgbClr val="660033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( </a:t>
            </a:r>
            <a:r>
              <a:rPr lang="zh-CN" altLang="en-US" sz="3600" b="1" dirty="0">
                <a:solidFill>
                  <a:srgbClr val="660033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副歌 </a:t>
            </a:r>
            <a:r>
              <a:rPr lang="en-US" sz="3600" b="1" dirty="0">
                <a:solidFill>
                  <a:srgbClr val="660033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)</a:t>
            </a:r>
            <a:endParaRPr lang="vi-VN" sz="3600" b="1" dirty="0">
              <a:solidFill>
                <a:srgbClr val="660033"/>
              </a:solidFill>
              <a:ea typeface="Microsoft JhengHei" panose="020B0604030504040204" pitchFamily="34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156193739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內容版面配置區 4"/>
          <p:cNvSpPr>
            <a:spLocks noGrp="1"/>
          </p:cNvSpPr>
          <p:nvPr>
            <p:ph idx="1"/>
          </p:nvPr>
        </p:nvSpPr>
        <p:spPr>
          <a:xfrm>
            <a:off x="0" y="2084853"/>
            <a:ext cx="12192000" cy="2404863"/>
          </a:xfrm>
        </p:spPr>
        <p:txBody>
          <a:bodyPr anchor="ctr">
            <a:normAutofit/>
          </a:bodyPr>
          <a:lstStyle/>
          <a:p>
            <a:pPr algn="ctr">
              <a:buNone/>
            </a:pPr>
            <a:r>
              <a:rPr lang="zh-TW" altLang="en-US" sz="6400" b="1" dirty="0">
                <a:solidFill>
                  <a:srgbClr val="660033"/>
                </a:solidFill>
                <a:latin typeface="微軟正黑體" pitchFamily="34" charset="-120"/>
                <a:ea typeface="微軟正黑體" pitchFamily="34" charset="-120"/>
              </a:rPr>
              <a:t>惟有十架的恩典  給我永恆立約 </a:t>
            </a:r>
          </a:p>
          <a:p>
            <a:pPr algn="ctr">
              <a:buNone/>
            </a:pPr>
            <a:r>
              <a:rPr lang="zh-TW" altLang="en-US" sz="6400" b="1" dirty="0">
                <a:solidFill>
                  <a:srgbClr val="660033"/>
                </a:solidFill>
                <a:latin typeface="微軟正黑體" pitchFamily="34" charset="-120"/>
                <a:ea typeface="微軟正黑體" pitchFamily="34" charset="-120"/>
              </a:rPr>
              <a:t>頌神恩  祢愛總不改變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7529" y="5157192"/>
            <a:ext cx="121920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600" b="1" dirty="0">
                <a:solidFill>
                  <a:srgbClr val="660033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( </a:t>
            </a:r>
            <a:r>
              <a:rPr lang="zh-CN" altLang="en-US" sz="3600" b="1">
                <a:solidFill>
                  <a:srgbClr val="660033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副歌 </a:t>
            </a:r>
            <a:r>
              <a:rPr lang="en-US" sz="3600" b="1">
                <a:solidFill>
                  <a:srgbClr val="660033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)</a:t>
            </a:r>
            <a:endParaRPr lang="vi-VN" sz="3600" b="1" dirty="0">
              <a:solidFill>
                <a:srgbClr val="660033"/>
              </a:solidFill>
              <a:ea typeface="Microsoft JhengHei" panose="020B0604030504040204" pitchFamily="34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619009912"/>
      </p:ext>
    </p:extLst>
  </p:cSld>
  <p:clrMapOvr>
    <a:masterClrMapping/>
  </p:clrMapOvr>
</p:sld>
</file>

<file path=ppt/theme/theme1.xml><?xml version="1.0" encoding="utf-8"?>
<a:theme xmlns:a="http://schemas.openxmlformats.org/drawingml/2006/main" name="佈景主題1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佈景主題1</Template>
  <TotalTime>32</TotalTime>
  <Words>140</Words>
  <Application>Microsoft Office PowerPoint</Application>
  <PresentationFormat>Widescreen</PresentationFormat>
  <Paragraphs>19</Paragraphs>
  <Slides>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2" baseType="lpstr">
      <vt:lpstr>微軟正黑體</vt:lpstr>
      <vt:lpstr>微軟正黑體</vt:lpstr>
      <vt:lpstr>Arial</vt:lpstr>
      <vt:lpstr>Calibri</vt:lpstr>
      <vt:lpstr>佈景主題1</vt:lpstr>
      <vt:lpstr>寶貴十架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寶貴十架</dc:title>
  <dc:creator>大唐</dc:creator>
  <cp:lastModifiedBy>batisuoc</cp:lastModifiedBy>
  <cp:revision>16</cp:revision>
  <dcterms:created xsi:type="dcterms:W3CDTF">2018-04-05T13:31:21Z</dcterms:created>
  <dcterms:modified xsi:type="dcterms:W3CDTF">2025-04-12T10:27:13Z</dcterms:modified>
</cp:coreProperties>
</file>