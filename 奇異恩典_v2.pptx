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60"/>
  </p:normalViewPr>
  <p:slideViewPr>
    <p:cSldViewPr snapToGrid="0">
      <p:cViewPr varScale="1">
        <p:scale>
          <a:sx n="75" d="100"/>
          <a:sy n="75" d="100"/>
        </p:scale>
        <p:origin x="5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9254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197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1134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1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640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6200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824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118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64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221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06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9A719-A21C-496B-A9A9-66BDEF500D2B}" type="datetimeFigureOut">
              <a:rPr lang="vi-VN" smtClean="0"/>
              <a:t>22/11/2025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86DB2-A06A-4DEE-B0DD-08221B23DA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901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5537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奇異恩典</a:t>
            </a:r>
          </a:p>
        </p:txBody>
      </p:sp>
    </p:spTree>
    <p:extLst>
      <p:ext uri="{BB962C8B-B14F-4D97-AF65-F5344CB8AC3E}">
        <p14:creationId xmlns:p14="http://schemas.microsoft.com/office/powerpoint/2010/main" val="22229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奇異恩典  何等甘甜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我罪已得赦免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67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前我失喪  今被尋回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瞎眼今得看見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94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如此恩典  使我敬畏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使我心得安慰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54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初信之時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即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蒙恩惠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真是何等寶貴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31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許多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危險  試煉網羅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我已安然經過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92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靠主恩典  安全不怕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更引導我歸家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2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將來禧年  聖徒歡聚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恩光愛誼千年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30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喜樂頌讚  在父座前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深望那日快現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5320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259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156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奇異恩典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奇異恩典</dc:title>
  <dc:creator>Windows User</dc:creator>
  <cp:lastModifiedBy>Uncle Jo</cp:lastModifiedBy>
  <cp:revision>4</cp:revision>
  <dcterms:created xsi:type="dcterms:W3CDTF">2021-11-06T05:55:52Z</dcterms:created>
  <dcterms:modified xsi:type="dcterms:W3CDTF">2025-11-22T16:06:39Z</dcterms:modified>
</cp:coreProperties>
</file>