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5185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4931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8030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391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6919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7296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632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9866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1215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965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840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17F5A-78C3-4C81-9BEA-AC4AB491BAD8}" type="datetimeFigureOut">
              <a:rPr lang="vi-VN" smtClean="0"/>
              <a:t>01/06/2024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F9690-31AA-4AE2-9A00-C547DBBBCC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314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39947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在耶穌的腳前</a:t>
            </a:r>
          </a:p>
        </p:txBody>
      </p:sp>
    </p:spTree>
    <p:extLst>
      <p:ext uri="{BB962C8B-B14F-4D97-AF65-F5344CB8AC3E}">
        <p14:creationId xmlns:p14="http://schemas.microsoft.com/office/powerpoint/2010/main" val="1863334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在耶穌的腳前  謙卑屈膝敬拜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瞻仰主的榮面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85C6F7-1641-D518-E51F-1BB58780C1E3}"/>
              </a:ext>
            </a:extLst>
          </p:cNvPr>
          <p:cNvSpPr txBox="1"/>
          <p:nvPr/>
        </p:nvSpPr>
        <p:spPr>
          <a:xfrm>
            <a:off x="0" y="517418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0665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在耶穌的腳前  安靜留心聆聽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等候主的旨意</a:t>
            </a:r>
            <a:endParaRPr lang="vi-VN" sz="6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F3EED2-4648-FB50-4B8B-B14443095AC3}"/>
              </a:ext>
            </a:extLst>
          </p:cNvPr>
          <p:cNvSpPr txBox="1"/>
          <p:nvPr/>
        </p:nvSpPr>
        <p:spPr>
          <a:xfrm>
            <a:off x="0" y="517418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8012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在耶穌的腳前  放下一切掛慮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完全相信  完全交託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BF52C5-F8A0-C5A2-8168-854FA902FF2F}"/>
              </a:ext>
            </a:extLst>
          </p:cNvPr>
          <p:cNvSpPr txBox="1"/>
          <p:nvPr/>
        </p:nvSpPr>
        <p:spPr>
          <a:xfrm>
            <a:off x="0" y="517418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9262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在耶穌的腳前  獻上一切所有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毫無保留  我敬拜祢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C325A0-0560-4440-4979-F9ACEE93ECBA}"/>
              </a:ext>
            </a:extLst>
          </p:cNvPr>
          <p:cNvSpPr txBox="1"/>
          <p:nvPr/>
        </p:nvSpPr>
        <p:spPr>
          <a:xfrm>
            <a:off x="0" y="517418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937133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</TotalTime>
  <Words>98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Theme1</vt:lpstr>
      <vt:lpstr>在耶穌的腳前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在耶穌的腳前</dc:title>
  <dc:creator>Windows User</dc:creator>
  <cp:lastModifiedBy>batisuoc</cp:lastModifiedBy>
  <cp:revision>4</cp:revision>
  <dcterms:created xsi:type="dcterms:W3CDTF">2020-06-13T04:56:05Z</dcterms:created>
  <dcterms:modified xsi:type="dcterms:W3CDTF">2024-06-01T06:18:32Z</dcterms:modified>
</cp:coreProperties>
</file>