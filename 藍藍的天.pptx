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3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藍藍的天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藍藍的天  祂不曾應許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白白的恩  卻早已伴隨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E393-4F5B-41DB-86B5-3FF7B852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CF4CFB-8354-AA9C-7507-D9D2ED509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巨浪滔滔驚風急雨狂吹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身心安躺於主的懷裡睡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E25AE9-78CE-672F-F41F-A75763386DC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0193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8E6B-4607-F7F8-2811-5D8D8213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0983255-ADED-0954-CA8C-F0010017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紅紅的愛  祂傾流寶血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白白新衣  我污穢盡除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363BA-BA9F-DB6A-16EE-E940E85802A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578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0B63-337D-DEF4-E220-30C653CF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9CCD6CD-D4C4-BE32-E6D2-3465FE6C3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就讓滔滔驚風急雨狂吹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都不可阻擋摧毀祢的愛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477F0-F411-BEED-7161-D3CD5C1283E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747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857E-201F-C815-0244-4A412F24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F4083D2-67F6-05B4-C0F9-F7B447BB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誰可令我們與主愛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與主基督隔開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94C8F-FF5A-07B1-1514-A552951B400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1790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E089-5B5A-E6E0-EF01-99C2D01A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2CD11C-317A-3100-96C0-6EE0DFE1B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無論巨浪狂風  逼迫危害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BF916-5106-B1FE-87CF-CE6B368420A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649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181E-D1F5-5F6D-54D5-9A0A33E8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2E8F48D-49FA-6219-FF4F-6CD54D049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然而靠著祢就已得勝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祢一生伴隨我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87BA6-B371-F246-D1F8-2A7C911D855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001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64C28-0E44-E92B-B608-5FEE8542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FD0178-D0E5-56F6-BD0F-A53C82A4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賜下盼望  與祢的愛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65267-B6B5-9ECB-795B-2DD28798C12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479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699AA-7B08-12B3-F38E-B32A227DD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DA55C89-620D-A38E-3A94-659DE5B93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誰可令我們與主愛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與主基督隔開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2FE04-FBE8-00C1-986C-C2C968673DF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108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B011-23D1-1B8B-CFF6-012D844A1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90D325C-7AD7-730B-35B6-FAE57D34D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無論巨浪狂風  逼迫危害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F04BA-0C81-4C3F-536A-A555599BA25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2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9D56-1ED5-331E-B166-207BD14B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44F2A43-7408-6C92-AF50-36BE3B9B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然而靠著祢就已得勝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祢一生伴隨我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EA9C7-0618-3220-D1AA-3BEF8049AA8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654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E06E-BC9B-6F2F-20D0-67E99A16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AF80B96-342E-D824-4017-471E89625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賜下盼望  藍天或風雨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仍沒法阻隔是祢的愛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67862-F1CD-D0A0-34D3-950EEEFEB41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903898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10</TotalTime>
  <Words>240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藍藍的天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2024-12-14T06:26:24Z</dcterms:created>
  <dcterms:modified xsi:type="dcterms:W3CDTF">2024-12-14T06:36:36Z</dcterms:modified>
</cp:coreProperties>
</file>