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350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397C6-598F-4D38-863F-7522ED672FE8}" type="datetimeFigureOut">
              <a:rPr lang="zh-TW" altLang="en-US" smtClean="0"/>
              <a:pPr/>
              <a:t>2026/8/8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29A4D-517E-41F3-A8C4-E0D01DB45B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72D3-5514-420D-9111-A867D6FCD5CB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A3D8C-5ACF-4E4A-87A3-8CF0F3720A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72D3-5514-420D-9111-A867D6FCD5CB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A3D8C-5ACF-4E4A-87A3-8CF0F3720A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72D3-5514-420D-9111-A867D6FCD5CB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A3D8C-5ACF-4E4A-87A3-8CF0F3720A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72D3-5514-420D-9111-A867D6FCD5CB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A3D8C-5ACF-4E4A-87A3-8CF0F3720A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72D3-5514-420D-9111-A867D6FCD5CB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A3D8C-5ACF-4E4A-87A3-8CF0F3720A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72D3-5514-420D-9111-A867D6FCD5CB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A3D8C-5ACF-4E4A-87A3-8CF0F3720A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72D3-5514-420D-9111-A867D6FCD5CB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A3D8C-5ACF-4E4A-87A3-8CF0F3720A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72D3-5514-420D-9111-A867D6FCD5CB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A3D8C-5ACF-4E4A-87A3-8CF0F3720A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72D3-5514-420D-9111-A867D6FCD5CB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A3D8C-5ACF-4E4A-87A3-8CF0F3720A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72D3-5514-420D-9111-A867D6FCD5CB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A3D8C-5ACF-4E4A-87A3-8CF0F3720A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72D3-5514-420D-9111-A867D6FCD5CB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A3D8C-5ACF-4E4A-87A3-8CF0F3720A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A72D3-5514-420D-9111-A867D6FCD5CB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A3D8C-5ACF-4E4A-87A3-8CF0F3720AC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慈繩愛索</a:t>
            </a:r>
          </a:p>
        </p:txBody>
      </p:sp>
    </p:spTree>
    <p:extLst>
      <p:ext uri="{BB962C8B-B14F-4D97-AF65-F5344CB8AC3E}">
        <p14:creationId xmlns:p14="http://schemas.microsoft.com/office/powerpoint/2010/main" val="1901142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來到祢的寶座前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我舉起雙手讚頌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4557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祢配得一切榮耀尊貴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祢是王掌管明天</a:t>
            </a:r>
            <a:endParaRPr lang="en-US" sz="5867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348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來到祢施恩座前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我將我的心奉獻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8281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惟獨祢愛我天天不改變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奇妙救主  我永屬祢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7423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慈繩愛索  緊緊索引我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為我捨生  背起我罪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376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護我一生  飛奔展翅上騰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在主裏能得安穩</a:t>
            </a:r>
            <a:endParaRPr lang="en-US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3887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我願一生  歇力同行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讓我的心  每天讚頌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2471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徬徨人生不擔心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因有祢伴我行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靠着祢能走出黑暗</a:t>
            </a:r>
            <a:endParaRPr lang="en-US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6914179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29</TotalTime>
  <Words>169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Microsoft JhengHei</vt:lpstr>
      <vt:lpstr>Microsoft JhengHei</vt:lpstr>
      <vt:lpstr>新細明體</vt:lpstr>
      <vt:lpstr>Arial</vt:lpstr>
      <vt:lpstr>Calibri</vt:lpstr>
      <vt:lpstr>佈景主題1</vt:lpstr>
      <vt:lpstr>慈繩愛索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慈繩愛索   來到祢的寶座前, 我舉起雙手讚頌, 祢配得一切榮耀尊貴,  祢是王掌管明天。  </dc:title>
  <dc:creator>VI NAM</dc:creator>
  <cp:lastModifiedBy>Joe Cheng</cp:lastModifiedBy>
  <cp:revision>11</cp:revision>
  <dcterms:created xsi:type="dcterms:W3CDTF">2013-11-07T02:10:14Z</dcterms:created>
  <dcterms:modified xsi:type="dcterms:W3CDTF">2026-08-08T03:57:15Z</dcterms:modified>
</cp:coreProperties>
</file>