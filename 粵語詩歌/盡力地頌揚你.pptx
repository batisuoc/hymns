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91" r:id="rId2"/>
    <p:sldId id="392" r:id="rId3"/>
    <p:sldId id="393" r:id="rId4"/>
    <p:sldId id="394" r:id="rId5"/>
    <p:sldId id="395" r:id="rId6"/>
    <p:sldId id="396" r:id="rId7"/>
    <p:sldId id="397" r:id="rId8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9" autoAdjust="0"/>
    <p:restoredTop sz="94660"/>
  </p:normalViewPr>
  <p:slideViewPr>
    <p:cSldViewPr snapToGrid="0">
      <p:cViewPr varScale="1">
        <p:scale>
          <a:sx n="61" d="100"/>
          <a:sy n="61" d="100"/>
        </p:scale>
        <p:origin x="72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1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2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5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2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88704-7058-4526-95CD-2A163221AB6F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0F3D7-EDDF-CE30-9060-314A88E3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D6A41DD-B5E6-D530-EC0F-85726817D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盡力地頌揚祢</a:t>
            </a:r>
          </a:p>
        </p:txBody>
      </p:sp>
    </p:spTree>
    <p:extLst>
      <p:ext uri="{BB962C8B-B14F-4D97-AF65-F5344CB8AC3E}">
        <p14:creationId xmlns:p14="http://schemas.microsoft.com/office/powerpoint/2010/main" val="388492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盡力地頌揚祢</a:t>
            </a:r>
            <a:r>
              <a:rPr lang="en-US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要讚美高舉祢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一心一意沒有退避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5DD0-F211-14DE-420F-4A50F79B6BD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5075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0BCC2-D1D4-6BBE-679A-9D748A1F0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7732CEF-3556-9132-8D28-2DC71909C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熱烈地頌揚祢  要永遠高舉祢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萬物也讚頌榮耀祢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F4F88B-9E99-617C-4B9B-6CA093A77A13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03683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C5B2F-A84C-9F55-2273-35CE05842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B485274-D228-5FCE-2B45-9BEFA6EA59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高歌哈利路亞  歡呼哈利路亞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基督得勝現已作王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917D8D-CDB4-A0C5-00D7-6F29E607021B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99377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B2C00-60FE-A666-9D4E-E6CE54462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038847E-4708-B4CF-820B-8EDFE8053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大地亦頌揚祢  祢永掌管一切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凡投靠祢定無懼怕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846662-7275-2747-037B-0A0CEBE2F2AA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80531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71F3D-EE75-9A2A-2C93-E641CE6D1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7B5B229-A1AD-05D0-811A-39B1585E0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要鼓瑟吹角  讚美呼應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嘹亮地彈奏  大聲歌唱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77937F-B949-A4AE-7494-3EDCAACEF42B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31122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50A58-E61A-B93C-9BE3-51B0A0397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E970A1F-CDE5-3D17-88F2-A7F6FE6E1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要擊鼓起舞  拍掌歡呼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齊來同頌凱歌  高聲呼喊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1760FE-F1CE-8B59-6823-9281E01AC5A9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69598208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文詩歌儲存" id="{E0DF756C-B689-4A49-A343-6050050733AA}" vid="{979C1A4B-FDC7-484D-A782-7FA72675E2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中文詩歌儲存</Template>
  <TotalTime>2</TotalTime>
  <Words>151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微軟正黑體</vt:lpstr>
      <vt:lpstr>微軟正黑體</vt:lpstr>
      <vt:lpstr>Arial</vt:lpstr>
      <vt:lpstr>Calibri</vt:lpstr>
      <vt:lpstr>Theme1</vt:lpstr>
      <vt:lpstr>盡力地頌揚祢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1</cp:revision>
  <dcterms:created xsi:type="dcterms:W3CDTF">2025-09-12T16:58:06Z</dcterms:created>
  <dcterms:modified xsi:type="dcterms:W3CDTF">2025-09-12T17:01:04Z</dcterms:modified>
</cp:coreProperties>
</file>