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46" r:id="rId2"/>
    <p:sldId id="647" r:id="rId3"/>
    <p:sldId id="648" r:id="rId4"/>
    <p:sldId id="649" r:id="rId5"/>
    <p:sldId id="650" r:id="rId6"/>
    <p:sldId id="651" r:id="rId7"/>
    <p:sldId id="652" r:id="rId8"/>
    <p:sldId id="653" r:id="rId9"/>
    <p:sldId id="65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再次將我更新" id="{C1A3DF45-C33F-4ABE-96DD-255C6B93AC83}">
          <p14:sldIdLst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8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7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34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9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0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8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7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5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9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9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523B-83C3-4B3D-8F81-13E61B0FEF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833C9-6090-48A6-AE60-5DF41BB42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9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E65E-CE87-6C73-1A80-E73F5063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39F3336-C382-86D9-1594-8D592E9D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再次將我更新</a:t>
            </a:r>
          </a:p>
        </p:txBody>
      </p:sp>
    </p:spTree>
    <p:extLst>
      <p:ext uri="{BB962C8B-B14F-4D97-AF65-F5344CB8AC3E}">
        <p14:creationId xmlns:p14="http://schemas.microsoft.com/office/powerpoint/2010/main" val="239074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7EAB-2096-462D-CAE4-614611A4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74F58A-72C5-4916-25FF-C78EC672B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讓我屈膝  盡我一生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將我心單單歸向主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37D29-4C83-CEB2-BBB0-DD1B5AEF8CA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152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81B0-D9F1-4933-E10E-8385D6AC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BE9FD43-6287-4A5D-A4DD-1ADF3FFE5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俗世所想全屬虛幻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唯獨祢愛方永久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9D57C-9AA9-7D57-8D1A-F8B847557EBE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611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31EB-2028-BA2B-6B6F-F5962902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D2AB251-F33D-2D26-511E-719778336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樂意甘心  為祢傾出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夢與今生的理想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9F796-0A37-B844-72BE-BC109C9FE70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543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D440-CA5F-2811-9030-E267D7EB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CFE8AA-F789-D481-3748-56E4CAD05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求祢洗清我的過犯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求祢潔淨我心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F940B-5D00-8A62-5F38-8519D6EBFA6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6656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0A02-A1A7-216E-AC54-E5B49C7C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164927E-BFB8-DC70-75A3-71F74F2CE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崇敬與稱讚都歸祢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祢是道路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真理  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5B3DB-083C-3E71-D577-73F12EBEDFD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520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BAA8-7740-E20A-4D1D-19458449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826BA4-7CE7-27C2-4507-DBBB0CA20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容我再一次將心歸於祢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令我再次更新蛻變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605FA-45AF-DA58-4BBA-5546A953B18C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421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9A778-1CD8-6949-44C4-E6905BF8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1329A6-B394-79D7-A18D-D903B4F2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萬有的主  為了蒼生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祢竟甘心犧牲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C1D20-4BCE-BFA6-03BB-267C66EB679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4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A181-EACA-9CA7-13AA-72AFAC12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83951CD-4194-FCB2-67E4-1051CEB7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寧願捨身來換我救贖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無盡愛意為祢傾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FA506-3F98-6C19-B1CA-FDEF4613B48D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2281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168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再次將我更新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2025-07-12T17:28:31Z</dcterms:created>
  <dcterms:modified xsi:type="dcterms:W3CDTF">2025-07-12T17:30:32Z</dcterms:modified>
</cp:coreProperties>
</file>