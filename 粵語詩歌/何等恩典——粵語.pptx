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何等恩典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以真心真意  我跪拜祢面前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打開心眼  讓我得見</a:t>
            </a:r>
            <a:endParaRPr lang="zh-CN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640E-140B-0ABF-76C0-AE5FE2C1E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A51E8B4-123E-FD84-4DC1-508D49E4B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以感恩心意  領受聖潔活泉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柔和謙卑使我更像祢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0F40C-4562-3C39-8C00-9AA13D5C9F9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50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DB1C-5689-AB51-C15D-6920377DF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158C196-361D-9595-1E4F-A18C1A52C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何等的愛  祢對我竟在乎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何等恩典  淌下祢的寶血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97D18-54DF-8FD7-DD00-DDA642C2BB4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607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533B-7F2F-7F52-0EAD-4BD4BDFC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A6DC248-642C-D1B7-7D5A-F4CA6932C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何等恩典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祢以榮耀君尊作我冠冕</a:t>
            </a:r>
            <a:endParaRPr lang="zh-CN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FCA36-2BDC-EA12-693B-4C38AF6417E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612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6DF07-3A52-139E-70AB-A253488D8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D7E881E-CDCE-BBF9-C919-9D13332F6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我的嘴必充滿讚美</a:t>
            </a:r>
            <a:endParaRPr lang="zh-CN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944EC-FB8C-A727-273B-A443FCA8340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9617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49E29-E6E9-CEFB-F8CF-5137324C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6F02360-BB27-2ACF-B4AC-22843A533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祢已破碎  我枷鎖束縛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祢已背上  我重擔苦困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5E3D6-FA57-2EFF-E75A-A2F26E1017D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091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613D2-282A-E34D-0C15-58F65AC5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872A6EE-FEC6-58F8-E9F9-A1D7B4BE0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祢已抹去我悲偒過去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祢配得  一切敬拜頌讚</a:t>
            </a:r>
            <a:endParaRPr lang="zh-CN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F39C7-9495-3172-AC57-4E16A1C1946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00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5</TotalTime>
  <Words>147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何等恩典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2025-06-07T10:00:14Z</dcterms:created>
  <dcterms:modified xsi:type="dcterms:W3CDTF">2025-06-07T10:05:55Z</dcterms:modified>
</cp:coreProperties>
</file>