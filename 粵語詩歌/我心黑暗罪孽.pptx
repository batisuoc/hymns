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我心黑暗罪孽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我心黑暗罪孽  全靠救主來塗抹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祂在十架流血  洗我潔白如雪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FD59-53E1-C302-2EA1-71EEF309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AE94905-55D6-4924-0519-04C322C30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聖經上應許我  走在黃金街上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500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18EF-AD45-741F-E666-B8A72284E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DCCE28E-49BE-7F28-E949-6C8190A9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啊  真奇妙奇妙的事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我罪都被赦免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361706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57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微軟正黑體</vt:lpstr>
      <vt:lpstr>Arial</vt:lpstr>
      <vt:lpstr>Calibri</vt:lpstr>
      <vt:lpstr>Theme1</vt:lpstr>
      <vt:lpstr>我心黑暗罪孽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2025-06-25T16:18:16Z</dcterms:created>
  <dcterms:modified xsi:type="dcterms:W3CDTF">2025-06-25T16:21:33Z</dcterms:modified>
</cp:coreProperties>
</file>