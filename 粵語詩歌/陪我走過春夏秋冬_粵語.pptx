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5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674-15FC-4E67-BCEB-E4B9CC40C07A}" type="datetimeFigureOut">
              <a:rPr lang="vi-VN" smtClean="0"/>
              <a:t>14/09/2024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0446-AEF0-4303-AF5F-9BA0D7D8B9B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18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674-15FC-4E67-BCEB-E4B9CC40C07A}" type="datetimeFigureOut">
              <a:rPr lang="vi-VN" smtClean="0"/>
              <a:t>14/09/2024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0446-AEF0-4303-AF5F-9BA0D7D8B9B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5036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674-15FC-4E67-BCEB-E4B9CC40C07A}" type="datetimeFigureOut">
              <a:rPr lang="vi-VN" smtClean="0"/>
              <a:t>14/09/2024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0446-AEF0-4303-AF5F-9BA0D7D8B9B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6762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674-15FC-4E67-BCEB-E4B9CC40C07A}" type="datetimeFigureOut">
              <a:rPr lang="vi-VN" smtClean="0"/>
              <a:t>14/09/2024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0446-AEF0-4303-AF5F-9BA0D7D8B9B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0521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674-15FC-4E67-BCEB-E4B9CC40C07A}" type="datetimeFigureOut">
              <a:rPr lang="vi-VN" smtClean="0"/>
              <a:t>14/09/2024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0446-AEF0-4303-AF5F-9BA0D7D8B9B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19617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674-15FC-4E67-BCEB-E4B9CC40C07A}" type="datetimeFigureOut">
              <a:rPr lang="vi-VN" smtClean="0"/>
              <a:t>14/09/2024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0446-AEF0-4303-AF5F-9BA0D7D8B9B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31938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674-15FC-4E67-BCEB-E4B9CC40C07A}" type="datetimeFigureOut">
              <a:rPr lang="vi-VN" smtClean="0"/>
              <a:t>14/09/2024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0446-AEF0-4303-AF5F-9BA0D7D8B9B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8828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674-15FC-4E67-BCEB-E4B9CC40C07A}" type="datetimeFigureOut">
              <a:rPr lang="vi-VN" smtClean="0"/>
              <a:t>14/09/2024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0446-AEF0-4303-AF5F-9BA0D7D8B9B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73927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674-15FC-4E67-BCEB-E4B9CC40C07A}" type="datetimeFigureOut">
              <a:rPr lang="vi-VN" smtClean="0"/>
              <a:t>14/09/2024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0446-AEF0-4303-AF5F-9BA0D7D8B9B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2257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674-15FC-4E67-BCEB-E4B9CC40C07A}" type="datetimeFigureOut">
              <a:rPr lang="vi-VN" smtClean="0"/>
              <a:t>14/09/2024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0446-AEF0-4303-AF5F-9BA0D7D8B9B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869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674-15FC-4E67-BCEB-E4B9CC40C07A}" type="datetimeFigureOut">
              <a:rPr lang="vi-VN" smtClean="0"/>
              <a:t>14/09/2024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0446-AEF0-4303-AF5F-9BA0D7D8B9B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3531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FA674-15FC-4E67-BCEB-E4B9CC40C07A}" type="datetimeFigureOut">
              <a:rPr lang="vi-VN" smtClean="0"/>
              <a:t>14/09/2024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20446-AEF0-4303-AF5F-9BA0D7D8B9B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2812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陪我走過春夏秋冬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（粵語）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6985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歷經風浪人生中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更清楚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在保守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631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在過去和永遠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仍是信靠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恩手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346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度過歲月成長中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更加深切慕恩主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377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慰藉憐憫我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主耶穌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2070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說始終會伴我秋冬春與夏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疼我  保守我  引導一生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2910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信靠恩主哪懼怕經多少變幻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信靠主我神  永遠被懷抱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8920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永不捨棄我  永遠與我一起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深宵清早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亦陪我過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1869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過去今天如何  有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恩典加多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這一切也靠著神跨過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162673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23B7672A-1FE2-4E11-BE12-50D697DE8E2E}" vid="{387DA035-66C8-4D33-A85A-A6A4711109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</TotalTime>
  <Words>178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陪我走過春夏秋冬（粵語）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陪我走過春夏秋冬</dc:title>
  <dc:creator>Windows User</dc:creator>
  <cp:lastModifiedBy>batisuoc</cp:lastModifiedBy>
  <cp:revision>5</cp:revision>
  <dcterms:created xsi:type="dcterms:W3CDTF">2022-11-19T11:20:35Z</dcterms:created>
  <dcterms:modified xsi:type="dcterms:W3CDTF">2024-09-13T18:58:34Z</dcterms:modified>
</cp:coreProperties>
</file>