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783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054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424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421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449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103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887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32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532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150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68A95-A18D-41EB-A259-7E11833DF924}" type="datetimeFigureOut">
              <a:rPr lang="vi-VN" smtClean="0"/>
              <a:t>17/08/2025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B057C-0A62-45AE-BD64-4D0CC631A3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522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30802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在至高之處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95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來天之高處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齊呈獻感謝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齊舉手敬拜  齊來讚頌主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599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頌讚主名最大讚頌呈獻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面對著救主與天使共唱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911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在至高的天  稱讚我父神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榮耀裡祢要  賜下恩典給所愛的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085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榮耀也永遠歸於祢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865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F204-04F9-DF02-153E-AB870A04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8591F2-7154-7D59-D86E-6B688137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來天之高處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齊呈獻感謝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齊舉手敬拜  齊來讚頌主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E4FF5-389B-35B1-B652-C218B4F460EB}"/>
              </a:ext>
            </a:extLst>
          </p:cNvPr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224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686EB-026E-3DCD-B793-AE195DBAA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3F9616-F730-478C-97C2-A68874B5F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頌讚主名最大讚頌呈獻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傳頌榮耀祢與天使共唱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99152-EDC6-FC7A-AB15-E1DBC322725B}"/>
              </a:ext>
            </a:extLst>
          </p:cNvPr>
          <p:cNvSpPr txBox="1"/>
          <p:nvPr/>
        </p:nvSpPr>
        <p:spPr>
          <a:xfrm>
            <a:off x="0" y="512667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894648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150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在至高之處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在至高之處</dc:title>
  <dc:creator>Windows User</dc:creator>
  <cp:lastModifiedBy>batisuoc</cp:lastModifiedBy>
  <cp:revision>6</cp:revision>
  <dcterms:created xsi:type="dcterms:W3CDTF">2021-02-25T18:19:57Z</dcterms:created>
  <dcterms:modified xsi:type="dcterms:W3CDTF">2025-08-16T17:13:32Z</dcterms:modified>
</cp:coreProperties>
</file>