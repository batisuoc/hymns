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在我父家裡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在我父家裡  事事都滿意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在我父家裡  事事都滿意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955E-548A-9F85-AF71-FBCD0F68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DF2032D-676B-619C-7DE8-A2D23B563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在我父家裡  事事都滿意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合家大歡喜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987BA-7044-15AF-2BF8-94C9593209B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364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3C237-0F56-3990-556C-8795B5534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9E3F9D9-66F1-6F22-41D0-D78B80336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耶穌是道路  領到父家裡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耶穌是道路  領到父家裡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43B73-3EA2-2A8F-2507-8E0013D8D6E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4636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2F476-305A-0C26-35B5-9A31FC8C1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BF1ACD7-20DC-21F1-B9C9-03A5272DF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耶穌是道路  領到父家裡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合家大歡喜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631D0-8C7D-16EF-23C0-CCADD8AB269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973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15F96-A59B-F79E-DF42-B8E8DEA8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8A6295E-CC98-68F5-3FC7-2C79EFCCD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請你同我去  到我父家裡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請你同我去  到我父家裡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6D5EC-26C5-97A8-BB13-50D93A23FCC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156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15E3-E806-033B-72B4-9C6B8F12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401C26A-E015-857F-E6E3-D0D2BAAB6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請你同我去  到我父家裡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合家大歡喜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819DD-9E48-D287-B22A-6F0188172EC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438522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4</TotalTime>
  <Words>140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在我父家裡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2025-06-25T16:22:16Z</dcterms:created>
  <dcterms:modified xsi:type="dcterms:W3CDTF">2025-06-25T16:26:35Z</dcterms:modified>
</cp:coreProperties>
</file>