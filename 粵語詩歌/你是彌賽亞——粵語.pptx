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353" r:id="rId2"/>
    <p:sldId id="390" r:id="rId3"/>
    <p:sldId id="391" r:id="rId4"/>
    <p:sldId id="392" r:id="rId5"/>
    <p:sldId id="393" r:id="rId6"/>
    <p:sldId id="394" r:id="rId7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90" y="43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0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9086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1886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1200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8907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5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535115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440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3955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904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3" y="273051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5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8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2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474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3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8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2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8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2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4658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9123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1347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4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06B243-A6B0-454D-B20F-4E869BC5BFB2}" type="datetimeFigureOut">
              <a:rPr lang="zh-TW" altLang="en-US" smtClean="0"/>
              <a:t>2025/8/9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4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4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72DDB0-3803-47A7-A219-E215A47101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9462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ctr" defTabSz="914378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2" indent="-342892" algn="l" defTabSz="914378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31" indent="-285743" algn="l" defTabSz="914378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2" indent="-228594" algn="l" defTabSz="914378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8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8" indent="-228594" algn="l" defTabSz="914378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8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8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5" indent="-228594" algn="l" defTabSz="914378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8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660915"/>
            <a:ext cx="12192000" cy="1143000"/>
          </a:xfrm>
        </p:spPr>
        <p:txBody>
          <a:bodyPr>
            <a:noAutofit/>
          </a:bodyPr>
          <a:lstStyle/>
          <a:p>
            <a:r>
              <a:rPr lang="zh-TW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祢是彌賽亞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頌讚主  頌讚主  高聲歡唱</a:t>
            </a: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讓我舉起手來宣稱主聖名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08FEE-8DD0-B65A-BECB-68D382387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A0856E0A-C606-1B5E-4A78-B3C6D615C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頌讚主基督</a:t>
            </a:r>
            <a:r>
              <a:rPr lang="en-US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甘犧牲前來救罪人</a:t>
            </a: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祢是彌賽亞我主我上帝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D10F2-07F7-53B0-5B00-70CB059804D3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1843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08ABF-BBA2-ACBF-599B-0F1B0C9CA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4F86E62-8FA1-9DB8-ABD7-C101D1C2F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神大能今彰顯恩典</a:t>
            </a: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豐富深厚天天都可見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FE15D6-8C85-A1F7-78BD-55A88D4E7D1E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53148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AE0D0-1B24-3DFC-D426-AE02ED7D9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3BE0C95E-571C-BDDE-6B19-DC6D7C5A2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願意謙卑屈膝俯伏祢面前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FBC026-8205-E682-069E-0D2B0AEAB994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75924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F95AA-29F5-4A74-4E7A-F94007E9B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2C88671-BD63-359F-346A-1E3AC36B8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頌讚主基督</a:t>
            </a:r>
            <a:r>
              <a:rPr lang="en-US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甘犧牲捨己救萬民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祢是彌賽亞  我主我上帝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D1B073-919D-19D1-7585-71712362BF51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1949340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75BBF97F-0525-4D7F-ABA1-4CCFA07F43A2}" vid="{8D3552C7-B8E4-422B-9896-C8F00D815D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3</TotalTime>
  <Words>120</Words>
  <Application>Microsoft Office PowerPoint</Application>
  <PresentationFormat>Widescreen</PresentationFormat>
  <Paragraphs>15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Microsoft JhengHei</vt:lpstr>
      <vt:lpstr>Microsoft JhengHei</vt:lpstr>
      <vt:lpstr>Arial</vt:lpstr>
      <vt:lpstr>Calibri</vt:lpstr>
      <vt:lpstr>Theme1</vt:lpstr>
      <vt:lpstr>祢是彌賽亞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你是彌賽亞</dc:title>
  <dc:creator>User</dc:creator>
  <cp:lastModifiedBy>batisuoc</cp:lastModifiedBy>
  <cp:revision>2</cp:revision>
  <dcterms:created xsi:type="dcterms:W3CDTF">2017-06-17T23:40:09Z</dcterms:created>
  <dcterms:modified xsi:type="dcterms:W3CDTF">2025-08-08T20:09:07Z</dcterms:modified>
</cp:coreProperties>
</file>