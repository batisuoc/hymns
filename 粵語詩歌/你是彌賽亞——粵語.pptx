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353" r:id="rId2"/>
    <p:sldId id="390" r:id="rId3"/>
    <p:sldId id="391" r:id="rId4"/>
    <p:sldId id="392" r:id="rId5"/>
    <p:sldId id="393" r:id="rId6"/>
    <p:sldId id="394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72" y="15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B243-A6B0-454D-B20F-4E869BC5BFB2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2DDB0-3803-47A7-A219-E215A4710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9086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B243-A6B0-454D-B20F-4E869BC5BFB2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2DDB0-3803-47A7-A219-E215A4710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1886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B243-A6B0-454D-B20F-4E869BC5BFB2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2DDB0-3803-47A7-A219-E215A4710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1200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B243-A6B0-454D-B20F-4E869BC5BFB2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2DDB0-3803-47A7-A219-E215A4710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8907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B243-A6B0-454D-B20F-4E869BC5BFB2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2DDB0-3803-47A7-A219-E215A4710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4409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B243-A6B0-454D-B20F-4E869BC5BFB2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2DDB0-3803-47A7-A219-E215A4710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3955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B243-A6B0-454D-B20F-4E869BC5BFB2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2DDB0-3803-47A7-A219-E215A4710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7904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B243-A6B0-454D-B20F-4E869BC5BFB2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2DDB0-3803-47A7-A219-E215A4710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247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B243-A6B0-454D-B20F-4E869BC5BFB2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2DDB0-3803-47A7-A219-E215A4710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465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B243-A6B0-454D-B20F-4E869BC5BFB2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2DDB0-3803-47A7-A219-E215A4710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9123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B243-A6B0-454D-B20F-4E869BC5BFB2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2DDB0-3803-47A7-A219-E215A4710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1347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6B243-A6B0-454D-B20F-4E869BC5BFB2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2DDB0-3803-47A7-A219-E215A4710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9462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祢是彌賽亞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頌讚主  頌讚主  高聲歡唱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讓我舉起手來宣稱主聖名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08FEE-8DD0-B65A-BECB-68D382387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0856E0A-C606-1B5E-4A78-B3C6D615C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頌讚主基督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甘犧牲前來救罪人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祢是彌賽亞  我主我上帝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3D10F2-07F7-53B0-5B00-70CB059804D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1843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08ABF-BBA2-ACBF-599B-0F1B0C9CA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4F86E62-8FA1-9DB8-ABD7-C101D1C2F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神大能今彰顯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恩典豐富深厚  天天都可見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FE15D6-8C85-A1F7-78BD-55A88D4E7D1E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53148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AE0D0-1B24-3DFC-D426-AE02ED7D9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BE0C95E-571C-BDDE-6B19-DC6D7C5A2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願意謙卑屈膝俯伏祢面前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FBC026-8205-E682-069E-0D2B0AEAB994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75924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F95AA-29F5-4A74-4E7A-F94007E9B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2C88671-BD63-359F-346A-1E3AC36B8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頌讚主基督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甘犧牲捨己救萬民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祢是彌賽亞  我主我上帝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D1B073-919D-19D1-7585-71712362BF5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194934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</TotalTime>
  <Words>120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微軟正黑體</vt:lpstr>
      <vt:lpstr>微軟正黑體</vt:lpstr>
      <vt:lpstr>Arial</vt:lpstr>
      <vt:lpstr>Calibri</vt:lpstr>
      <vt:lpstr>Theme1</vt:lpstr>
      <vt:lpstr>祢是彌賽亞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你是彌賽亞</dc:title>
  <dc:creator>User</dc:creator>
  <cp:lastModifiedBy>Uncle Jo</cp:lastModifiedBy>
  <cp:revision>3</cp:revision>
  <dcterms:created xsi:type="dcterms:W3CDTF">2017-06-17T23:40:09Z</dcterms:created>
  <dcterms:modified xsi:type="dcterms:W3CDTF">2026-10-15T16:06:23Z</dcterms:modified>
</cp:coreProperties>
</file>