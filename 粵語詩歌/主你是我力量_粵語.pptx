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60" r:id="rId3"/>
    <p:sldId id="261" r:id="rId4"/>
    <p:sldId id="262" r:id="rId5"/>
    <p:sldId id="263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78" y="111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CA8AB-F74D-4403-8245-3473F9D77712}" type="datetimeFigureOut">
              <a:rPr lang="zh-TW" altLang="en-US" smtClean="0"/>
              <a:t>2026/8/22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13432-8FF7-49BA-9392-0095EBB831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0921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CA8AB-F74D-4403-8245-3473F9D77712}" type="datetimeFigureOut">
              <a:rPr lang="zh-TW" altLang="en-US" smtClean="0"/>
              <a:t>2026/8/22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13432-8FF7-49BA-9392-0095EBB831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5371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CA8AB-F74D-4403-8245-3473F9D77712}" type="datetimeFigureOut">
              <a:rPr lang="zh-TW" altLang="en-US" smtClean="0"/>
              <a:t>2026/8/22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13432-8FF7-49BA-9392-0095EBB831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8408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CA8AB-F74D-4403-8245-3473F9D77712}" type="datetimeFigureOut">
              <a:rPr lang="zh-TW" altLang="en-US" smtClean="0"/>
              <a:t>2026/8/22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13432-8FF7-49BA-9392-0095EBB831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5707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0" y="1535114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CA8AB-F74D-4403-8245-3473F9D77712}" type="datetimeFigureOut">
              <a:rPr lang="zh-TW" altLang="en-US" smtClean="0"/>
              <a:t>2026/8/22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13432-8FF7-49BA-9392-0095EBB831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4701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CA8AB-F74D-4403-8245-3473F9D77712}" type="datetimeFigureOut">
              <a:rPr lang="zh-TW" altLang="en-US" smtClean="0"/>
              <a:t>2026/8/22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13432-8FF7-49BA-9392-0095EBB831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1970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CA8AB-F74D-4403-8245-3473F9D77712}" type="datetimeFigureOut">
              <a:rPr lang="zh-TW" altLang="en-US" smtClean="0"/>
              <a:t>2026/8/22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13432-8FF7-49BA-9392-0095EBB831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2284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CA8AB-F74D-4403-8245-3473F9D77712}" type="datetimeFigureOut">
              <a:rPr lang="zh-TW" altLang="en-US" smtClean="0"/>
              <a:t>2026/8/22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13432-8FF7-49BA-9392-0095EBB831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6677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CA8AB-F74D-4403-8245-3473F9D77712}" type="datetimeFigureOut">
              <a:rPr lang="zh-TW" altLang="en-US" smtClean="0"/>
              <a:t>2026/8/22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13432-8FF7-49BA-9392-0095EBB831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6481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CA8AB-F74D-4403-8245-3473F9D77712}" type="datetimeFigureOut">
              <a:rPr lang="zh-TW" altLang="en-US" smtClean="0"/>
              <a:t>2026/8/22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13432-8FF7-49BA-9392-0095EBB831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4884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CA8AB-F74D-4403-8245-3473F9D77712}" type="datetimeFigureOut">
              <a:rPr lang="zh-TW" altLang="en-US" smtClean="0"/>
              <a:t>2026/8/22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13432-8FF7-49BA-9392-0095EBB831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8091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FCA8AB-F74D-4403-8245-3473F9D77712}" type="datetimeFigureOut">
              <a:rPr lang="zh-TW" altLang="en-US" smtClean="0"/>
              <a:t>2026/8/22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913432-8FF7-49BA-9392-0095EBB831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9062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主</a:t>
            </a:r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是我力量</a:t>
            </a:r>
          </a:p>
        </p:txBody>
      </p:sp>
    </p:spTree>
    <p:extLst>
      <p:ext uri="{BB962C8B-B14F-4D97-AF65-F5344CB8AC3E}">
        <p14:creationId xmlns:p14="http://schemas.microsoft.com/office/powerpoint/2010/main" val="2823637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神救萬民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大能膀臂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是我於患難中獨一的依靠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2292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57832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四面環巒護蔭聖城高山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神必保守看顧著我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2292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62809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神覆庇賜我力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能站穩至高處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我憑著信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靠磐石站穩可誇勝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2292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65418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神覆庇賜我力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神永作我保障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盼望在祢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迎新挑戰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2292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sz="3200" b="1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98532427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AFC7C034-021A-479F-A5B0-F4AE2AC2A6F8}" vid="{E4B01A5C-7C0B-4AB8-8973-047186F18E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19</TotalTime>
  <Words>103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微軟正黑體</vt:lpstr>
      <vt:lpstr>微軟正黑體</vt:lpstr>
      <vt:lpstr>Arial</vt:lpstr>
      <vt:lpstr>Calibri</vt:lpstr>
      <vt:lpstr>Theme1</vt:lpstr>
      <vt:lpstr>主祢是我力量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主你是我力量</dc:title>
  <dc:creator>大唐</dc:creator>
  <cp:lastModifiedBy>Uncle Jo</cp:lastModifiedBy>
  <cp:revision>9</cp:revision>
  <dcterms:created xsi:type="dcterms:W3CDTF">2018-01-30T12:33:31Z</dcterms:created>
  <dcterms:modified xsi:type="dcterms:W3CDTF">2026-08-22T15:25:12Z</dcterms:modified>
</cp:coreProperties>
</file>