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-738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1EB18-C390-4468-93A4-92969EAFDCFE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593BC-F270-49AE-A5AC-7A84EB7380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000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這是天父世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界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 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 </a:t>
            </a:r>
            <a:endParaRPr lang="en-US" altLang="zh-CN" sz="4800" b="1" dirty="0" smtClean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我們側耳靜聽</a:t>
            </a:r>
            <a:endParaRPr lang="en-US" sz="4800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宇宙唱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歌  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四圍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響應</a:t>
            </a:r>
            <a:endParaRPr lang="en-US" sz="4800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星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辰作樂同聲</a:t>
            </a:r>
            <a:endParaRPr lang="en-US" sz="4800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35255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1.</a:t>
            </a:r>
            <a:endParaRPr lang="vi-VN" sz="4000" b="1" dirty="0"/>
          </a:p>
        </p:txBody>
      </p:sp>
    </p:spTree>
    <p:extLst>
      <p:ext uri="{BB962C8B-B14F-4D97-AF65-F5344CB8AC3E}">
        <p14:creationId xmlns:p14="http://schemas.microsoft.com/office/powerpoint/2010/main" xmlns="" val="177532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000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我心滿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有安寧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花草樹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木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穹蒼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    海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述說天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父奇能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715000" y="2952750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碧</a:t>
            </a:r>
            <a:endParaRPr lang="zh-TW" altLang="en-US" sz="4800" b="1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35255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1.</a:t>
            </a:r>
            <a:endParaRPr lang="vi-VN" sz="4000" b="1" dirty="0"/>
          </a:p>
        </p:txBody>
      </p:sp>
    </p:spTree>
    <p:extLst>
      <p:ext uri="{BB962C8B-B14F-4D97-AF65-F5344CB8AC3E}">
        <p14:creationId xmlns:p14="http://schemas.microsoft.com/office/powerpoint/2010/main" xmlns="" val="423618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000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群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鳥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歡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唱齊鳴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清晨明亮  百花美麗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證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明創造精深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35255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</a:t>
            </a:r>
            <a:r>
              <a:rPr lang="en-US" sz="4000" b="1" dirty="0" smtClean="0"/>
              <a:t>.</a:t>
            </a:r>
            <a:endParaRPr lang="vi-VN" sz="4000" b="1" dirty="0"/>
          </a:p>
        </p:txBody>
      </p:sp>
    </p:spTree>
    <p:extLst>
      <p:ext uri="{BB962C8B-B14F-4D97-AF65-F5344CB8AC3E}">
        <p14:creationId xmlns:p14="http://schemas.microsoft.com/office/powerpoint/2010/main" xmlns="" val="316558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000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祂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愛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普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及萬千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風吹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草聲  知祂經過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隨處能聽祂言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35255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</a:t>
            </a:r>
            <a:r>
              <a:rPr lang="en-US" sz="4000" b="1" dirty="0" smtClean="0"/>
              <a:t>.</a:t>
            </a:r>
            <a:endParaRPr lang="vi-VN" sz="4000" b="1" dirty="0"/>
          </a:p>
        </p:txBody>
      </p:sp>
    </p:spTree>
    <p:extLst>
      <p:ext uri="{BB962C8B-B14F-4D97-AF65-F5344CB8AC3E}">
        <p14:creationId xmlns:p14="http://schemas.microsoft.com/office/powerpoint/2010/main" xmlns="" val="16194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000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叫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我不可鐀忘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黑暗勢力雖然猖狂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天父卻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仍作王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35255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3.</a:t>
            </a:r>
            <a:endParaRPr lang="vi-VN" sz="4000" b="1" dirty="0"/>
          </a:p>
        </p:txBody>
      </p:sp>
    </p:spTree>
    <p:extLst>
      <p:ext uri="{BB962C8B-B14F-4D97-AF65-F5344CB8AC3E}">
        <p14:creationId xmlns:p14="http://schemas.microsoft.com/office/powerpoint/2010/main" xmlns="" val="217368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000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這是天父世界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我心不必憂傷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天父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是</a:t>
            </a: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王  宇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宙同唱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latin typeface="Microsoft JhengHei" pitchFamily="34" charset="-120"/>
                <a:ea typeface="Microsoft JhengHei" pitchFamily="34" charset="-120"/>
              </a:rPr>
              <a:t>祂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治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萬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國</a:t>
            </a:r>
            <a:r>
              <a:rPr lang="zh-CN" altLang="en-US" sz="4800" b="1" dirty="0" smtClean="0">
                <a:latin typeface="Microsoft JhengHei" pitchFamily="34" charset="-120"/>
                <a:ea typeface="Microsoft JhengHei" pitchFamily="34" charset="-120"/>
              </a:rPr>
              <a:t>萬方</a:t>
            </a:r>
            <a:endParaRPr lang="en-US" sz="4800" b="1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35255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3.</a:t>
            </a:r>
            <a:endParaRPr lang="vi-VN" sz="4000" b="1" dirty="0"/>
          </a:p>
        </p:txBody>
      </p:sp>
    </p:spTree>
    <p:extLst>
      <p:ext uri="{BB962C8B-B14F-4D97-AF65-F5344CB8AC3E}">
        <p14:creationId xmlns:p14="http://schemas.microsoft.com/office/powerpoint/2010/main" xmlns="" val="3745409086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23</TotalTime>
  <Words>156</Words>
  <Application>Microsoft Office PowerPoint</Application>
  <PresentationFormat>如螢幕大小 (16:9)</PresentationFormat>
  <Paragraphs>37</Paragraphs>
  <Slides>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Church Theme</vt:lpstr>
      <vt:lpstr>這是天父世界</vt:lpstr>
      <vt:lpstr>這是天父世界</vt:lpstr>
      <vt:lpstr>這是天父世界</vt:lpstr>
      <vt:lpstr>這是天父世界</vt:lpstr>
      <vt:lpstr>這是天父世界</vt:lpstr>
      <vt:lpstr>這是天父世界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這是天父世界</dc:title>
  <dc:creator>Windows User</dc:creator>
  <cp:lastModifiedBy>PowerPoint</cp:lastModifiedBy>
  <cp:revision>10</cp:revision>
  <dcterms:created xsi:type="dcterms:W3CDTF">2019-10-10T03:53:26Z</dcterms:created>
  <dcterms:modified xsi:type="dcterms:W3CDTF">2024-01-09T12:28:01Z</dcterms:modified>
</cp:coreProperties>
</file>