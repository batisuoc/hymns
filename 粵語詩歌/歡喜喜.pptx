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歡喜喜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今天是個大節期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EA80C-B3D2-1903-5101-E120523E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82E07D-A80E-A424-0690-9069B9704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耶穌生於伯利恆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F5E7A-62E1-7D25-02F4-F208FC87522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294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AE70-6EB5-9560-D881-5F75FCE2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74ED731-7B3E-BFD1-3AA5-B186B7B60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牧羊人在野地裡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BE6AF-9B14-0B32-5372-6FE17D70D57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844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93F3-F7EC-73A4-C943-E903BCA1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992FF97-869D-9012-ED6F-08DE312A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看大光　心驚慌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2F03E-7925-710E-94BC-32461D72484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500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BEEF-303E-4DB2-C279-66404906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43D3CD1-D8F8-0E88-60F3-8D03047AA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耶穌來為我為你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CDC37-CB07-50C1-AA18-A62785AFFAE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946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A903-7567-5C82-2562-D4E5F614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4BDBC12-5F18-D3F1-6A3A-EFD8DA6B3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捨祂命　洗我心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D4497-CB19-A659-B972-71F20941D09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( 3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309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9638-FF28-9310-2D95-7A5B8810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05827D5-0D98-21BF-83C9-A6DEB6606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耶穌快來接我你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3342C-2D5D-95F2-77A9-B73385B4A6D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6346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C09C-5F9A-25E6-98E5-5FB4CD92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51BE965-8EC3-EB21-F4D8-AC56917F9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罪赦免　得上天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歡喜　歡喜喜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FA5AB-4605-860B-A4CE-C2C49AA8AEC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43064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5</TotalTime>
  <Words>140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歡喜喜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2026-07-20T14:28:37Z</dcterms:created>
  <dcterms:modified xsi:type="dcterms:W3CDTF">2026-07-20T14:34:33Z</dcterms:modified>
</cp:coreProperties>
</file>