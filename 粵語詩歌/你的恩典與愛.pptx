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91" r:id="rId2"/>
    <p:sldId id="392" r:id="rId3"/>
    <p:sldId id="393" r:id="rId4"/>
    <p:sldId id="394" r:id="rId5"/>
    <p:sldId id="395" r:id="rId6"/>
    <p:sldId id="396" r:id="rId7"/>
    <p:sldId id="397" r:id="rId8"/>
    <p:sldId id="398" r:id="rId9"/>
    <p:sldId id="399" r:id="rId10"/>
    <p:sldId id="400" r:id="rId11"/>
    <p:sldId id="401" r:id="rId12"/>
    <p:sldId id="402" r:id="rId13"/>
    <p:sldId id="403" r:id="rId14"/>
    <p:sldId id="404" r:id="rId15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70" d="100"/>
          <a:sy n="70" d="100"/>
        </p:scale>
        <p:origin x="88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F3D7-EDDF-CE30-9060-314A88E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6A41DD-B5E6-D530-EC0F-85726817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祢的恩典與愛</a:t>
            </a:r>
          </a:p>
        </p:txBody>
      </p:sp>
    </p:spTree>
    <p:extLst>
      <p:ext uri="{BB962C8B-B14F-4D97-AF65-F5344CB8AC3E}">
        <p14:creationId xmlns:p14="http://schemas.microsoft.com/office/powerpoint/2010/main" val="38849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我愛的主</a:t>
            </a:r>
            <a:r>
              <a:rPr lang="en-US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憐憫恩典不改不斷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一生一世  被祢恩手捉緊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507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D61D1-E67A-5E04-F35F-687F52048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DB25AE6-A55D-A112-7354-01D188574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從睡眼睜大清晨  和到每晚安枕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我都歌唱  祢的恩典與愛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918676-D476-DF2D-175B-88E5B52FC81D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75770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59919-6330-4A36-7698-11CE16B79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2A9EB06-A5F5-4C0E-C674-C68BF8D2C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過往裏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祢信實依然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到永遠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對我祢仍最好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76D208-3B7D-341B-C280-F94F638BBB04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77470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74A9E-E384-7C82-9C56-2B84B5511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2D83159-D763-C65B-2A55-BEAB9A995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如果一刻  這呼吸依然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我都歌唱  祢的恩典與愛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6F60E7-03E7-4DDE-821C-BB48BB718DAC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18908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CB455-2D8A-9ADE-0741-29628D063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5DD5808-4D30-A577-A9DB-CA5249956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愛祢聲音伴  我衝開火裏險困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即使黑暗  誰及祢會這麼近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B52AF6-57AA-87B6-862C-3739392B497B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15604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CB44E-3643-EB36-7780-3D953F54A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BA382BB-9BAC-7310-0CA6-BC3067722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年月過  祢是我父  和祢作我知己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這生充滿祢的恩典與愛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0FA41B-2821-FFFD-FCB5-CF7C80B891A9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49564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98D38-4B88-1607-4D09-F913EAA49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EF0923A-C0AC-F717-8077-D666186F7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過往裏  祢信實依然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到永遠  對我祢仍最好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FC36AD-90FD-D70C-C1F6-B52315EF4E93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14832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0A342-30DD-6055-CDF7-4246C0759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C4F33EE-0536-D06B-110D-1B6733762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如果一刻  這呼吸還有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我都歌唱  祢的恩典與愛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A01A6C-2D13-9AAE-9C2C-3B7BAC585756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89278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D0CCE-A5C1-9888-DA5E-9F81187B1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CE35CCC-6830-9B8F-D105-C90A6A817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祢愛祢恩典永遠在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一生追緊貼我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0A7784-BDF4-646C-5CAC-9139DD1D6E8E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96210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09C5F-53FD-ABE8-FB93-C08AA5876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63E9504-A89B-FC50-5B8D-360A25144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祢愛祢恩典永遠在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一生追緊貼我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C07CD8-D48C-F6C8-4C69-5B97DD8E8B35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550209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0CB05-A301-8817-61D4-BB842581B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931E0D4-0D51-7274-69A0-8E4FF10D5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年月我獻上</a:t>
            </a:r>
            <a:r>
              <a:rPr lang="en-US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降服這一刻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我所有都歸祢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50CF88-A9EB-639D-0ECF-09B7CA20B00B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52452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17AC6-8D7E-33D6-D39F-8B4FC57D5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40691A4-AE55-714C-AD5F-7B6E61DD28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祢愛祢恩典永遠在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一生追緊貼我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A47294-5143-D686-39FF-9585E251A1F9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41757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3A01C-3E0F-FD73-2064-77ABB873F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4C96346-C03D-425B-FE3F-E6218318E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我都歌唱  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祢的恩典與愛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6CD53D-A8CC-2B8B-72D0-03849631A8B8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結尾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5682941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8</TotalTime>
  <Words>293</Words>
  <Application>Microsoft Office PowerPoint</Application>
  <PresentationFormat>Widescreen</PresentationFormat>
  <Paragraphs>40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Microsoft JhengHei</vt:lpstr>
      <vt:lpstr>Microsoft JhengHei</vt:lpstr>
      <vt:lpstr>Arial</vt:lpstr>
      <vt:lpstr>Calibri</vt:lpstr>
      <vt:lpstr>Theme1</vt:lpstr>
      <vt:lpstr>祢的恩典與愛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Uncle Jo</dc:creator>
  <cp:lastModifiedBy>Uncle Jo</cp:lastModifiedBy>
  <cp:revision>4</cp:revision>
  <dcterms:created xsi:type="dcterms:W3CDTF">2025-12-06T03:51:31Z</dcterms:created>
  <dcterms:modified xsi:type="dcterms:W3CDTF">2025-12-06T03:59:33Z</dcterms:modified>
</cp:coreProperties>
</file>