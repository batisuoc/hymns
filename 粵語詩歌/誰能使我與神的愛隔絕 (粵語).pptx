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4" r:id="rId10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1" autoAdjust="0"/>
    <p:restoredTop sz="94660"/>
  </p:normalViewPr>
  <p:slideViewPr>
    <p:cSldViewPr snapToGrid="0">
      <p:cViewPr varScale="1">
        <p:scale>
          <a:sx n="71" d="100"/>
          <a:sy n="71" d="100"/>
        </p:scale>
        <p:origin x="7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1311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852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43645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969820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60269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0457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60275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0511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3014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4057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5567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A23CE9-6925-450D-83BB-532BB1B49E73}" type="datetimeFigureOut">
              <a:rPr lang="vi-VN" smtClean="0"/>
              <a:t>20/06/2026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32E262-8EE4-44A7-B4D0-04C317957B1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29318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誰能使我與神的愛隔絕</a:t>
            </a:r>
          </a:p>
        </p:txBody>
      </p:sp>
    </p:spTree>
    <p:extLst>
      <p:ext uri="{BB962C8B-B14F-4D97-AF65-F5344CB8AC3E}">
        <p14:creationId xmlns:p14="http://schemas.microsoft.com/office/powerpoint/2010/main" val="3854399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主愛偉大奇妙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至高深不可測透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8" y="5373218"/>
            <a:ext cx="12191823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082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竟不惜捨棄獨生子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為世間解去罪困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8" y="5373218"/>
            <a:ext cx="12191823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60264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今得主稱作義人獲赦罪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我已經不再被控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8" y="5373218"/>
            <a:ext cx="12191823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3815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神若與我同行</a:t>
            </a:r>
            <a:r>
              <a:rPr lang="zh-CN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誰可抵禦敵對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誰能令到我與神愛阻隔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8" y="5373218"/>
            <a:ext cx="12191823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939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如臨危險刀劍  狂風雨暴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貧困軟弱  赤身飢渴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8" y="5373218"/>
            <a:ext cx="12191823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</a:t>
            </a:r>
            <a:r>
              <a:rPr lang="zh-CN" alt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歌</a:t>
            </a:r>
            <a:r>
              <a:rPr lang="en-US" sz="44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4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9251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也不可使我與神愛隔阻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8" y="5373218"/>
            <a:ext cx="12191823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74848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縱處人生低處常經變幻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明天今天各種波折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8" y="5373218"/>
            <a:ext cx="12191823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30965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全亦都不可阻隔著神大愛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8" y="5373218"/>
            <a:ext cx="12191823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0294776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1A8DE197-990E-4893-BF04-3823FBB50F9A}" vid="{430B7048-5A04-4BDB-939A-C7E865DB88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5</TotalTime>
  <Words>166</Words>
  <Application>Microsoft Office PowerPoint</Application>
  <PresentationFormat>Widescreen</PresentationFormat>
  <Paragraphs>23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微軟正黑體</vt:lpstr>
      <vt:lpstr>微軟正黑體</vt:lpstr>
      <vt:lpstr>Arial</vt:lpstr>
      <vt:lpstr>Calibri</vt:lpstr>
      <vt:lpstr>Theme1</vt:lpstr>
      <vt:lpstr>誰能使我與神的愛隔絕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誰能使我與神的愛隔絕</dc:title>
  <dc:creator>Windows User</dc:creator>
  <cp:lastModifiedBy>Uncle Jo</cp:lastModifiedBy>
  <cp:revision>4</cp:revision>
  <dcterms:created xsi:type="dcterms:W3CDTF">2022-03-05T04:09:07Z</dcterms:created>
  <dcterms:modified xsi:type="dcterms:W3CDTF">2026-06-19T17:04:26Z</dcterms:modified>
</cp:coreProperties>
</file>