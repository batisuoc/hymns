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>
        <p:scale>
          <a:sx n="50" d="100"/>
          <a:sy n="50" d="100"/>
        </p:scale>
        <p:origin x="474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13116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522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43645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6982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6026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90457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0275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0511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014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6405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5567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29318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誰能使我與神的愛隔絕</a:t>
            </a:r>
          </a:p>
        </p:txBody>
      </p:sp>
    </p:spTree>
    <p:extLst>
      <p:ext uri="{BB962C8B-B14F-4D97-AF65-F5344CB8AC3E}">
        <p14:creationId xmlns:p14="http://schemas.microsoft.com/office/powerpoint/2010/main" val="3854399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主愛偉大奇妙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至高深不可測透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082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竟不惜捨棄獨生子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為世間解去罪困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0264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今得主稱作義人獲赦罪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我已經不再被控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8157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神若與我同行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誰可抵禦敵對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誰能令到我與神愛阻隔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939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如臨危險刀劍  狂風雨暴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貧困軟弱  赤身飢渴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9251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也不可使我與神愛隔阻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4848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縱處人生低處常經變幻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明天今天各種波折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0965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全亦都不可阻隔著神大愛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294776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</TotalTime>
  <Words>165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Theme1</vt:lpstr>
      <vt:lpstr>誰能使我與神的愛隔絕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誰能使我與神的愛隔絕</dc:title>
  <dc:creator>Windows User</dc:creator>
  <cp:lastModifiedBy>batisuoc</cp:lastModifiedBy>
  <cp:revision>3</cp:revision>
  <dcterms:created xsi:type="dcterms:W3CDTF">2022-03-05T04:09:07Z</dcterms:created>
  <dcterms:modified xsi:type="dcterms:W3CDTF">2025-09-12T17:09:44Z</dcterms:modified>
</cp:coreProperties>
</file>