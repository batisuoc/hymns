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609" r:id="rId4"/>
    <p:sldId id="610" r:id="rId5"/>
    <p:sldId id="611" r:id="rId6"/>
    <p:sldId id="612" r:id="rId7"/>
    <p:sldId id="613" r:id="rId8"/>
    <p:sldId id="614" r:id="rId9"/>
    <p:sldId id="615" r:id="rId10"/>
    <p:sldId id="616" r:id="rId11"/>
    <p:sldId id="617" r:id="rId12"/>
    <p:sldId id="618" r:id="rId13"/>
    <p:sldId id="619" r:id="rId14"/>
    <p:sldId id="620" r:id="rId15"/>
    <p:sldId id="621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牢騷頌" id="{AAD7B407-DF6D-4C9E-906F-551401903DE3}">
          <p14:sldIdLst>
            <p14:sldId id="391"/>
            <p14:sldId id="392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牢騷頌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蒙神護愛意深濃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數算日子之中多恩寵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931E6-9962-888D-EB3B-58A6A51F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A90C0C5-652B-8B9E-786E-6D5DFF6EF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全然憑著信  邁步前路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披主恩輕赦愁苦與倦容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2C82A-E4DA-59E7-0A84-9C07F1534F4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961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7BEE-97E1-0FD3-6DF1-B0BE5DAC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2414F41-493F-385B-FF5D-D3B3C2D86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緣何話説怨千重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祇顧盡吐苦水激心胸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8CCC5-AB50-93CE-05E1-E471CFB7C828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867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BFEF-C4B0-6499-6CBA-857419F27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1E3441-FB09-9380-39CF-337D9E93D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旁人全負你  快樂誰共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傷心此一世盡覺是沉痛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43CF6-0A47-B8DC-7156-F4FEAB28B4F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947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3CB00-759F-A08C-3B69-BAFDC42D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166D4E-5064-E390-0475-7F8ADE0EA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勸君撇下牢騷頌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須知主愛可使你輕鬆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0AD6A-0DAF-92DA-98BF-E3DD7706C467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6602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5CBE-C808-3B37-1E4A-9D78805D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87409F-1F7D-ACCB-15F9-827AB983D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尋求道理恩雨下洗滌心胸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感絲絲溫暖換來笑面容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56079-07DD-9A2A-0F5B-DD2B37348FA5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584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29492-03EC-B0E8-E131-8FF2FD47F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C192465-8BF3-BB9E-ABFD-BD2F859C0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求神護愛意深濃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主賜愉快身心多恩寵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B946F-BEEC-860E-0651-81636E6C0F8B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08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9B0A-A8E3-5909-9D5C-565A45FE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521DD91-89AC-8DE3-3584-FD375963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閒愁毋復記  廢話毋庸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知感恩不再獨個自沉痛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906BF-22B7-5C81-5F8B-B02A7F73E78F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4307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0A4D-891C-DB25-D813-5E718C9B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FE0CAAC-8BBC-927A-0837-5B1F328FA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緣何話說怨千重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此際淚眼翻飛濕面容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2363A-1AA6-8F5E-651F-994C387CD235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4659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9ABA-0E31-6029-5415-C7469B6C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52F24D0-7B61-AAE0-F7AE-16D6036AE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愁懷難自控  抱憾凝重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傷心揮不去愈覺是沉痛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2604D-6D8E-7337-4945-1F47C71F3219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0760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6B88-751B-1C4C-7427-ADE5494A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A024075-5162-E153-F24D-574CDFE86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盼君撤下牢騷頌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讓主施恩居於你五中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E6D85-E8ED-3253-0965-70A6806C76D6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651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3D295-8F1D-9464-A50F-53E40114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AF5BB02-622E-9919-30CF-38744D07B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明瞭道理恩語內撫慰心胸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感絲絲温暖換來笑融融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B6E43-7E48-96C1-F437-5C23C75E3325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9244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6BA4E-995B-71DA-B204-6D97F5E6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F8D97F3-D939-343E-34D9-6023442B3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求神護愛意深濃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主賜愉快身心多恩寵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91AD8-55F1-0924-87D8-5CB6D061787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8235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D34BF-46EB-DFAC-369E-9D0368C3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16B7DFF-5DEB-1C9F-6146-0294C0BBC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閒愁毋復記  廢話毋庸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思主恩將那熱暖頻傳送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52EBD-04FE-06B2-7D70-B2CD8FE63505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17508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38</TotalTime>
  <Words>314</Words>
  <Application>Microsoft Office PowerPoint</Application>
  <PresentationFormat>Widescreen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Microsoft JhengHei</vt:lpstr>
      <vt:lpstr>Microsoft JhengHei</vt:lpstr>
      <vt:lpstr>Arial</vt:lpstr>
      <vt:lpstr>Calibri</vt:lpstr>
      <vt:lpstr>Theme1</vt:lpstr>
      <vt:lpstr>牢騷頌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2025-07-25T18:37:09Z</dcterms:created>
  <dcterms:modified xsi:type="dcterms:W3CDTF">2025-07-26T17:00:06Z</dcterms:modified>
</cp:coreProperties>
</file>