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2" y="9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D9FA9-CE5A-48A6-B3BE-EC410BA02A91}" type="datetimeFigureOut">
              <a:rPr lang="zh-TW" altLang="en-US" smtClean="0"/>
              <a:pPr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819E2-2EEF-436F-A8F8-44E5F2EAEB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sym typeface="Microsoft JhengHei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sym typeface="Microsoft JhengHei"/>
              </a:rPr>
              <a:t>的愛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034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祢造了宇宙萬有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管理世間所有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6326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但祢卻關顧心中需要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洞察我樂與憂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195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連雲彩也親手放擺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打造永久國度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720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但是祢雙手甘心忍受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十架釘上刺骨劇痛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30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主公義判決萬民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榮光光照全地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333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但祢卻一次再一次  施恩與愛憐 </a:t>
            </a:r>
          </a:p>
          <a:p>
            <a:pPr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讓我可以轉向歸祢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142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是祢的溫柔憐愛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遠超心裡想像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327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恩主如此充滿大能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藏我於祢掌心之中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6232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是祢的深切慈愛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lvl="0" algn="ctr">
              <a:spcBef>
                <a:spcPts val="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我怎可感激答謝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861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我願倒空一生給祢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學祢謙遜似主模樣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960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spcBef>
                <a:spcPts val="1080"/>
              </a:spcBef>
              <a:buClr>
                <a:srgbClr val="660033"/>
              </a:buClr>
              <a:buSzPts val="5400"/>
              <a:buNone/>
            </a:pP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Microsoft JhengHei"/>
              </a:rPr>
              <a:t>讓我背負我的十字架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806883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19</TotalTime>
  <Words>210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微軟正黑體</vt:lpstr>
      <vt:lpstr>微軟正黑體</vt:lpstr>
      <vt:lpstr>Arial</vt:lpstr>
      <vt:lpstr>Calibri</vt:lpstr>
      <vt:lpstr>佈景主題1</vt:lpstr>
      <vt:lpstr>祢的愛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你的愛</dc:title>
  <dc:creator>大唐</dc:creator>
  <cp:lastModifiedBy>batisuoc</cp:lastModifiedBy>
  <cp:revision>8</cp:revision>
  <dcterms:created xsi:type="dcterms:W3CDTF">2018-07-17T12:30:01Z</dcterms:created>
  <dcterms:modified xsi:type="dcterms:W3CDTF">2025-05-09T14:58:42Z</dcterms:modified>
</cp:coreProperties>
</file>