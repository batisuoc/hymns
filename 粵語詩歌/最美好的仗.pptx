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最美好的仗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過去困於幽暗裡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難以解開這捆綁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1AFE-F918-1568-8E26-BD375C3E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2485211-D220-3EC7-2385-29F2B53B7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痛苦中掙扎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無法為基督作光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49D12-F8BE-73AD-EAF9-0F8ADD7B18E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806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6DF2-1606-6770-FFD2-7BB8E034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AEBF451-939E-AF31-ECDE-0D48A5D5E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懇請救主改變我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能對祢重燃渴望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978F-5D39-5E30-73DF-D96610A465A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911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8037-26A3-BB31-A1F1-47F8CD61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99F7DB-62A9-163C-AFB7-AFD827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求祢助我  洗脫骯髒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3A062-A283-ADDA-5D28-5177109CE81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986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15EB-3D91-D3A4-078E-C8B597B0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787620-B98F-1F48-6D06-24C22C7CF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憑上帝話語  可得勝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我立志每天穿戴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EB9A0B-BEB4-B412-F845-D023CA3D924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2960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50842-C93A-A709-E072-8DEC1661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178133-4ED8-CDCF-06E8-E02EDCF1A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主所賜全副軍裝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26942-B208-3CAA-7E8B-950B1954F62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058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7872-207A-00D6-BBA1-24A7DB5E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5F3DBF8-C338-2208-887E-C351715FE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今天決意跟主的足印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不管試探像惡浪臨近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77C9C-55F3-33D0-DD59-7272FCA94FC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514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93EE-42C4-5E4E-FA9A-464A3F27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524855-2399-19BF-3A53-10A96121D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那懼怕四周多黑暗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一生都至死忠心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BB9BF-0BAE-E405-73D8-9F42A2C6F6E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977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751A-91B0-39FE-49A5-67437BBF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DB4E94-2229-45CC-9A75-1A7601D10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恩主  我要盡力地傳揚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彰顯祢愛  令大地明亮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909A3-A80F-F56D-C6F0-FE3AEC80729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290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01C9-8A18-7DA2-F505-65BC6F8C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599DF98-38AB-E768-768F-AD64E1F6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願窮盡力氣高聲唱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忠心打那最美好的仗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57FB4-5073-E8F7-1E32-9346EBCE3E3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34688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185</Words>
  <Application>Microsoft Office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Theme1</vt:lpstr>
      <vt:lpstr>最美好的仗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2</cp:revision>
  <dcterms:created xsi:type="dcterms:W3CDTF">2026-01-16T14:03:52Z</dcterms:created>
  <dcterms:modified xsi:type="dcterms:W3CDTF">2026-01-16T14:06:40Z</dcterms:modified>
</cp:coreProperties>
</file>