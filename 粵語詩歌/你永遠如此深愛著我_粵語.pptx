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579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3371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009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744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3553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103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9243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846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438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744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514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3115C-BB06-4256-A0EE-CA1EF37828C7}" type="datetimeFigureOut">
              <a:rPr lang="vi-VN" smtClean="0"/>
              <a:t>22/08/2026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CF0A6-B43A-4D58-A7A1-A7C6D5F5D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952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祢永遠如此深愛著我</a:t>
            </a:r>
          </a:p>
        </p:txBody>
      </p:sp>
    </p:spTree>
    <p:extLst>
      <p:ext uri="{BB962C8B-B14F-4D97-AF65-F5344CB8AC3E}">
        <p14:creationId xmlns:p14="http://schemas.microsoft.com/office/powerpoint/2010/main" val="78919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刑罰擔當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釘上十架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承受每一下的鞭傷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539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救恩充滿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沒法數算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羞愧煩惱裡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祢會總在我旁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0479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沒變改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耶穌的愛永遠不變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0268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不惜釘十架的祢  已證明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神沒有掉棄我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8765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沒變改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耶穌的愛永遠不變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057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縱然是生死與患難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儘管逼迫苦困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720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我與父愛都不可隔絕了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87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天空多高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深海多闊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無辦法媲美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神愛有多廣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0105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不可測透     是永不盡頭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我要打開雙手去盛載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792448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17</TotalTime>
  <Words>176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微軟正黑體</vt:lpstr>
      <vt:lpstr>微軟正黑體</vt:lpstr>
      <vt:lpstr>Arial</vt:lpstr>
      <vt:lpstr>Calibri</vt:lpstr>
      <vt:lpstr>Theme1</vt:lpstr>
      <vt:lpstr>祢永遠如此深愛著我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祢永遠如此深愛著我</dc:title>
  <dc:creator>Windows User</dc:creator>
  <cp:lastModifiedBy>Uncle Jo</cp:lastModifiedBy>
  <cp:revision>8</cp:revision>
  <dcterms:created xsi:type="dcterms:W3CDTF">2022-04-02T10:13:55Z</dcterms:created>
  <dcterms:modified xsi:type="dcterms:W3CDTF">2026-08-22T15:32:00Z</dcterms:modified>
</cp:coreProperties>
</file>