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住在祢裡面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在那乾旱沒有水的荒土處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仍舊切慕祢渴想把祢尋求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4D5A-EEE1-9AFD-A51A-9CF2EE6A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A31A25-CE70-BAAC-CCE0-5D0869CED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平和安穩中滿是力量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悔改安息終必得救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85204-593D-3B94-DDA4-16BF4D53D70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246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CA50-0304-1813-CCCA-63FE03EF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E806D9-4A89-5D98-D482-7CF8CA967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仰望信靠鷹般展翅萬里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97D40-44A6-27ED-51F9-62DD0283AFD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645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C769-B3A6-F4AA-A6B1-F960E1C1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AEBC6DE-D7C9-C7BC-3875-D2AEAD4F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常住祢愛裡  居於恩主裏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猶像那枝子緊緊結連樹幹軀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EAF65-742F-221C-6E4A-05003EC627D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068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DF28-39A3-FBD6-201D-65C288E9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B0C27C-A426-9588-BD17-89614064C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常住祢愛裡  居於恩主裏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承受活水滔滔湧進永不枯竭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C7DA1-1F1E-4A8F-29F3-CB79DD6154E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54385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118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住在祢裡面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2025-06-07T10:10:25Z</dcterms:created>
  <dcterms:modified xsi:type="dcterms:W3CDTF">2025-06-07T10:14:27Z</dcterms:modified>
</cp:coreProperties>
</file>