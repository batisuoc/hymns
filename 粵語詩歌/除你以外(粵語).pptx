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2" r:id="rId3"/>
    <p:sldId id="393" r:id="rId4"/>
    <p:sldId id="394" r:id="rId5"/>
    <p:sldId id="395" r:id="rId6"/>
    <p:sldId id="396" r:id="rId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A4473-6871-43EA-8769-892AAA22AF74}" type="datetimeFigureOut">
              <a:rPr lang="zh-TW" altLang="en-US" smtClean="0"/>
              <a:pPr/>
              <a:t>2025/8/24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1F346-57BF-444E-99B5-2774E9940C5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除祢以外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大地頌讚歡唱  讚美祢名字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耶穌尊貴高超過一切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4038-377F-3F18-7833-D3469C67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DE171BC-C4A8-02BB-CD32-DC4D99565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萬族萬國高唱  讚美祢名字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從永遠到永遠  祢超過諸天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87327B-DC12-8445-2B01-D6A294529270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9571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0A4C1-6102-03C1-5CA2-04C863B2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0ECF9E7-4445-75C9-C803-5895CCB20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找不到尊貴像祢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找不到更美名字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32308-240A-03A6-D351-25E130845884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501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F69-B35B-3583-D9C3-FA7BE687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61252FB-5B37-3DF9-31E1-3DF65DEB2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除祢以外  並沒有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沒有別名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CFF45-FE11-DAFC-01B2-D6A9E1E5F3E2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197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47DF8-7431-1293-DC31-1F4EC09A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1790B1-E83F-F24E-1E11-5F95AB831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可以配受權柄  讚美以及崇敬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聖潔  國度  榮耀全屬祢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9A2AB-EE26-F738-C409-04F93A83B231}"/>
              </a:ext>
            </a:extLst>
          </p:cNvPr>
          <p:cNvSpPr txBox="1"/>
          <p:nvPr/>
        </p:nvSpPr>
        <p:spPr>
          <a:xfrm>
            <a:off x="0" y="386789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855242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120</Words>
  <Application>Microsoft Office PowerPoint</Application>
  <PresentationFormat>On-screen Show (16:9)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佈景主題1</vt:lpstr>
      <vt:lpstr>除祢以外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除你以外</dc:title>
  <dc:creator>User</dc:creator>
  <cp:lastModifiedBy>batisuoc</cp:lastModifiedBy>
  <cp:revision>4</cp:revision>
  <dcterms:created xsi:type="dcterms:W3CDTF">2017-04-30T02:00:00Z</dcterms:created>
  <dcterms:modified xsi:type="dcterms:W3CDTF">2025-08-23T17:07:30Z</dcterms:modified>
</cp:coreProperties>
</file>