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4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常常愛護我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閉上雙眼去禱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告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讓我懂得細訴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教導我謙卑感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知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足  望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726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頌讚主求祢旨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意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訓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練我小小意志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2371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領會更多主的心意 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順服  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可以 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583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常常愛護我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總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看顧在旁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常常愛護我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使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我不再徬徨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358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捉緊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祢學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課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的愛盛載希望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642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主恩賜下每一個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齊讚美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讚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美祢是王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25860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137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Microsoft JhengHei</vt:lpstr>
      <vt:lpstr>Microsoft JhengHei</vt:lpstr>
      <vt:lpstr>新細明體</vt:lpstr>
      <vt:lpstr>Arial</vt:lpstr>
      <vt:lpstr>Calibri</vt:lpstr>
      <vt:lpstr>Theme1</vt:lpstr>
      <vt:lpstr>常常愛護我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常常愛護我</dc:title>
  <dc:creator>Joe Cheng</dc:creator>
  <cp:lastModifiedBy>Joe Cheng</cp:lastModifiedBy>
  <cp:revision>1</cp:revision>
  <dcterms:created xsi:type="dcterms:W3CDTF">2026-08-08T03:48:04Z</dcterms:created>
  <dcterms:modified xsi:type="dcterms:W3CDTF">2026-08-08T03:54:00Z</dcterms:modified>
</cp:coreProperties>
</file>