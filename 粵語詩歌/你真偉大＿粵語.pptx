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412" r:id="rId3"/>
    <p:sldId id="413" r:id="rId4"/>
    <p:sldId id="414" r:id="rId5"/>
    <p:sldId id="421" r:id="rId6"/>
    <p:sldId id="415" r:id="rId7"/>
    <p:sldId id="416" r:id="rId8"/>
    <p:sldId id="422" r:id="rId9"/>
    <p:sldId id="423" r:id="rId10"/>
    <p:sldId id="418" r:id="rId11"/>
    <p:sldId id="419" r:id="rId12"/>
    <p:sldId id="424" r:id="rId13"/>
    <p:sldId id="425" r:id="rId14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113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真偉大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君尊的主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我每次觀賞祢手 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鋪張一切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令心中滿震撼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( 1 / 3 )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F720A-BE62-414E-964E-46833F169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BF0541D-3A9D-6DBA-8640-53DAEB385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觀賞星月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聽到了天邊震響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主威彰顯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沒止息遍宇宙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1DA6A-74EC-D420-BC70-90E88F83E2A5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( 1 / 3 )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57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5186D-81C2-D5CA-B8D7-AC17327D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1627A8A-EB40-D19E-C45E-404094E53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獻上讚歌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因祢願施拯救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衷心稱揚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祢真偉大</a:t>
            </a:r>
          </a:p>
        </p:txBody>
      </p:sp>
    </p:spTree>
    <p:extLst>
      <p:ext uri="{BB962C8B-B14F-4D97-AF65-F5344CB8AC3E}">
        <p14:creationId xmlns:p14="http://schemas.microsoft.com/office/powerpoint/2010/main" val="1101269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95BC7-A35F-A0C8-D23D-20628CFA1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A497FE1-9252-2C67-8BDE-20BE60018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獻上讚歌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因祢願施拯救 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偉大至高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我心頌讚</a:t>
            </a:r>
          </a:p>
        </p:txBody>
      </p:sp>
    </p:spTree>
    <p:extLst>
      <p:ext uri="{BB962C8B-B14F-4D97-AF65-F5344CB8AC3E}">
        <p14:creationId xmlns:p14="http://schemas.microsoft.com/office/powerpoint/2010/main" val="1422880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E31FF-0032-84A4-5862-473CE665F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3B66640-145F-551E-EF88-987FADB56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心中思念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主怎麼差衪愛子 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犧牲捨己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未可參透意義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2C487-4531-73AF-FE5F-74DEE44FD75F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( 2 / 3 )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541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67615-A6FE-8AB0-4E86-F2C600CB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ADA0328-7966-09BB-5600-88DC38BCA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背我眾罪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釘身血淌加略山 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擔當苦架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願捨身赦我罪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CDBA5-CABC-1D04-106F-7C406A737877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( 2 / 3 )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955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13B1-D44E-EF3E-DFE1-AC6AE8C5C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07844A5-9751-BA49-38B5-33A8C2C51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獻上讚歌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因祢願施拯救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衷心稱揚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祢真偉大</a:t>
            </a:r>
          </a:p>
        </p:txBody>
      </p:sp>
    </p:spTree>
    <p:extLst>
      <p:ext uri="{BB962C8B-B14F-4D97-AF65-F5344CB8AC3E}">
        <p14:creationId xmlns:p14="http://schemas.microsoft.com/office/powerpoint/2010/main" val="569355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7C315-AE1A-E034-D8BF-AA76F23B5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A7C9147-9C67-E088-FE86-6EF39C436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獻上讚歌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因祢願施拯救 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偉大至高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我心頌讚</a:t>
            </a:r>
          </a:p>
        </p:txBody>
      </p:sp>
    </p:spTree>
    <p:extLst>
      <p:ext uri="{BB962C8B-B14F-4D97-AF65-F5344CB8AC3E}">
        <p14:creationId xmlns:p14="http://schemas.microsoft.com/office/powerpoint/2010/main" val="366146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29C33-A288-31E0-F60B-39857B0E3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B83A58D-F2A0-DC03-FFEB-2CFE9FEE7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歡呼不絕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基督必親身再返 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多麼歡慰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在天家永唱頌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3BF3DD-7AE3-2483-0952-B55ACBB874FB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( 3 / 3 )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472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EA86D-0286-402A-49FF-633D51F8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E8C38D1-57A5-155B-5E90-24A43F0C6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謙卑俯伏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敬拜獻心底讚聲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 宣主恩惠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頌恩主至偉大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8F73-03B1-FD73-8A11-41A782592C07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( 3 / 3 )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343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9C411-1829-73D4-5B2F-38DA4CCD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13A4331-4285-B7A6-11BE-F50B03D85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獻上讚歌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因祢願施拯救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衷心稱揚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祢真偉大</a:t>
            </a:r>
          </a:p>
        </p:txBody>
      </p:sp>
    </p:spTree>
    <p:extLst>
      <p:ext uri="{BB962C8B-B14F-4D97-AF65-F5344CB8AC3E}">
        <p14:creationId xmlns:p14="http://schemas.microsoft.com/office/powerpoint/2010/main" val="866494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88D1E-C026-CBD3-B57D-81D74613E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D7C211E-69C4-B369-5E2B-0D6671D75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獻上讚歌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因祢願施拯救 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偉大至高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我心頌讚</a:t>
            </a:r>
          </a:p>
        </p:txBody>
      </p:sp>
    </p:spTree>
    <p:extLst>
      <p:ext uri="{BB962C8B-B14F-4D97-AF65-F5344CB8AC3E}">
        <p14:creationId xmlns:p14="http://schemas.microsoft.com/office/powerpoint/2010/main" val="60753577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31</TotalTime>
  <Words>269</Words>
  <Application>Microsoft Office PowerPoint</Application>
  <PresentationFormat>On-screen Show (16:9)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佈景主題11</vt:lpstr>
      <vt:lpstr>祢真偉大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你真偉大</dc:title>
  <dc:creator>User</dc:creator>
  <cp:lastModifiedBy>batisuoc</cp:lastModifiedBy>
  <cp:revision>8</cp:revision>
  <dcterms:created xsi:type="dcterms:W3CDTF">2017-08-23T13:17:22Z</dcterms:created>
  <dcterms:modified xsi:type="dcterms:W3CDTF">2025-07-05T15:25:36Z</dcterms:modified>
</cp:coreProperties>
</file>