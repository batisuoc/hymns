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天地讚美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地與海奏出歌韻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磐石唱讚美歌聲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5EC65-70FB-D739-79DD-E8EFE3A65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D91264E-D47D-641E-061F-4611A763F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風雨電也歌頌  雲霧同頌吹送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全地奏響聲勢無比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916C6-7A56-29B6-AC26-1687FB00103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2651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4826-04C4-5765-E502-B4A3A32F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0D577E-7FD5-8A2E-045A-7CD1A8D20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頌讚聲永不衰竭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全地要敬拜事奉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28928-44D7-FA4F-BDC9-DF9BBBE983D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0332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29B94-C7CF-7ED4-1667-FD1312F73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9E247A8-862D-4015-C7E2-C09CBB844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高唱萬有之上  榮耀無限之處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全屬我主尊貴耶穌  所有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EAB42-5B34-AAE8-0FAB-4952C4945FC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61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B16C5-EC08-9EBB-4B5B-22D5DA847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77306E6-C9D4-C72C-5A46-01696BF64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讓讚美  如風天空海闊飛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讓讚美  浪花般海中濺起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374CC-3E0C-D08A-D185-1CCDA475322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4976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9A01-5FE1-2ECD-B7E2-27B16A9E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9E59EC6-BC03-7364-05C8-93A8F2AEC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高唱萬有之上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榮耀無限之處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全屬我主尊貴耶穌所有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43723-3F4B-B4A1-C1B6-400C19952A5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221262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3</TotalTime>
  <Words>140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天地讚美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2025-08-23T16:58:51Z</dcterms:created>
  <dcterms:modified xsi:type="dcterms:W3CDTF">2025-08-23T17:02:14Z</dcterms:modified>
</cp:coreProperties>
</file>