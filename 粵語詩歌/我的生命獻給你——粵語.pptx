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353" r:id="rId2"/>
    <p:sldId id="390" r:id="rId3"/>
    <p:sldId id="391" r:id="rId4"/>
    <p:sldId id="392" r:id="rId5"/>
    <p:sldId id="393" r:id="rId6"/>
    <p:sldId id="394" r:id="rId7"/>
    <p:sldId id="395" r:id="rId8"/>
    <p:sldId id="396" r:id="rId9"/>
    <p:sldId id="397" r:id="rId10"/>
    <p:sldId id="398" r:id="rId11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32" autoAdjust="0"/>
    <p:restoredTop sz="94660"/>
  </p:normalViewPr>
  <p:slideViewPr>
    <p:cSldViewPr snapToGrid="0">
      <p:cViewPr varScale="1">
        <p:scale>
          <a:sx n="70" d="100"/>
          <a:sy n="70" d="100"/>
        </p:scale>
        <p:origin x="22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96132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83370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97948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08968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72" y="1535113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72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2214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83776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07197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3" y="273049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32552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zh-TW"/>
              <a:t>Click icon to add picture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9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48367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4180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96249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7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488704-7058-4526-95CD-2A163221AB6F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58211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0" y="2660915"/>
            <a:ext cx="12192000" cy="1143000"/>
          </a:xfrm>
        </p:spPr>
        <p:txBody>
          <a:bodyPr>
            <a:noAutofit/>
          </a:bodyPr>
          <a:lstStyle/>
          <a:p>
            <a:r>
              <a:rPr lang="zh-TW" altLang="en-US" sz="7200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我的生命獻給祢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傾出一生  全為主甘擺上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尋主聲音  隨主方向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EABE36-684F-2823-1D25-F16EBEFBB9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4C7C3D97-0D67-932F-8094-637DF9ED57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如斯恩典  怎可枉費主所賜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惟願所作  悅祢心意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FDD4C1-D64D-91E0-5F3E-5B4FEBD751E7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9265479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16376C-FFD1-A6A7-ADE8-AB71D75507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48BA32C2-0C8B-7A2E-7984-42586316E6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前行毋顧我代價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無言來背我十架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7EB1010-690F-5803-DB0B-577D1FDC5AB0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5451623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E0CE33-09BB-07AE-4A44-97153730D6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A1FD70EB-0EC6-13AE-0A9E-5C2A65C098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謹遵主託付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求忠心不走差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5562FAB-8C2C-D8A8-7EC0-3F9DA69D6DA2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8500497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5D0F05-5763-5410-B91C-9994456694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D5DF899A-A325-D5EA-411F-610DD64D99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赦免饒恕我罪過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誠然流血救贖我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579750F-3BBC-81C8-B7E2-61A97D1A1EA8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4110394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363AC1-D0F9-86CF-0943-C035EC78B2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F8F1F37D-51EC-65E7-9FD4-C0CF339C57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心深緊記著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耶穌多麼愛我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261B20F-04A3-913C-08C6-31AAFD9F902A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3289674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3F8030-3E0F-F3B7-FD56-0B85C63098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2F1FE851-6A71-DFBB-2BB4-DD9EA810E2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求讓我  領會屬天真諦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來呈現  祢王權於此際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C2EDFE6-710A-897D-B23F-A718FDD2957D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橋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8041909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EF62B7-60BB-5C99-E7A8-DD94709E20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FA725846-F9E7-B8C5-DC3A-5EA565454B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求讓我  振翼如鷹般高飛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為祢奔跑  總不疲憊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F8904E5-F082-5F5E-21DD-2680588AF7E1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橋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5716290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294B31-787C-4409-A286-D155A7782A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B9A7C6EB-6C8B-5280-1176-F638D57AC1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傾出一生  全為主甘捨棄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交給祢  都給祢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F88F688-6A5F-A412-3A18-725159989C82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結尾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689801109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中文詩歌儲存" id="{E0DF756C-B689-4A49-A343-6050050733AA}" vid="{979C1A4B-FDC7-484D-A782-7FA72675E23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中文詩歌儲存</Template>
  <TotalTime>4</TotalTime>
  <Words>180</Words>
  <Application>Microsoft Office PowerPoint</Application>
  <PresentationFormat>Widescreen</PresentationFormat>
  <Paragraphs>28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微軟正黑體</vt:lpstr>
      <vt:lpstr>微軟正黑體</vt:lpstr>
      <vt:lpstr>Arial</vt:lpstr>
      <vt:lpstr>Calibri</vt:lpstr>
      <vt:lpstr>Theme1</vt:lpstr>
      <vt:lpstr>我的生命獻給祢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Uncle Jo</dc:creator>
  <cp:lastModifiedBy>Uncle Jo</cp:lastModifiedBy>
  <cp:revision>3</cp:revision>
  <dcterms:created xsi:type="dcterms:W3CDTF">2025-12-30T16:54:19Z</dcterms:created>
  <dcterms:modified xsi:type="dcterms:W3CDTF">2026-07-18T10:08:52Z</dcterms:modified>
</cp:coreProperties>
</file>