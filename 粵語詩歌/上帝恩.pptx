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上帝恩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要稱讚頌揚主聖名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要謹記上帝恩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6C4A-B55D-040F-8D92-CAD3B3C6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B1D2EBE-55EC-C8BC-1381-F3A2D297D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神怒氣轉眼即消散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永不要忘大恩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963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5132-75BD-DC95-2FFB-1212EB7B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ECED9BF-AA85-14DA-C0BE-06647CD8F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每當你心碎主紀念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隔宿眼淚抹乾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214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B62F-7744-B578-E390-F2318C2A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F46C66-ABAA-DC95-F4C6-2FF9EED7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來默想主愛心歡唱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神大恩可共印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841377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59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Theme1</vt:lpstr>
      <vt:lpstr>上帝恩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2025-06-28T14:30:23Z</dcterms:created>
  <dcterms:modified xsi:type="dcterms:W3CDTF">2025-06-28T14:34:44Z</dcterms:modified>
</cp:coreProperties>
</file>