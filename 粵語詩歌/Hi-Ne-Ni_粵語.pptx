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E99C2-CC00-45DE-B879-1B21F9649AC3}" type="datetimeFigureOut">
              <a:rPr lang="en-US" smtClean="0"/>
              <a:pPr/>
              <a:t>4/12/2025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D529A-059F-4046-AA64-50801C037E6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en-US" sz="80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</a:rPr>
              <a:t>Hi – Ne – Ni </a:t>
            </a:r>
            <a:endParaRPr lang="zh-TW" altLang="en-US" sz="80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1465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神啊  君尊的主啊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祈求祢引領我放下心裡最愛所誇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53490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神啊  聖潔的主啊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祈求祢將心中偶像全部拆下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68157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直到甘心委身於  敬拜將已奉獻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無怨與悔  也沒回望</a:t>
            </a:r>
            <a:endParaRPr 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68807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直到謙卑將身心作祭  握緊使命 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無怨與悔  看  我在此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0237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　</a:t>
            </a:r>
            <a:r>
              <a:rPr lang="en-US" sz="6400" b="1" dirty="0" err="1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燒我派我看   看我在此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1013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　</a:t>
            </a:r>
            <a:r>
              <a:rPr lang="en-US" sz="6400" b="1" dirty="0" err="1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r>
              <a:rPr 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　</a:t>
            </a:r>
          </a:p>
          <a:p>
            <a:pPr marL="0" indent="0"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替主燃燒  </a:t>
            </a:r>
            <a:r>
              <a:rPr lang="en-US" sz="64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64667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為世間中得不到安慰與失喪眾人</a:t>
            </a:r>
          </a:p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憑著祢照遍每暗角</a:t>
            </a:r>
            <a:r>
              <a:rPr lang="en-US" altLang="zh-TW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我在此</a:t>
            </a:r>
            <a:endParaRPr lang="zh-TW" altLang="en-US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0505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求主差遣  </a:t>
            </a:r>
            <a:r>
              <a:rPr lang="en-US" sz="72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  <a:endParaRPr lang="en-US" sz="6600" b="1" dirty="0">
              <a:solidFill>
                <a:srgbClr val="000066"/>
              </a:solidFill>
              <a:ea typeface="微軟正黑體" pitchFamily="34" charset="-120"/>
            </a:endParaRPr>
          </a:p>
          <a:p>
            <a:pPr marL="0" indent="0" algn="ctr">
              <a:buNone/>
            </a:pPr>
            <a:r>
              <a:rPr lang="zh-TW" altLang="en-US" sz="66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替主燃燒  </a:t>
            </a:r>
            <a:r>
              <a:rPr lang="en-US" sz="7200" b="1" dirty="0">
                <a:solidFill>
                  <a:srgbClr val="000066"/>
                </a:solidFill>
                <a:ea typeface="微軟正黑體" pitchFamily="34" charset="-120"/>
              </a:rPr>
              <a:t>Hi-Ne-Ni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334000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36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53684336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佈景主題11</Template>
  <TotalTime>107</TotalTime>
  <Words>172</Words>
  <Application>Microsoft Office PowerPoint</Application>
  <PresentationFormat>Widescreen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佈景主題11</vt:lpstr>
      <vt:lpstr>Hi – Ne – Ni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Hi-Ne-Ni</dc:title>
  <dc:creator>Microsoft Windows</dc:creator>
  <cp:lastModifiedBy>batisuoc</cp:lastModifiedBy>
  <cp:revision>17</cp:revision>
  <dcterms:created xsi:type="dcterms:W3CDTF">2013-01-06T08:09:59Z</dcterms:created>
  <dcterms:modified xsi:type="dcterms:W3CDTF">2025-04-12T10:35:18Z</dcterms:modified>
</cp:coreProperties>
</file>