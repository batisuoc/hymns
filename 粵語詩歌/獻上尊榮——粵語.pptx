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261" r:id="rId3"/>
    <p:sldId id="262" r:id="rId4"/>
    <p:sldId id="263" r:id="rId5"/>
    <p:sldId id="264" r:id="rId6"/>
    <p:sldId id="265" r:id="rId7"/>
    <p:sldId id="266" r:id="rId8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96" y="9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2D6B2-7E33-46AD-B130-D8364AACFF57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CE00B-F882-4270-BAD3-68672E5E23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2D6B2-7E33-46AD-B130-D8364AACFF57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CE00B-F882-4270-BAD3-68672E5E23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2D6B2-7E33-46AD-B130-D8364AACFF57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CE00B-F882-4270-BAD3-68672E5E23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2D6B2-7E33-46AD-B130-D8364AACFF57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CE00B-F882-4270-BAD3-68672E5E23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2D6B2-7E33-46AD-B130-D8364AACFF57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CE00B-F882-4270-BAD3-68672E5E23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2D6B2-7E33-46AD-B130-D8364AACFF57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CE00B-F882-4270-BAD3-68672E5E23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2D6B2-7E33-46AD-B130-D8364AACFF57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CE00B-F882-4270-BAD3-68672E5E23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2D6B2-7E33-46AD-B130-D8364AACFF57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CE00B-F882-4270-BAD3-68672E5E23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2D6B2-7E33-46AD-B130-D8364AACFF57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CE00B-F882-4270-BAD3-68672E5E23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2D6B2-7E33-46AD-B130-D8364AACFF57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CE00B-F882-4270-BAD3-68672E5E23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2D6B2-7E33-46AD-B130-D8364AACFF57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5CE00B-F882-4270-BAD3-68672E5E236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62D6B2-7E33-46AD-B130-D8364AACFF57}" type="datetimeFigureOut">
              <a:rPr lang="en-US" smtClean="0"/>
              <a:t>8/17/2025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5CE00B-F882-4270-BAD3-68672E5E236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143135"/>
            <a:ext cx="9144000" cy="857250"/>
          </a:xfrm>
        </p:spPr>
        <p:txBody>
          <a:bodyPr>
            <a:noAutofit/>
          </a:bodyPr>
          <a:lstStyle/>
          <a:p>
            <a:r>
              <a:rPr lang="zh-CN" altLang="en-US" sz="54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獻上尊榮</a:t>
            </a:r>
            <a:endParaRPr lang="zh-TW" altLang="en-US" sz="5400" b="1" i="1" dirty="0">
              <a:solidFill>
                <a:srgbClr val="00006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40074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因主基督神形像可看到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真光彰顯成萬國救贖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E74CA44-AC71-74E9-32DA-205E28527124}"/>
              </a:ext>
            </a:extLst>
          </p:cNvPr>
          <p:cNvSpPr txBox="1"/>
          <p:nvPr/>
        </p:nvSpPr>
        <p:spPr>
          <a:xfrm>
            <a:off x="0" y="3845009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590858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主的光輝無盡漫遍天國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唯獨祢榮耀  配受稱讚</a:t>
            </a:r>
            <a:endParaRPr lang="en-US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BD2C60-E2A6-2D89-891E-ABAE59A6543D}"/>
              </a:ext>
            </a:extLst>
          </p:cNvPr>
          <p:cNvSpPr txBox="1"/>
          <p:nvPr/>
        </p:nvSpPr>
        <p:spPr>
          <a:xfrm>
            <a:off x="0" y="3845009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02661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獻給我主  至尊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榮耀頌讚 </a:t>
            </a:r>
            <a:r>
              <a:rPr lang="en-US" altLang="zh-TW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 </a:t>
            </a: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名字最尊貴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FFC1FA7-765E-86DB-AB1E-DECAD54E27B0}"/>
              </a:ext>
            </a:extLst>
          </p:cNvPr>
          <p:cNvSpPr txBox="1"/>
          <p:nvPr/>
        </p:nvSpPr>
        <p:spPr>
          <a:xfrm>
            <a:off x="0" y="3845009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12950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跪拜我主  我主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CN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至高是祢  恩光遍萬里</a:t>
            </a:r>
            <a:endParaRPr lang="en-US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B1E2DCD-9416-731E-190F-38D81C5401E0}"/>
              </a:ext>
            </a:extLst>
          </p:cNvPr>
          <p:cNvSpPr txBox="1"/>
          <p:nvPr/>
        </p:nvSpPr>
        <p:spPr>
          <a:xfrm>
            <a:off x="0" y="3845009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210849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東方西方全地在仰望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主的聲威永顯赫於世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899C84-037F-BECD-3A5D-BAC56EBFAD80}"/>
              </a:ext>
            </a:extLst>
          </p:cNvPr>
          <p:cNvSpPr txBox="1"/>
          <p:nvPr/>
        </p:nvSpPr>
        <p:spPr>
          <a:xfrm>
            <a:off x="0" y="3845009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84451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世界各國至小小村莊</a:t>
            </a:r>
            <a:endParaRPr lang="en-US" altLang="zh-TW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  <a:p>
            <a:pPr marL="0" indent="0" algn="ctr">
              <a:buNone/>
            </a:pPr>
            <a:r>
              <a:rPr lang="zh-TW" altLang="en-US" sz="4800" b="1" dirty="0">
                <a:solidFill>
                  <a:srgbClr val="000066"/>
                </a:solidFill>
                <a:latin typeface="Microsoft JhengHei" pitchFamily="34" charset="-120"/>
                <a:ea typeface="Microsoft JhengHei" pitchFamily="34" charset="-120"/>
              </a:rPr>
              <a:t>也要獻上頌讚給主耶穌</a:t>
            </a:r>
            <a:endParaRPr lang="en-US" sz="4800" b="1" dirty="0">
              <a:solidFill>
                <a:srgbClr val="000066"/>
              </a:solidFill>
              <a:latin typeface="Microsoft JhengHei" pitchFamily="34" charset="-120"/>
              <a:ea typeface="Microsoft JhengHei" pitchFamily="34" charset="-12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4BC8AE-E86C-B6D3-6679-5C391781ABCB}"/>
              </a:ext>
            </a:extLst>
          </p:cNvPr>
          <p:cNvSpPr txBox="1"/>
          <p:nvPr/>
        </p:nvSpPr>
        <p:spPr>
          <a:xfrm>
            <a:off x="0" y="3845009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橋</a:t>
            </a:r>
            <a:r>
              <a:rPr lang="en-US" sz="24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40710154"/>
      </p:ext>
    </p:extLst>
  </p:cSld>
  <p:clrMapOvr>
    <a:masterClrMapping/>
  </p:clrMapOvr>
</p:sld>
</file>

<file path=ppt/theme/theme1.xml><?xml version="1.0" encoding="utf-8"?>
<a:theme xmlns:a="http://schemas.openxmlformats.org/drawingml/2006/main" name="Church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Church Theme</Template>
  <TotalTime>6</TotalTime>
  <Words>131</Words>
  <Application>Microsoft Office PowerPoint</Application>
  <PresentationFormat>On-screen Show (16:9)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Microsoft JhengHei</vt:lpstr>
      <vt:lpstr>Microsoft JhengHei</vt:lpstr>
      <vt:lpstr>Arial</vt:lpstr>
      <vt:lpstr>Calibri</vt:lpstr>
      <vt:lpstr>Church Theme</vt:lpstr>
      <vt:lpstr>獻上尊榮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獻上尊榮</dc:title>
  <dc:creator>Windows User</dc:creator>
  <cp:lastModifiedBy>batisuoc</cp:lastModifiedBy>
  <cp:revision>5</cp:revision>
  <dcterms:created xsi:type="dcterms:W3CDTF">2019-08-09T14:58:33Z</dcterms:created>
  <dcterms:modified xsi:type="dcterms:W3CDTF">2025-08-16T17:18:02Z</dcterms:modified>
</cp:coreProperties>
</file>