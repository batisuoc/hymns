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2" r:id="rId5"/>
    <p:sldId id="268" r:id="rId6"/>
    <p:sldId id="263" r:id="rId7"/>
    <p:sldId id="264" r:id="rId8"/>
    <p:sldId id="267" r:id="rId9"/>
    <p:sldId id="269" r:id="rId10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00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6" autoAdjust="0"/>
    <p:restoredTop sz="94660"/>
  </p:normalViewPr>
  <p:slideViewPr>
    <p:cSldViewPr snapToGrid="0">
      <p:cViewPr varScale="1">
        <p:scale>
          <a:sx n="54" d="100"/>
          <a:sy n="54" d="100"/>
        </p:scale>
        <p:origin x="41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648D-8B53-4CD8-850C-5D4A2D6A8C55}" type="datetimeFigureOut">
              <a:rPr lang="vi-VN" smtClean="0"/>
              <a:t>29/04/2026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5756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648D-8B53-4CD8-850C-5D4A2D6A8C55}" type="datetimeFigureOut">
              <a:rPr lang="vi-VN" smtClean="0"/>
              <a:t>29/04/2026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65461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648D-8B53-4CD8-850C-5D4A2D6A8C55}" type="datetimeFigureOut">
              <a:rPr lang="vi-VN" smtClean="0"/>
              <a:t>29/04/2026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69926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648D-8B53-4CD8-850C-5D4A2D6A8C55}" type="datetimeFigureOut">
              <a:rPr lang="vi-VN" smtClean="0"/>
              <a:t>29/04/2026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902361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648D-8B53-4CD8-850C-5D4A2D6A8C55}" type="datetimeFigureOut">
              <a:rPr lang="vi-VN" smtClean="0"/>
              <a:t>29/04/2026</a:t>
            </a:fld>
            <a:endParaRPr lang="vi-VN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90911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648D-8B53-4CD8-850C-5D4A2D6A8C55}" type="datetimeFigureOut">
              <a:rPr lang="vi-VN" smtClean="0"/>
              <a:t>29/04/2026</a:t>
            </a:fld>
            <a:endParaRPr lang="vi-VN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54024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648D-8B53-4CD8-850C-5D4A2D6A8C55}" type="datetimeFigureOut">
              <a:rPr lang="vi-VN" smtClean="0"/>
              <a:t>29/04/2026</a:t>
            </a:fld>
            <a:endParaRPr lang="vi-VN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05571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648D-8B53-4CD8-850C-5D4A2D6A8C55}" type="datetimeFigureOut">
              <a:rPr lang="vi-VN" smtClean="0"/>
              <a:t>29/04/2026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07519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648D-8B53-4CD8-850C-5D4A2D6A8C55}" type="datetimeFigureOut">
              <a:rPr lang="vi-VN" smtClean="0"/>
              <a:t>29/04/2026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640013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648D-8B53-4CD8-850C-5D4A2D6A8C55}" type="datetimeFigureOut">
              <a:rPr lang="vi-VN" smtClean="0"/>
              <a:t>29/04/2026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60630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648D-8B53-4CD8-850C-5D4A2D6A8C55}" type="datetimeFigureOut">
              <a:rPr lang="vi-VN" smtClean="0"/>
              <a:t>29/04/2026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67829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FD648D-8B53-4CD8-850C-5D4A2D6A8C55}" type="datetimeFigureOut">
              <a:rPr lang="vi-VN" smtClean="0"/>
              <a:t>29/04/2026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8536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0" y="2661570"/>
            <a:ext cx="12192000" cy="1143000"/>
          </a:xfrm>
        </p:spPr>
        <p:txBody>
          <a:bodyPr>
            <a:noAutofit/>
          </a:bodyPr>
          <a:lstStyle/>
          <a:p>
            <a:r>
              <a:rPr lang="zh-TW" altLang="en-US" sz="72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耶穌基督是主</a:t>
            </a:r>
          </a:p>
        </p:txBody>
      </p:sp>
    </p:spTree>
    <p:extLst>
      <p:ext uri="{BB962C8B-B14F-4D97-AF65-F5344CB8AC3E}">
        <p14:creationId xmlns:p14="http://schemas.microsoft.com/office/powerpoint/2010/main" val="3938714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榮耀歸於萬國救主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全地讚美萬世君王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342585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altLang="zh-CN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</a:t>
            </a:r>
            <a:r>
              <a:rPr 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600" b="1" dirty="0">
              <a:solidFill>
                <a:srgbClr val="660033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449135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唯獨祢國度到永久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敬拜歸於祢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342585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</a:t>
            </a:r>
            <a:r>
              <a:rPr lang="zh-CN" alt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歌 </a:t>
            </a:r>
            <a:r>
              <a:rPr lang="en-US" altLang="zh-CN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</a:t>
            </a:r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6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9934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萬膝皆俯拜  萬口皆宣告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耶穌基督是救主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25320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 </a:t>
            </a:r>
            <a:r>
              <a:rPr lang="en-US" altLang="zh-CN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</a:t>
            </a:r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lang="en-US" sz="4000" b="1" dirty="0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lang="vi-VN" sz="40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73172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萬膝皆俯拜  萬口皆宣告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耶穌基</a:t>
            </a: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督祢是王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25320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 </a:t>
            </a:r>
            <a:r>
              <a:rPr lang="en-US" altLang="zh-CN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</a:t>
            </a:r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 </a:t>
            </a:r>
            <a:endParaRPr lang="vi-VN" sz="40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95638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來吧  敬拜頌讚我主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榮耀敬拜萬世君王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342585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altLang="zh-CN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</a:t>
            </a:r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6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96804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全地讚美直到永久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敬拜歸於祢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342585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altLang="zh-CN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</a:t>
            </a:r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6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87962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哈利路亞  哈利路亞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耶穌基督是救主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 </a:t>
            </a:r>
            <a:r>
              <a:rPr lang="en-US" altLang="zh-CN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</a:t>
            </a:r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 </a:t>
            </a:r>
            <a:endParaRPr lang="vi-VN" sz="40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302537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哈利路亞  哈利路亞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耶穌</a:t>
            </a:r>
            <a:r>
              <a:rPr lang="zh-TW" altLang="en-US" sz="6400" b="1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基</a:t>
            </a:r>
            <a:r>
              <a:rPr lang="zh-TW" altLang="en-US" sz="6400" b="1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督祢是王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 </a:t>
            </a:r>
            <a:r>
              <a:rPr lang="en-US" altLang="zh-CN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</a:t>
            </a:r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 </a:t>
            </a:r>
            <a:endParaRPr lang="vi-VN" sz="40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0050534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1A8DE197-990E-4893-BF04-3823FBB50F9A}" vid="{430B7048-5A04-4BDB-939A-C7E865DB887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9</TotalTime>
  <Words>168</Words>
  <Application>Microsoft Office PowerPoint</Application>
  <PresentationFormat>Widescreen</PresentationFormat>
  <Paragraphs>25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Microsoft JhengHei</vt:lpstr>
      <vt:lpstr>Microsoft JhengHei</vt:lpstr>
      <vt:lpstr>新細明體</vt:lpstr>
      <vt:lpstr>Arial</vt:lpstr>
      <vt:lpstr>Calibri</vt:lpstr>
      <vt:lpstr>Theme1</vt:lpstr>
      <vt:lpstr>耶穌基督是主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耶穌基督是主</dc:title>
  <dc:creator>Windows User</dc:creator>
  <cp:lastModifiedBy>Joe Cheng</cp:lastModifiedBy>
  <cp:revision>5</cp:revision>
  <dcterms:created xsi:type="dcterms:W3CDTF">2021-04-03T08:30:00Z</dcterms:created>
  <dcterms:modified xsi:type="dcterms:W3CDTF">2026-04-29T04:27:44Z</dcterms:modified>
</cp:coreProperties>
</file>