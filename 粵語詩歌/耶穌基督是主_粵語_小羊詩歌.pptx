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2" r:id="rId5"/>
    <p:sldId id="263" r:id="rId6"/>
    <p:sldId id="264" r:id="rId7"/>
    <p:sldId id="267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575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546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992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023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091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402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5571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7519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00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063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6782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853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1570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耶穌基督是主</a:t>
            </a:r>
          </a:p>
        </p:txBody>
      </p:sp>
    </p:spTree>
    <p:extLst>
      <p:ext uri="{BB962C8B-B14F-4D97-AF65-F5344CB8AC3E}">
        <p14:creationId xmlns:p14="http://schemas.microsoft.com/office/powerpoint/2010/main" val="393871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榮耀歸於萬國救主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全地讚美萬世君王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913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唯獨祢國度到永久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敬拜歸於祢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93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萬膝皆俯拜  萬口皆宣告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耶穌基督是救主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 ( 2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3172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來吧  敬拜頌讚我主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榮耀敬拜萬世君王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6804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全地讚美直到永久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敬拜歸於祢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796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哈利路亞  哈利路亞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耶穌基督是救主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 ( 2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02537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134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Theme1</vt:lpstr>
      <vt:lpstr>耶穌基督是主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耶穌基督是主</dc:title>
  <dc:creator>Windows User</dc:creator>
  <cp:lastModifiedBy>batisuoc</cp:lastModifiedBy>
  <cp:revision>4</cp:revision>
  <dcterms:created xsi:type="dcterms:W3CDTF">2021-04-03T08:30:00Z</dcterms:created>
  <dcterms:modified xsi:type="dcterms:W3CDTF">2025-04-12T10:23:03Z</dcterms:modified>
</cp:coreProperties>
</file>