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恩典雨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天降下　恩典雨　讚頌未停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寒或暖　晴或雪　從未止息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CB0C0-A8CD-D091-FEBD-56F0E9493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637E8CB-BD23-7387-04B9-991CDC2F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將今天　將心意　獻奉座前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常在祢　能力裡　無懼壓迫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C431CC-5988-92EF-ED1C-480DF6C5159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69413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39469-526A-9AD6-51D2-D8B788AB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7DA15F6-2668-DAC0-ADB2-4BF84CE04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全是祢將身心　變改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全是祢施恩雨　盛載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4A715-BCEF-DBDD-526C-304DF686CF3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3362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2556-2CD5-E62A-5183-963022628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5267542-B80D-5EA7-5EBF-5C80D4C45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凝望昨天今天與將來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尋覓　祢大愛　在期待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454F2-60D5-A10A-538F-CE4121BFAE3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0881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92997-3BC8-1FF1-9F9F-63B1BB02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FEC9095-27B7-ADCC-9AFD-6451CC834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難料有天風吹　雨打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仍未怕失方寸　懼怕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C4F60-F701-B752-AA78-EC685B6FCA1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9633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11D82-6016-4A5F-1155-4978351C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DED097-C38E-A46F-F548-3F1F1B255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回望我主恩典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裡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不斷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仍然是祢在前面　愛未變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3F1A89-77C7-2087-9873-CFE89F40F0C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474213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135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Theme1</vt:lpstr>
      <vt:lpstr>恩典雨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2</cp:revision>
  <dcterms:created xsi:type="dcterms:W3CDTF">2026-08-14T16:08:15Z</dcterms:created>
  <dcterms:modified xsi:type="dcterms:W3CDTF">2026-08-14T16:11:09Z</dcterms:modified>
</cp:coreProperties>
</file>