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254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197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134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640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6200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824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118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4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221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06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9A719-A21C-496B-A9A9-66BDEF500D2B}" type="datetimeFigureOut">
              <a:rPr lang="vi-VN" smtClean="0"/>
              <a:t>14/08/2026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901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537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奇異恩典</a:t>
            </a:r>
          </a:p>
        </p:txBody>
      </p:sp>
    </p:spTree>
    <p:extLst>
      <p:ext uri="{BB962C8B-B14F-4D97-AF65-F5344CB8AC3E}">
        <p14:creationId xmlns:p14="http://schemas.microsoft.com/office/powerpoint/2010/main" val="22229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奇異恩典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甘美難言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除我罪孽無邊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67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舊我失喪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重拾方向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盲眼今終得見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94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榮美恩典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使我抖顫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除去憂驚掛牽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54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是多寶貴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重聚天倫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從那一刻相信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31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全靠恩主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保守引導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危難艱辛同當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9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困苦跨越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達到彼岸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能進天家安躺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長駐天家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千世萬年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無間朝輝晨光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30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頌讚飄揚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來日正長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還勝當初新唱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259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156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奇異恩典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奇異恩典</dc:title>
  <dc:creator>Windows User</dc:creator>
  <cp:lastModifiedBy>Uncle Jo</cp:lastModifiedBy>
  <cp:revision>5</cp:revision>
  <dcterms:created xsi:type="dcterms:W3CDTF">2021-11-06T05:55:52Z</dcterms:created>
  <dcterms:modified xsi:type="dcterms:W3CDTF">2026-08-14T16:16:17Z</dcterms:modified>
</cp:coreProperties>
</file>