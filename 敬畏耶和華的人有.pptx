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敬畏耶和華的人有福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因為這是知識的開端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B673-23C0-7E82-EC5B-5CA156A8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9AE7603-E113-0698-173D-76F81DDC5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認識上帝便是聰明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A39ED-9031-297F-3FD9-4834BA95E07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82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C70F-1E64-F413-60E7-FB9B99B6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92C821E-F08C-E38E-DFC6-7066815AF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求祢將祢的道指示我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求祢引導我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2DC9D-165B-6657-9D99-189B8999A4D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303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E0E5-A826-E47E-2643-DB0ED2AE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FA796B-BE1E-7041-B1F6-C33E6D48A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我將祢話藏在我心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免得我得罪祢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AF75E-4D53-196F-1C7B-E81307EAEAC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8806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0</TotalTime>
  <Words>86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敬畏耶和華的人有福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2026-02-16T03:33:34Z</dcterms:created>
  <dcterms:modified xsi:type="dcterms:W3CDTF">2026-02-16T03:34:30Z</dcterms:modified>
</cp:coreProperties>
</file>