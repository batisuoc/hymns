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08" y="10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2842E-6A61-4F2C-82AE-94D62E76AD24}" type="datetimeFigureOut">
              <a:rPr lang="zh-TW" altLang="en-US" smtClean="0"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F42A7-027B-4576-B4C0-9248A606A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你們要讚美耶和華</a:t>
            </a:r>
          </a:p>
        </p:txBody>
      </p:sp>
    </p:spTree>
    <p:extLst>
      <p:ext uri="{BB962C8B-B14F-4D97-AF65-F5344CB8AC3E}">
        <p14:creationId xmlns:p14="http://schemas.microsoft.com/office/powerpoint/2010/main" val="852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你們要讚美耶和華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在祂的聖所讚美祂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2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你們要讚美耶和華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在祂的穹蒼讚美祂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943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要因著祂的大能讚美祂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要因著祂的榮耀讚美祂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793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要因著祂的慈愛讚美祂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凡有氣息的都要讚美祂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7966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我們要讚美耶和華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來敞開胸懷讚美祂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004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我們要讚美耶和華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來高聲歡呼讚美祂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758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我們用鼓瑟彈琴讚美祂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我們來擊鼓跳舞讚美祂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304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我們用絲弦樂器讚美祂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凡有氣息的都要讚美祂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039805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12</TotalTime>
  <Words>192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</vt:lpstr>
      <vt:lpstr>你們要讚美耶和華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你們要讚美耶和華</dc:title>
  <dc:creator>大唐</dc:creator>
  <cp:lastModifiedBy>batisuoc</cp:lastModifiedBy>
  <cp:revision>4</cp:revision>
  <dcterms:created xsi:type="dcterms:W3CDTF">2018-08-25T13:27:37Z</dcterms:created>
  <dcterms:modified xsi:type="dcterms:W3CDTF">2024-08-02T17:12:58Z</dcterms:modified>
</cp:coreProperties>
</file>