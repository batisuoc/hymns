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4660"/>
  </p:normalViewPr>
  <p:slideViewPr>
    <p:cSldViewPr>
      <p:cViewPr varScale="1">
        <p:scale>
          <a:sx n="70" d="100"/>
          <a:sy n="70" d="100"/>
        </p:scale>
        <p:origin x="13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67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53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0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53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36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18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25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12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73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610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56781-047A-47E4-8ED8-86169A6D2D3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F6A24-2138-48EF-B3BB-857EF2231A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5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幽谷中的盼望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山邊  無花果樹不發旺了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殘留葉絮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隨風輕飄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5915-5095-C897-C62D-788C0B82A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6DFDCB-7A06-9223-3670-39D0D57E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葡萄樹未結果  橄欖樹枯乾了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田地也沒有出糧食了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F979D-DCF6-3EDF-0ED4-A8FE260A86D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33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EAB6-B4FD-72E5-FA89-499A6DCB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3CDD26-C30C-F66E-0801-8ADB335D0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即使  羊圈好像荒廢了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羊群未見  綠草稀少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5CEC0-2699-9DED-3507-5CF95A84329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797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A3AC-B4F5-070B-E67E-47962556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13A92A-3620-676F-06C1-6D3887607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牛棚全部已空  籬笆被燒毀了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我仍能靠著神喜笑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298E1-89FE-ECE4-3018-215AB2797C0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8190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CD03-F423-CCC9-5655-4961EDCC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DC5F634-E94D-48D3-D609-438114D30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唯你是我終生拯救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我心中力量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D0ED3-4029-9282-5F11-5408703B326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702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5660-4342-9250-E137-A2D42EC2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42DCC07-7D24-5A47-DAC8-514211AC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是我亮光  我的保障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毋須畏懼前途如何荒涼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91C3A-B424-1C69-6B76-9EBFB2FD406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095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D5E7D-4457-354D-8563-7A7F3276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8EE9B6-57BF-DE2C-5CF3-E86343C2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唯獨是你是永久的倚靠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幽谷中盼望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27DDC-F75D-9184-D5A0-1BAA0AD8163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138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FD44-946E-DCD4-50B3-B87AC25E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961D066-10C9-65E7-0E60-6F0D37BD0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活在世俗中  看見你的恩惠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人生變幻無常仍不膽喪 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心可堅壯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005D1-279C-9B41-27FD-0E94B8C0602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24335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189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幽谷中的盼望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幽谷中的盼望</dc:title>
  <dc:creator>大唐</dc:creator>
  <cp:lastModifiedBy>Uncle Jo</cp:lastModifiedBy>
  <cp:revision>7</cp:revision>
  <dcterms:created xsi:type="dcterms:W3CDTF">2015-08-08T05:45:37Z</dcterms:created>
  <dcterms:modified xsi:type="dcterms:W3CDTF">2026-06-06T09:28:54Z</dcterms:modified>
</cp:coreProperties>
</file>