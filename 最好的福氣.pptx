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3261C-4443-4389-B2B3-1B7E18A2DA80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A19F-9052-49CB-8DAA-6192A7895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324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3261C-4443-4389-B2B3-1B7E18A2DA80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A19F-9052-49CB-8DAA-6192A7895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594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3261C-4443-4389-B2B3-1B7E18A2DA80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A19F-9052-49CB-8DAA-6192A7895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076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3261C-4443-4389-B2B3-1B7E18A2DA80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A19F-9052-49CB-8DAA-6192A7895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0103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3261C-4443-4389-B2B3-1B7E18A2DA80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A19F-9052-49CB-8DAA-6192A7895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323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3261C-4443-4389-B2B3-1B7E18A2DA80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A19F-9052-49CB-8DAA-6192A7895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210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3261C-4443-4389-B2B3-1B7E18A2DA80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A19F-9052-49CB-8DAA-6192A7895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8736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3261C-4443-4389-B2B3-1B7E18A2DA80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A19F-9052-49CB-8DAA-6192A7895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2858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3261C-4443-4389-B2B3-1B7E18A2DA80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A19F-9052-49CB-8DAA-6192A7895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187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3261C-4443-4389-B2B3-1B7E18A2DA80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A19F-9052-49CB-8DAA-6192A7895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8209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3261C-4443-4389-B2B3-1B7E18A2DA80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A19F-9052-49CB-8DAA-6192A7895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939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3261C-4443-4389-B2B3-1B7E18A2DA80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1A19F-9052-49CB-8DAA-6192A7895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932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最好的福氣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願我的心讚頌我的主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願唱出讚美感恩的話語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50755-2E1F-24D2-8C7C-D807E2D63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1BDFFD2-9992-BC01-8B44-DAC2FCFF7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在祢恩典中幾多的好處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清早到晚上也未停住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47FF7-9CBA-BC0C-6406-7EAA1138B2F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202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1FF67-7C87-9A4A-EBAF-80F57C759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B403272-E6D6-CBC0-71D0-B9F16B9BE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藏在祢帳幕的隱密處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渴想一心盡力愛主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D3A969-059A-C97A-EBAA-09CB09CA1BE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48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A85EB-F7FF-7E98-E167-CC96C96B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C0125B7-A696-C284-B7A8-986EE5959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也許一生多困苦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被世間撇棄恨惡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66AF4-2214-F1F6-C4D0-522DAE843AB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2163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23CB-8922-5787-CB6B-831FA422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B0A9589-DA73-C834-5F3D-85EF6BB2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但祢總看顧樂意攙扶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愁悶慨嘆變作歡呼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D5EFC-5840-4526-0EB8-6958A42A2AF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2534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8DEF8-3F1F-365A-391F-B545F1BA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4380219-982B-A08B-94BA-DAF2B088A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人海中多昏暗迷糊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但我的心始終堅固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EDE6C7-D825-14AB-BFE3-E112F2B6F6D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2161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4A37D-F3BA-42AC-D6B5-FC0E0BDC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E8D0D5C-0C46-F73E-AAC9-11CDE0C52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投靠祢便覺恩典豐富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9BCA4-A522-C3F8-6D43-9D58EAB1B92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4342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F141E-1950-4644-5445-3F8BBF9CA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186CC8B-34A4-F734-8406-FBBCD61EB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也許心中感痛悲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甚至失去了力氣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A5069-444F-6BE2-F097-03FAE5B8901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5484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50907-F44B-CB2D-A80D-02EB0E3FB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5533DB-5012-D4A2-F893-76580C40B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讓我抓緊祢熱暖的手臂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攜著我再振翅高飛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25302F-9F44-D562-3512-3995EECF490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106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786D9-E132-B7A3-D861-EDEBED711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66A438E-18FA-CF4F-B623-B5C443122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人海中雖顛沛流離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但祢應許不捨不棄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5C5AB-7AA7-1345-1667-39928912952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0386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BC687-82F5-A412-3AA1-7905BF70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2537D5A-8453-4FEE-F9E9-8922A8674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投靠祢是最好的福氣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8E19C-A4AE-F76E-C9F3-B5E979DC1E8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08260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1534C-AD2A-55CD-DBFF-4B3AD6EC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8723C8A-F3C5-4A1B-EB30-7E96E2A9F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全賴有著祢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才令這生極美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051B93-E1C6-C372-8D89-1CED4E6C850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9170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</TotalTime>
  <Words>240</Words>
  <Application>Microsoft Office PowerPoint</Application>
  <PresentationFormat>Widescreen</PresentationFormat>
  <Paragraphs>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最好的福氣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最好的福氣</dc:title>
  <dc:creator>大唐</dc:creator>
  <cp:lastModifiedBy>batisuoc</cp:lastModifiedBy>
  <cp:revision>5</cp:revision>
  <dcterms:created xsi:type="dcterms:W3CDTF">2016-05-22T00:47:15Z</dcterms:created>
  <dcterms:modified xsi:type="dcterms:W3CDTF">2025-07-19T09:34:59Z</dcterms:modified>
</cp:coreProperties>
</file>