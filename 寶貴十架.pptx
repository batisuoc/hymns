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A0AAD-D6E1-44F2-B02F-85D3C6F6FFED}" type="datetimeFigureOut">
              <a:rPr lang="zh-TW" altLang="en-US" smtClean="0"/>
              <a:t>2024/4/6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寶貴十架</a:t>
            </a:r>
          </a:p>
        </p:txBody>
      </p:sp>
    </p:spTree>
    <p:extLst>
      <p:ext uri="{BB962C8B-B14F-4D97-AF65-F5344CB8AC3E}">
        <p14:creationId xmlns:p14="http://schemas.microsoft.com/office/powerpoint/2010/main" val="3403396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我感謝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的身體  為我而捨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443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帶我出黑暗  進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入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光明國度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使我再次能看見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268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我感謝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的寶血  為我而流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529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寶貴十架上  醫治恩典湧流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使我完全得自由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322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寶貴十架的大能賜我生命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我俯伏敬拜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1937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寶貴十架的救恩  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所立的約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的愛永遠不會改變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900991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31</TotalTime>
  <Words>140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佈景主題1</vt:lpstr>
      <vt:lpstr>寶貴十架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寶貴十架</dc:title>
  <dc:creator>大唐</dc:creator>
  <cp:lastModifiedBy>batisuoc</cp:lastModifiedBy>
  <cp:revision>15</cp:revision>
  <dcterms:created xsi:type="dcterms:W3CDTF">2018-04-05T13:31:21Z</dcterms:created>
  <dcterms:modified xsi:type="dcterms:W3CDTF">2024-04-06T11:16:05Z</dcterms:modified>
</cp:coreProperties>
</file>