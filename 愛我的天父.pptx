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391" r:id="rId4"/>
    <p:sldId id="392" r:id="rId5"/>
    <p:sldId id="393" r:id="rId6"/>
    <p:sldId id="394" r:id="rId7"/>
    <p:sldId id="395" r:id="rId8"/>
    <p:sldId id="396" r:id="rId9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 varScale="1">
        <p:scale>
          <a:sx n="75" d="100"/>
          <a:sy n="75" d="100"/>
        </p:scale>
        <p:origin x="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1953B-F8CF-4830-B9AF-6BA053C2CA7B}" type="datetimeFigureOut">
              <a:rPr lang="vi-VN" smtClean="0"/>
              <a:t>09/05/2026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281B5-DDFE-4500-A76F-4CD5753ACFC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28904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1953B-F8CF-4830-B9AF-6BA053C2CA7B}" type="datetimeFigureOut">
              <a:rPr lang="vi-VN" smtClean="0"/>
              <a:t>09/05/2026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281B5-DDFE-4500-A76F-4CD5753ACFC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09525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1953B-F8CF-4830-B9AF-6BA053C2CA7B}" type="datetimeFigureOut">
              <a:rPr lang="vi-VN" smtClean="0"/>
              <a:t>09/05/2026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281B5-DDFE-4500-A76F-4CD5753ACFC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6518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1953B-F8CF-4830-B9AF-6BA053C2CA7B}" type="datetimeFigureOut">
              <a:rPr lang="vi-VN" smtClean="0"/>
              <a:t>09/05/2026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281B5-DDFE-4500-A76F-4CD5753ACFC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64977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1953B-F8CF-4830-B9AF-6BA053C2CA7B}" type="datetimeFigureOut">
              <a:rPr lang="vi-VN" smtClean="0"/>
              <a:t>09/05/2026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281B5-DDFE-4500-A76F-4CD5753ACFC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11917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1953B-F8CF-4830-B9AF-6BA053C2CA7B}" type="datetimeFigureOut">
              <a:rPr lang="vi-VN" smtClean="0"/>
              <a:t>09/05/2026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281B5-DDFE-4500-A76F-4CD5753ACFC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39255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1953B-F8CF-4830-B9AF-6BA053C2CA7B}" type="datetimeFigureOut">
              <a:rPr lang="vi-VN" smtClean="0"/>
              <a:t>09/05/2026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281B5-DDFE-4500-A76F-4CD5753ACFC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99895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1953B-F8CF-4830-B9AF-6BA053C2CA7B}" type="datetimeFigureOut">
              <a:rPr lang="vi-VN" smtClean="0"/>
              <a:t>09/05/2026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281B5-DDFE-4500-A76F-4CD5753ACFC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03712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1953B-F8CF-4830-B9AF-6BA053C2CA7B}" type="datetimeFigureOut">
              <a:rPr lang="vi-VN" smtClean="0"/>
              <a:t>09/05/2026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281B5-DDFE-4500-A76F-4CD5753ACFC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27138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1953B-F8CF-4830-B9AF-6BA053C2CA7B}" type="datetimeFigureOut">
              <a:rPr lang="vi-VN" smtClean="0"/>
              <a:t>09/05/2026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281B5-DDFE-4500-A76F-4CD5753ACFC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7781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1953B-F8CF-4830-B9AF-6BA053C2CA7B}" type="datetimeFigureOut">
              <a:rPr lang="vi-VN" smtClean="0"/>
              <a:t>09/05/2026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281B5-DDFE-4500-A76F-4CD5753ACFC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50685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51953B-F8CF-4830-B9AF-6BA053C2CA7B}" type="datetimeFigureOut">
              <a:rPr lang="vi-VN" smtClean="0"/>
              <a:t>09/05/2026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D281B5-DDFE-4500-A76F-4CD5753ACFC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20899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愛我的天父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我有一位愛我的天父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祂造我就是為了愛我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DF161-FDAF-93A2-7705-49202C8D4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DBE005A-8ACF-19C4-035A-DA674D014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不論高矮或胖瘦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未來成就是如何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12AABE-C705-0358-EF21-69D6E56A9C0F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53287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AD4A9-3230-83E1-0571-538C1A9B4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7DBA4F2-7F82-5A24-A2A1-1BB7AFA75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祂仍然比任何人都愛我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84959C-E461-1770-B7FB-FA41FEBD0526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89057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25B24-19AA-DD1B-3AAC-1B5ECCA27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35C48B2-547B-52B0-2579-98BEA2CC5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祂永遠不離開我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祂永遠不離開我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EB42CC-D0EC-4AEF-D14A-D63DE0B0DBCD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6448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EDB14-7A83-425C-294D-DE167B2BE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FF00597-F020-F199-8E9D-3339E3EEC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祂因我歡欣快樂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祂永遠不停止愛我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9DC57E-19BE-A50C-C9B1-7D8AF9AE53DA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20558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1F559-B058-6AFF-4401-E9E99D80F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7E3146D-F5DE-EE53-8A5A-8AF858ED0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祢永遠不離開我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祢永遠不離開我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B8D915-E543-C594-E7D6-E127AFA20EAF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23256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3939A-D007-557A-A8A3-F8ACAFAF6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66718DB-FAFA-A475-8CF7-731D9F0B4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祢因我歡欣快樂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祢永遠不停止愛我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9FB87B-4FDC-EB73-2B61-8A5AF2DB4053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1045840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FC7C034-021A-479F-A5B0-F4AE2AC2A6F8}" vid="{E4B01A5C-7C0B-4AB8-8973-047186F18E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8</TotalTime>
  <Words>137</Words>
  <Application>Microsoft Office PowerPoint</Application>
  <PresentationFormat>Widescreen</PresentationFormat>
  <Paragraphs>21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Microsoft JhengHei</vt:lpstr>
      <vt:lpstr>Microsoft JhengHei</vt:lpstr>
      <vt:lpstr>Arial</vt:lpstr>
      <vt:lpstr>Calibri</vt:lpstr>
      <vt:lpstr>Theme1</vt:lpstr>
      <vt:lpstr>愛我的天父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愛我的天父</dc:title>
  <dc:creator>Windows User</dc:creator>
  <cp:lastModifiedBy>Uncle Jo</cp:lastModifiedBy>
  <cp:revision>3</cp:revision>
  <dcterms:created xsi:type="dcterms:W3CDTF">2020-06-19T19:12:30Z</dcterms:created>
  <dcterms:modified xsi:type="dcterms:W3CDTF">2026-05-08T17:09:34Z</dcterms:modified>
</cp:coreProperties>
</file>