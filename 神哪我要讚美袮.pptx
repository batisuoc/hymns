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672" r:id="rId4"/>
    <p:sldId id="673" r:id="rId5"/>
    <p:sldId id="674" r:id="rId6"/>
    <p:sldId id="675" r:id="rId7"/>
    <p:sldId id="676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768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7497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7561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8855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00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907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9933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8853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4724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8050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57162-8466-4E04-98B9-5A5DF6984273}" type="datetimeFigureOut">
              <a:rPr lang="vi-VN" smtClean="0"/>
              <a:t>31/05/2025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39F76-B5A2-4C8D-9DA1-2E1382ADB9D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767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神哪  我要讚美祢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天屬祢  地也屬祢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神哪  我要讚美祢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821DD-1FA4-76CB-884C-677EEBA9C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E8C3E8D-E7B1-0250-BD99-76CC7A40D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世界屬祢  是祢建立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神哪  我要讚美祢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F42AF-5DA2-6117-F720-CF2AE051E325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478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84E9-489A-86DF-7077-08AF3124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34C5F20-7C6A-4A5D-562C-48C8A4F43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南北屬祢  是祢所定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神哪  我要讚美祢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0A853-CF64-0D03-4908-F9B54307B29C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8862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38E2C-DF04-2701-BE26-701B6312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1F11DE8-A8E6-93B7-E7EB-1F30E2CD7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公義屬祢  慈愛屬祢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神哪  我要讚美祢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327E4-5960-365E-FE63-22521D63ED6B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325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6F2B-576E-3BB0-7CFC-723B772D9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3B0C8B5-71F4-02E3-5BDF-0160FA288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01AAB-B352-8739-C162-36213F39DED1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270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4DAD-A2D3-6FE3-E5D4-AF64CDD6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E18EAC8-EDDF-056F-806E-1F720892E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4E44C-8DE3-3C8A-7312-51B84111FCEF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573448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120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神哪  我要讚美祢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神哪  我要讚美袮</dc:title>
  <dc:creator>Windows User</dc:creator>
  <cp:lastModifiedBy>batisuoc</cp:lastModifiedBy>
  <cp:revision>3</cp:revision>
  <dcterms:created xsi:type="dcterms:W3CDTF">2020-07-17T18:41:08Z</dcterms:created>
  <dcterms:modified xsi:type="dcterms:W3CDTF">2025-05-31T02:46:13Z</dcterms:modified>
</cp:coreProperties>
</file>