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1" r:id="rId3"/>
    <p:sldId id="258" r:id="rId4"/>
    <p:sldId id="259" r:id="rId5"/>
    <p:sldId id="262" r:id="rId6"/>
    <p:sldId id="260" r:id="rId7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34587" autoAdjust="0"/>
    <p:restoredTop sz="94611" autoAdjust="0"/>
  </p:normalViewPr>
  <p:slideViewPr>
    <p:cSldViewPr>
      <p:cViewPr varScale="1">
        <p:scale>
          <a:sx n="135" d="100"/>
          <a:sy n="135" d="100"/>
        </p:scale>
        <p:origin x="-828" y="-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D896-B1B8-4AEF-879D-B7BABD50505A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D4E5-B81F-4DB6-9F6C-92501080CB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D896-B1B8-4AEF-879D-B7BABD50505A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D4E5-B81F-4DB6-9F6C-92501080CB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D896-B1B8-4AEF-879D-B7BABD50505A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D4E5-B81F-4DB6-9F6C-92501080CB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D896-B1B8-4AEF-879D-B7BABD50505A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D4E5-B81F-4DB6-9F6C-92501080CB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D896-B1B8-4AEF-879D-B7BABD50505A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D4E5-B81F-4DB6-9F6C-92501080CB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D896-B1B8-4AEF-879D-B7BABD50505A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D4E5-B81F-4DB6-9F6C-92501080CB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D896-B1B8-4AEF-879D-B7BABD50505A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D4E5-B81F-4DB6-9F6C-92501080CB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D896-B1B8-4AEF-879D-B7BABD50505A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D4E5-B81F-4DB6-9F6C-92501080CB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D896-B1B8-4AEF-879D-B7BABD50505A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D4E5-B81F-4DB6-9F6C-92501080CB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D896-B1B8-4AEF-879D-B7BABD50505A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D4E5-B81F-4DB6-9F6C-92501080CB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BD896-B1B8-4AEF-879D-B7BABD50505A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3D4E5-B81F-4DB6-9F6C-92501080CB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BD896-B1B8-4AEF-879D-B7BABD50505A}" type="datetimeFigureOut">
              <a:rPr lang="zh-TW" altLang="en-US" smtClean="0"/>
              <a:t>2024/10/1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3D4E5-B81F-4DB6-9F6C-92501080CBB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651260"/>
          </a:xfrm>
        </p:spPr>
        <p:txBody>
          <a:bodyPr>
            <a:normAutofit/>
          </a:bodyPr>
          <a:lstStyle/>
          <a:p>
            <a:r>
              <a:rPr lang="en-US" altLang="zh-TW" sz="3200" b="1" dirty="0" err="1" smtClean="0"/>
              <a:t>Tiếp</a:t>
            </a:r>
            <a:r>
              <a:rPr lang="en-US" altLang="zh-TW" sz="3200" b="1" dirty="0" smtClean="0"/>
              <a:t> </a:t>
            </a:r>
            <a:r>
              <a:rPr lang="en-US" altLang="zh-TW" sz="3200" b="1" dirty="0" err="1" smtClean="0"/>
              <a:t>Nối</a:t>
            </a:r>
            <a:r>
              <a:rPr lang="en-US" altLang="zh-TW" sz="3200" b="1" dirty="0" smtClean="0"/>
              <a:t> </a:t>
            </a:r>
            <a:r>
              <a:rPr lang="en-US" altLang="zh-TW" sz="3200" b="1" dirty="0" err="1" smtClean="0"/>
              <a:t>Kế</a:t>
            </a:r>
            <a:r>
              <a:rPr lang="en-US" altLang="zh-TW" sz="3200" b="1" dirty="0" smtClean="0"/>
              <a:t> </a:t>
            </a:r>
            <a:r>
              <a:rPr lang="en-US" altLang="zh-TW" sz="3200" b="1" dirty="0" err="1" smtClean="0"/>
              <a:t>Thừa</a:t>
            </a:r>
            <a:endParaRPr lang="zh-TW" altLang="en-US" sz="3200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928676"/>
            <a:ext cx="9144000" cy="421482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zh-TW" sz="4400" b="1" dirty="0" err="1" smtClean="0"/>
              <a:t>Nguyện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xin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đời</a:t>
            </a:r>
            <a:r>
              <a:rPr lang="en-US" altLang="zh-TW" sz="4400" b="1" dirty="0" smtClean="0"/>
              <a:t> con </a:t>
            </a:r>
            <a:r>
              <a:rPr lang="en-US" altLang="zh-TW" sz="4400" b="1" dirty="0" err="1" smtClean="0"/>
              <a:t>luôn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luôn</a:t>
            </a:r>
            <a:r>
              <a:rPr lang="en-US" altLang="zh-TW" sz="4400" b="1" dirty="0" smtClean="0"/>
              <a:t> </a:t>
            </a:r>
          </a:p>
          <a:p>
            <a:pPr algn="ctr">
              <a:buNone/>
            </a:pPr>
            <a:r>
              <a:rPr lang="en-US" altLang="zh-TW" sz="4400" b="1" dirty="0" err="1" smtClean="0"/>
              <a:t>tín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trung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với</a:t>
            </a:r>
            <a:r>
              <a:rPr lang="en-US" altLang="zh-TW" sz="4400" b="1" dirty="0" smtClean="0"/>
              <a:t> Cha</a:t>
            </a:r>
          </a:p>
          <a:p>
            <a:pPr algn="ctr">
              <a:buNone/>
            </a:pPr>
            <a:r>
              <a:rPr lang="en-US" altLang="zh-TW" sz="4400" b="1" dirty="0" err="1" smtClean="0"/>
              <a:t>Cùng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nhướng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mắt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lên</a:t>
            </a:r>
            <a:endParaRPr lang="en-US" altLang="zh-TW" sz="4400" b="1" dirty="0" smtClean="0"/>
          </a:p>
          <a:p>
            <a:pPr algn="ctr">
              <a:buNone/>
            </a:pPr>
            <a:r>
              <a:rPr lang="en-US" altLang="zh-TW" sz="4400" b="1" dirty="0" err="1" smtClean="0"/>
              <a:t>Cánh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đồng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chín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thơm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lúa</a:t>
            </a:r>
            <a:endParaRPr lang="en-US" altLang="zh-TW" sz="4400" b="1" dirty="0" smtClean="0"/>
          </a:p>
          <a:p>
            <a:pPr algn="ctr">
              <a:buNone/>
            </a:pPr>
            <a:r>
              <a:rPr lang="en-US" altLang="zh-TW" sz="4400" b="1" dirty="0" err="1" smtClean="0"/>
              <a:t>đang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khoe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vàng</a:t>
            </a:r>
            <a:endParaRPr lang="en-US" altLang="zh-TW" sz="4400" b="1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651260"/>
          </a:xfrm>
        </p:spPr>
        <p:txBody>
          <a:bodyPr>
            <a:normAutofit/>
          </a:bodyPr>
          <a:lstStyle/>
          <a:p>
            <a:r>
              <a:rPr lang="en-US" altLang="zh-TW" sz="3200" b="1" dirty="0" err="1" smtClean="0"/>
              <a:t>Tiếp</a:t>
            </a:r>
            <a:r>
              <a:rPr lang="en-US" altLang="zh-TW" sz="3200" b="1" dirty="0" smtClean="0"/>
              <a:t> </a:t>
            </a:r>
            <a:r>
              <a:rPr lang="en-US" altLang="zh-TW" sz="3200" b="1" dirty="0" err="1" smtClean="0"/>
              <a:t>Nối</a:t>
            </a:r>
            <a:r>
              <a:rPr lang="en-US" altLang="zh-TW" sz="3200" b="1" dirty="0" smtClean="0"/>
              <a:t> </a:t>
            </a:r>
            <a:r>
              <a:rPr lang="en-US" altLang="zh-TW" sz="3200" b="1" dirty="0" err="1" smtClean="0"/>
              <a:t>Kế</a:t>
            </a:r>
            <a:r>
              <a:rPr lang="en-US" altLang="zh-TW" sz="3200" b="1" dirty="0" smtClean="0"/>
              <a:t> </a:t>
            </a:r>
            <a:r>
              <a:rPr lang="en-US" altLang="zh-TW" sz="3200" b="1" dirty="0" err="1" smtClean="0"/>
              <a:t>Thừa</a:t>
            </a:r>
            <a:endParaRPr lang="zh-TW" altLang="en-US" sz="3200" b="1" dirty="0" smtClean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928676"/>
            <a:ext cx="8229600" cy="421482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altLang="zh-TW" sz="4400" b="1" dirty="0" err="1" smtClean="0"/>
              <a:t>Lòng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xin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nguyện</a:t>
            </a:r>
            <a:r>
              <a:rPr lang="en-US" altLang="zh-TW" sz="4400" b="1" dirty="0" smtClean="0"/>
              <a:t> Cha </a:t>
            </a:r>
            <a:r>
              <a:rPr lang="en-US" altLang="zh-TW" sz="4400" b="1" dirty="0" err="1" smtClean="0"/>
              <a:t>đổi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mới</a:t>
            </a:r>
            <a:endParaRPr lang="en-US" altLang="zh-TW" sz="4400" b="1" dirty="0" smtClean="0"/>
          </a:p>
          <a:p>
            <a:pPr algn="ctr">
              <a:buNone/>
            </a:pPr>
            <a:r>
              <a:rPr lang="en-US" altLang="zh-TW" sz="4400" b="1" dirty="0" err="1" smtClean="0"/>
              <a:t>hiến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dâng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cả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cho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Ngài</a:t>
            </a:r>
            <a:endParaRPr lang="en-US" altLang="zh-TW" sz="4400" b="1" dirty="0" smtClean="0"/>
          </a:p>
          <a:p>
            <a:pPr algn="ctr">
              <a:buNone/>
            </a:pPr>
            <a:r>
              <a:rPr lang="en-US" altLang="zh-TW" sz="4400" b="1" dirty="0" err="1" smtClean="0"/>
              <a:t>Quyết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chí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rao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truyền</a:t>
            </a:r>
            <a:r>
              <a:rPr lang="en-US" altLang="zh-TW" sz="4400" b="1" dirty="0" smtClean="0"/>
              <a:t> Tin </a:t>
            </a:r>
            <a:r>
              <a:rPr lang="en-US" altLang="zh-TW" sz="4400" b="1" dirty="0" err="1" smtClean="0"/>
              <a:t>Lành</a:t>
            </a:r>
            <a:endParaRPr lang="en-US" altLang="zh-TW" sz="4400" b="1" dirty="0" smtClean="0"/>
          </a:p>
          <a:p>
            <a:pPr algn="ctr">
              <a:buNone/>
            </a:pPr>
            <a:r>
              <a:rPr lang="en-US" altLang="zh-TW" sz="4400" b="1" dirty="0" err="1" smtClean="0"/>
              <a:t>Nguyện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ơn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Thánh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Linh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tuôn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tràn</a:t>
            </a:r>
            <a:endParaRPr lang="en-US" altLang="zh-TW" sz="4400" b="1" dirty="0" smtClean="0"/>
          </a:p>
          <a:p>
            <a:pPr algn="ctr">
              <a:buNone/>
            </a:pPr>
            <a:r>
              <a:rPr lang="en-US" altLang="zh-TW" sz="4400" b="1" dirty="0" err="1" smtClean="0"/>
              <a:t>dẫn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soi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trên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đời</a:t>
            </a:r>
            <a:r>
              <a:rPr lang="en-US" altLang="zh-TW" sz="4400" b="1" dirty="0" smtClean="0"/>
              <a:t> con</a:t>
            </a:r>
            <a:endParaRPr lang="zh-TW" altLang="en-US" sz="4400" b="1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 err="1" smtClean="0"/>
              <a:t>Tiếp</a:t>
            </a:r>
            <a:r>
              <a:rPr lang="en-US" altLang="zh-TW" sz="3200" b="1" dirty="0" smtClean="0"/>
              <a:t> </a:t>
            </a:r>
            <a:r>
              <a:rPr lang="en-US" altLang="zh-TW" sz="3200" b="1" dirty="0" err="1" smtClean="0"/>
              <a:t>Nối</a:t>
            </a:r>
            <a:r>
              <a:rPr lang="en-US" altLang="zh-TW" sz="3200" b="1" dirty="0" smtClean="0"/>
              <a:t> </a:t>
            </a:r>
            <a:r>
              <a:rPr lang="en-US" altLang="zh-TW" sz="3200" b="1" dirty="0" err="1" smtClean="0"/>
              <a:t>Kế</a:t>
            </a:r>
            <a:r>
              <a:rPr lang="en-US" altLang="zh-TW" sz="3200" b="1" dirty="0" smtClean="0"/>
              <a:t> </a:t>
            </a:r>
            <a:r>
              <a:rPr lang="en-US" altLang="zh-TW" sz="3200" b="1" dirty="0" err="1" smtClean="0"/>
              <a:t>Thừa</a:t>
            </a:r>
            <a:endParaRPr lang="zh-TW" altLang="en-US" sz="3200" b="1" dirty="0" smtClean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200150"/>
            <a:ext cx="9144000" cy="3943349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altLang="zh-TW" sz="4000" b="1" dirty="0" err="1" smtClean="0"/>
              <a:t>Đừng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sợ</a:t>
            </a:r>
            <a:r>
              <a:rPr lang="en-US" altLang="zh-TW" sz="4000" b="1" dirty="0" smtClean="0"/>
              <a:t> chi, </a:t>
            </a:r>
            <a:r>
              <a:rPr lang="en-US" altLang="zh-TW" sz="4000" b="1" dirty="0" err="1" smtClean="0"/>
              <a:t>đừng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lui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bước</a:t>
            </a:r>
            <a:endParaRPr lang="en-US" altLang="zh-TW" sz="4000" b="1" dirty="0" smtClean="0"/>
          </a:p>
          <a:p>
            <a:pPr algn="ctr">
              <a:buNone/>
            </a:pPr>
            <a:r>
              <a:rPr lang="en-US" altLang="zh-TW" sz="4000" b="1" dirty="0" err="1" smtClean="0"/>
              <a:t>Thập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tự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chiến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binh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chẳng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ngại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khó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khăn</a:t>
            </a:r>
            <a:endParaRPr lang="en-US" altLang="zh-TW" sz="4000" b="1" dirty="0" smtClean="0"/>
          </a:p>
          <a:p>
            <a:pPr algn="ctr">
              <a:buNone/>
            </a:pPr>
            <a:r>
              <a:rPr lang="en-US" altLang="zh-TW" sz="4000" b="1" dirty="0" err="1" smtClean="0"/>
              <a:t>Chúa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sai</a:t>
            </a:r>
            <a:r>
              <a:rPr lang="en-US" altLang="zh-TW" sz="4000" b="1" dirty="0" smtClean="0"/>
              <a:t> con! </a:t>
            </a:r>
            <a:r>
              <a:rPr lang="en-US" altLang="zh-TW" sz="4000" b="1" dirty="0" err="1" smtClean="0"/>
              <a:t>Dấy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lên</a:t>
            </a:r>
            <a:r>
              <a:rPr lang="en-US" altLang="zh-TW" sz="4000" b="1" dirty="0" smtClean="0"/>
              <a:t> con!</a:t>
            </a:r>
          </a:p>
          <a:p>
            <a:pPr algn="ctr">
              <a:buNone/>
            </a:pPr>
            <a:r>
              <a:rPr lang="en-US" altLang="zh-TW" sz="4000" b="1" dirty="0" err="1" smtClean="0"/>
              <a:t>Truyền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rao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phúc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âm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năng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quyền</a:t>
            </a:r>
            <a:r>
              <a:rPr lang="en-US" altLang="zh-TW" sz="4000" b="1" dirty="0" smtClean="0"/>
              <a:t> </a:t>
            </a:r>
            <a:endParaRPr lang="en-US" altLang="zh-TW" sz="4000" b="1" dirty="0" smtClean="0"/>
          </a:p>
          <a:p>
            <a:pPr algn="ctr">
              <a:buNone/>
            </a:pPr>
            <a:r>
              <a:rPr lang="en-US" altLang="zh-TW" sz="4000" b="1" dirty="0" err="1" smtClean="0"/>
              <a:t>để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muôn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dân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được</a:t>
            </a:r>
            <a:r>
              <a:rPr lang="en-US" altLang="zh-TW" sz="4000" b="1" dirty="0" smtClean="0"/>
              <a:t> </a:t>
            </a:r>
            <a:r>
              <a:rPr lang="en-US" altLang="zh-TW" sz="4000" b="1" dirty="0" err="1" smtClean="0"/>
              <a:t>cứu</a:t>
            </a:r>
            <a:endParaRPr lang="zh-TW" altLang="en-US" sz="4000" b="1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 err="1" smtClean="0"/>
              <a:t>Tiếp</a:t>
            </a:r>
            <a:r>
              <a:rPr lang="en-US" altLang="zh-TW" sz="3200" b="1" dirty="0" smtClean="0"/>
              <a:t> </a:t>
            </a:r>
            <a:r>
              <a:rPr lang="en-US" altLang="zh-TW" sz="3200" b="1" dirty="0" err="1" smtClean="0"/>
              <a:t>Nối</a:t>
            </a:r>
            <a:r>
              <a:rPr lang="en-US" altLang="zh-TW" sz="3200" b="1" dirty="0" smtClean="0"/>
              <a:t> </a:t>
            </a:r>
            <a:r>
              <a:rPr lang="en-US" altLang="zh-TW" sz="3200" b="1" dirty="0" err="1" smtClean="0"/>
              <a:t>Kế</a:t>
            </a:r>
            <a:r>
              <a:rPr lang="en-US" altLang="zh-TW" sz="3200" b="1" dirty="0" smtClean="0"/>
              <a:t> </a:t>
            </a:r>
            <a:r>
              <a:rPr lang="en-US" altLang="zh-TW" sz="3200" b="1" dirty="0" err="1" smtClean="0"/>
              <a:t>Thừa</a:t>
            </a:r>
            <a:endParaRPr lang="zh-TW" altLang="en-US" sz="3200" b="1" dirty="0" smtClean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en-US" altLang="zh-TW" sz="4400" b="1" dirty="0" err="1" smtClean="0"/>
              <a:t>Vì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Chúa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yêu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tôi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và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anh</a:t>
            </a:r>
            <a:endParaRPr lang="en-US" altLang="zh-TW" sz="4400" b="1" dirty="0" smtClean="0"/>
          </a:p>
          <a:p>
            <a:pPr algn="ctr">
              <a:buNone/>
            </a:pPr>
            <a:r>
              <a:rPr lang="en-US" altLang="zh-TW" sz="4400" b="1" dirty="0" err="1" smtClean="0"/>
              <a:t>huyết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Ngài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tuôn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nơi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thập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hình</a:t>
            </a:r>
            <a:endParaRPr lang="en-US" altLang="zh-TW" sz="4400" b="1" dirty="0" smtClean="0"/>
          </a:p>
          <a:p>
            <a:pPr algn="ctr">
              <a:buNone/>
            </a:pPr>
            <a:r>
              <a:rPr lang="en-US" altLang="zh-TW" sz="4400" b="1" dirty="0" err="1" smtClean="0"/>
              <a:t>Tội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tôi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với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anh</a:t>
            </a:r>
            <a:endParaRPr lang="en-US" altLang="zh-TW" sz="4400" b="1" dirty="0" smtClean="0"/>
          </a:p>
          <a:p>
            <a:pPr algn="ctr">
              <a:buNone/>
            </a:pPr>
            <a:r>
              <a:rPr lang="en-US" altLang="zh-TW" sz="4400" b="1" dirty="0" err="1" smtClean="0"/>
              <a:t>được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Chúa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xóa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bôi</a:t>
            </a:r>
            <a:r>
              <a:rPr lang="en-US" altLang="zh-TW" sz="4400" b="1" dirty="0" smtClean="0"/>
              <a:t>, </a:t>
            </a:r>
            <a:r>
              <a:rPr lang="en-US" altLang="zh-TW" sz="4400" b="1" dirty="0" err="1" smtClean="0"/>
              <a:t>thứ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tha</a:t>
            </a:r>
            <a:endParaRPr lang="zh-TW" altLang="en-US" sz="4400" b="1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 err="1" smtClean="0"/>
              <a:t>Tiếp</a:t>
            </a:r>
            <a:r>
              <a:rPr lang="en-US" altLang="zh-TW" sz="3200" b="1" dirty="0" smtClean="0"/>
              <a:t> </a:t>
            </a:r>
            <a:r>
              <a:rPr lang="en-US" altLang="zh-TW" sz="3200" b="1" dirty="0" err="1" smtClean="0"/>
              <a:t>Nối</a:t>
            </a:r>
            <a:r>
              <a:rPr lang="en-US" altLang="zh-TW" sz="3200" b="1" dirty="0" smtClean="0"/>
              <a:t> </a:t>
            </a:r>
            <a:r>
              <a:rPr lang="en-US" altLang="zh-TW" sz="3200" b="1" dirty="0" err="1" smtClean="0"/>
              <a:t>Kế</a:t>
            </a:r>
            <a:r>
              <a:rPr lang="en-US" altLang="zh-TW" sz="3200" b="1" dirty="0" smtClean="0"/>
              <a:t> </a:t>
            </a:r>
            <a:r>
              <a:rPr lang="en-US" altLang="zh-TW" sz="3200" b="1" dirty="0" err="1" smtClean="0"/>
              <a:t>Thừa</a:t>
            </a:r>
            <a:endParaRPr lang="zh-TW" altLang="en-US" sz="3200" b="1" dirty="0" smtClean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200151"/>
            <a:ext cx="9144000" cy="339447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altLang="zh-TW" sz="4400" b="1" dirty="0" err="1" smtClean="0"/>
              <a:t>Cùng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rao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ơn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Chúa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muôn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đời</a:t>
            </a:r>
            <a:endParaRPr lang="en-US" altLang="zh-TW" sz="4400" b="1" dirty="0" smtClean="0"/>
          </a:p>
          <a:p>
            <a:pPr algn="ctr">
              <a:buNone/>
            </a:pPr>
            <a:r>
              <a:rPr lang="en-US" altLang="zh-TW" sz="4400" b="1" dirty="0" err="1" smtClean="0"/>
              <a:t>sứ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mệnh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được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tiếp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nối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luôn</a:t>
            </a:r>
            <a:endParaRPr lang="en-US" altLang="zh-TW" sz="4400" b="1" dirty="0" smtClean="0"/>
          </a:p>
          <a:p>
            <a:pPr algn="ctr">
              <a:buNone/>
            </a:pPr>
            <a:r>
              <a:rPr lang="en-US" altLang="zh-TW" sz="4400" b="1" dirty="0" err="1" smtClean="0"/>
              <a:t>Nhà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nhà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hân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hoan</a:t>
            </a:r>
            <a:endParaRPr lang="en-US" altLang="zh-TW" sz="4400" b="1" dirty="0" smtClean="0"/>
          </a:p>
          <a:p>
            <a:pPr algn="ctr">
              <a:buNone/>
            </a:pPr>
            <a:r>
              <a:rPr lang="en-US" altLang="zh-TW" sz="4400" b="1" dirty="0" err="1" smtClean="0"/>
              <a:t>N</a:t>
            </a:r>
            <a:r>
              <a:rPr lang="en-US" altLang="zh-TW" sz="4400" b="1" dirty="0" err="1" smtClean="0"/>
              <a:t>gười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người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biết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Cứu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Chúa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Giê</a:t>
            </a:r>
            <a:r>
              <a:rPr lang="en-US" altLang="zh-TW" sz="4400" b="1" dirty="0" smtClean="0"/>
              <a:t> – </a:t>
            </a:r>
            <a:r>
              <a:rPr lang="en-US" altLang="zh-TW" sz="4400" b="1" dirty="0" err="1" smtClean="0"/>
              <a:t>xu</a:t>
            </a:r>
            <a:endParaRPr lang="zh-TW" altLang="en-US" sz="4400" b="1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 err="1" smtClean="0"/>
              <a:t>Tiếp</a:t>
            </a:r>
            <a:r>
              <a:rPr lang="en-US" altLang="zh-TW" sz="3200" b="1" dirty="0" smtClean="0"/>
              <a:t> </a:t>
            </a:r>
            <a:r>
              <a:rPr lang="en-US" altLang="zh-TW" sz="3200" b="1" dirty="0" err="1" smtClean="0"/>
              <a:t>Nối</a:t>
            </a:r>
            <a:r>
              <a:rPr lang="en-US" altLang="zh-TW" sz="3200" b="1" dirty="0" smtClean="0"/>
              <a:t> </a:t>
            </a:r>
            <a:r>
              <a:rPr lang="en-US" altLang="zh-TW" sz="3200" b="1" dirty="0" err="1" smtClean="0"/>
              <a:t>Kế</a:t>
            </a:r>
            <a:r>
              <a:rPr lang="en-US" altLang="zh-TW" sz="3200" b="1" dirty="0" smtClean="0"/>
              <a:t> </a:t>
            </a:r>
            <a:r>
              <a:rPr lang="en-US" altLang="zh-TW" sz="3200" b="1" dirty="0" err="1" smtClean="0"/>
              <a:t>Thừa</a:t>
            </a:r>
            <a:endParaRPr lang="zh-TW" altLang="en-US" sz="3200" b="1" dirty="0" smtClean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altLang="zh-TW" sz="4400" b="1" dirty="0" err="1" smtClean="0"/>
              <a:t>Cùng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nương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trên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hứa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ngôn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xưa</a:t>
            </a:r>
            <a:r>
              <a:rPr lang="en-US" altLang="zh-TW" sz="4400" b="1" dirty="0" smtClean="0"/>
              <a:t>, </a:t>
            </a:r>
          </a:p>
          <a:p>
            <a:pPr algn="ctr">
              <a:buNone/>
            </a:pPr>
            <a:r>
              <a:rPr lang="en-US" altLang="zh-TW" sz="4400" b="1" dirty="0" err="1" smtClean="0"/>
              <a:t>kế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thừa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đời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sống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đức</a:t>
            </a:r>
            <a:r>
              <a:rPr lang="en-US" altLang="zh-TW" sz="4400" b="1" dirty="0" smtClean="0"/>
              <a:t> tin</a:t>
            </a:r>
          </a:p>
          <a:p>
            <a:pPr algn="ctr">
              <a:buNone/>
            </a:pPr>
            <a:r>
              <a:rPr lang="en-US" altLang="zh-TW" sz="4400" b="1" dirty="0" smtClean="0"/>
              <a:t>“</a:t>
            </a:r>
            <a:r>
              <a:rPr lang="en-US" altLang="zh-TW" sz="4400" b="1" dirty="0" err="1" smtClean="0"/>
              <a:t>Nhưng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với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ta</a:t>
            </a:r>
            <a:r>
              <a:rPr lang="en-US" altLang="zh-TW" sz="4400" b="1" dirty="0" smtClean="0"/>
              <a:t>, </a:t>
            </a:r>
            <a:r>
              <a:rPr lang="en-US" altLang="zh-TW" sz="4400" b="1" dirty="0" err="1" smtClean="0"/>
              <a:t>nhà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ta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sẽ</a:t>
            </a:r>
            <a:r>
              <a:rPr lang="en-US" altLang="zh-TW" sz="4400" b="1" dirty="0" smtClean="0"/>
              <a:t> </a:t>
            </a:r>
          </a:p>
          <a:p>
            <a:pPr algn="ctr">
              <a:buNone/>
            </a:pPr>
            <a:r>
              <a:rPr lang="en-US" altLang="zh-TW" sz="4400" b="1" dirty="0" err="1" smtClean="0"/>
              <a:t>vững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lòng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Hầu</a:t>
            </a:r>
            <a:r>
              <a:rPr lang="en-US" altLang="zh-TW" sz="4400" b="1" dirty="0" smtClean="0"/>
              <a:t> </a:t>
            </a:r>
            <a:r>
              <a:rPr lang="en-US" altLang="zh-TW" sz="4400" b="1" dirty="0" err="1" smtClean="0"/>
              <a:t>việc</a:t>
            </a:r>
            <a:r>
              <a:rPr lang="en-US" altLang="zh-TW" sz="4400" b="1" dirty="0" smtClean="0"/>
              <a:t> Cha.”</a:t>
            </a:r>
            <a:endParaRPr lang="zh-TW" altLang="en-US" sz="4400" b="1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佈景主題2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佈景主題20</Template>
  <TotalTime>11</TotalTime>
  <Words>182</Words>
  <Application>Microsoft Office PowerPoint</Application>
  <PresentationFormat>如螢幕大小 (16:9)</PresentationFormat>
  <Paragraphs>33</Paragraphs>
  <Slides>6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佈景主題20</vt:lpstr>
      <vt:lpstr>Tiếp Nối Kế Thừa</vt:lpstr>
      <vt:lpstr>Tiếp Nối Kế Thừa</vt:lpstr>
      <vt:lpstr>Tiếp Nối Kế Thừa</vt:lpstr>
      <vt:lpstr>Tiếp Nối Kế Thừa</vt:lpstr>
      <vt:lpstr>Tiếp Nối Kế Thừa</vt:lpstr>
      <vt:lpstr>Tiếp Nối Kế Thừa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Tiếp Nối Kế Thừa</dc:title>
  <dc:creator>PowerPoint</dc:creator>
  <cp:lastModifiedBy>PowerPoint</cp:lastModifiedBy>
  <cp:revision>3</cp:revision>
  <dcterms:created xsi:type="dcterms:W3CDTF">2024-10-01T13:00:16Z</dcterms:created>
  <dcterms:modified xsi:type="dcterms:W3CDTF">2024-10-01T13:11:54Z</dcterms:modified>
</cp:coreProperties>
</file>