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43" r:id="rId2"/>
    <p:sldId id="744" r:id="rId3"/>
    <p:sldId id="1757" r:id="rId4"/>
    <p:sldId id="1758" r:id="rId5"/>
    <p:sldId id="1759" r:id="rId6"/>
    <p:sldId id="1760" r:id="rId7"/>
    <p:sldId id="1761" r:id="rId8"/>
    <p:sldId id="1762" r:id="rId9"/>
    <p:sldId id="1763" r:id="rId10"/>
    <p:sldId id="1764" r:id="rId11"/>
    <p:sldId id="1765" r:id="rId12"/>
    <p:sldId id="1766" r:id="rId13"/>
    <p:sldId id="1767" r:id="rId14"/>
    <p:sldId id="1768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6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9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2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3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8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8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5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8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90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4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4B774-6568-4159-97CD-FDFA64C1CFB8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4BA4C-FAA6-4A87-BBB2-F933282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6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46259"/>
            <a:ext cx="12192000" cy="1143000"/>
          </a:xfrm>
        </p:spPr>
        <p:txBody>
          <a:bodyPr>
            <a:noAutofit/>
          </a:bodyPr>
          <a:lstStyle/>
          <a:p>
            <a:r>
              <a:rPr lang="vi-VN" sz="56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 TÂM NHỚ ƠN CHÚA</a:t>
            </a:r>
            <a:endParaRPr lang="zh-TW" altLang="en-US" sz="56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353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thành kính tạ ơn Chúa trên trời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hạnh phước ấm êm lòng tôi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353DE5-E48C-7A92-C0B6-26C267233714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4435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F58C-EE4C-8B33-2225-809B9F72A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AA5D7DC-A137-6DF1-E393-64D3CED05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thành kính ghi nhớ ơn muôn đời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nhân từ hằng ngày bên tôi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2FA11-4787-34DB-F44A-4FF045F6CDE8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9402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EA5F-26DE-B0AB-5957-22520214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70B2602-4AE7-B2DD-3C02-4066AD427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ơn Ngài trong nắng mai tưng bừng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 ơn Chúa khi màn tối buông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65D723-D0B2-98D4-5014-60F3D2E5552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190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7C8B2-D63B-5622-D3E5-D5AC46BE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1877E96-9F20-499B-6611-049A58FEC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Cám ơn Ngài lúc mi tuôn lệ xuống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vẫn ban bình tĩnh tâm hồn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C70336-C0C8-F8AB-23F5-F85BD0D4AAE9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680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DAA8E-E1F0-FBC0-CD78-7CD1BCD3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8B602D2-B876-818D-CDDD-4E5F03933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thành kính tạ ơn Chúa nghe lời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 từ chối tiếng kêu cầu tôi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5FD3E-8638-CBCE-8A1B-73EA2FCF9D5D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44254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80D0-4927-0499-B1A3-C0DDF047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16C6273-0AE3-DE43-629B-D0139EEEA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 trời bão gây gió mưa trên đời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đem lại bình an trong tôi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B6721F-FC8E-8DF6-9D1B-88513D648E74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29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4FD3-5674-CB17-DDA8-AC92D2807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35AB01E-ED3B-651B-5006-FDB88250D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ơn Ngài trong lúc vui khi buồn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 an ủi đêm ngày đỡ nâng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A17E2-4153-9337-D880-18B822113B99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515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3D928-2879-B320-09FD-78807A42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341286-7C04-6A46-C81B-748AC4546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Cám ơn Ngài, phước không sao lường hết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 mến thương nào sánh cho bằng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C86D9-886F-A25A-1A1F-26AC8E26D0B5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846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DF74-611F-57E4-4E17-C667E44F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765CC2C-FB0A-8826-8877-3A48025E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Đa tạ Chúa dù hoa thắm trên đường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hay dù lối có gai nhọn vương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23863-3E06-8775-998C-2CDFA1D085E3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7034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6B4C7-719D-12C7-B209-1EA1051D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E9E023-A3A5-0775-5AAD-40308EEAB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Đa tạ Chúa dù hoa thắm trên đường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hay dù lối có gai nhọn vương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6989D-2863-DD38-F57C-93635496C1E5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4765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C3DF-5945-8FF4-1388-FAC72D41B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E2314F-4C4A-B22F-94CD-E4AF249BD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Đa tạ Chúa ban mái vui gia đình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nhớ ơn Ngài nhạc tràn tâm linh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95AB77-A5D1-8050-1A15-E5D1FA6B70C7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27173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F635-9BF3-D23D-E504-46A6B05AA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523347-90F7-956A-D97E-3283C93B8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ơn Ngài nâng bước trên thiên trình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 mai đến thiên đàng hiển vinh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DDDA2-BA01-7EA8-D362-9F459A3B42E7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9266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EFD5-2254-6813-1AB9-B0788D5C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748708-788E-B912-12F9-C8E533E67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Cám ơn Ngài cõi tương lai rồi tới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vi-VN" sz="4800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 sống vui gần Chúa muôn đời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5A314D-83D2-6A3F-B715-B7E41330C89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90995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A402C77-026D-4881-BB2B-7B34BF23C32C}" vid="{541AE848-6608-42F9-97E1-D16C833B78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266</Words>
  <Application>Microsoft Office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Theme1</vt:lpstr>
      <vt:lpstr>THÀNH TÂM NHỚ ƠN CHÚA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Cheng</dc:creator>
  <cp:lastModifiedBy>Joe Cheng</cp:lastModifiedBy>
  <cp:revision>1</cp:revision>
  <dcterms:created xsi:type="dcterms:W3CDTF">2024-12-28T12:03:44Z</dcterms:created>
  <dcterms:modified xsi:type="dcterms:W3CDTF">2024-12-28T12:06:02Z</dcterms:modified>
</cp:coreProperties>
</file>