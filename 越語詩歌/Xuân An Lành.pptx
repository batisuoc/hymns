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137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580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031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4055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113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045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436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004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014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146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EBCE9-37A8-40F2-A48F-C8A470C397B9}" type="datetimeFigureOut">
              <a:rPr lang="vi-VN" smtClean="0"/>
              <a:pPr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61CAC-7311-4408-9799-651F6CBD428F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885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25038"/>
            <a:ext cx="12192000" cy="1143000"/>
          </a:xfrm>
        </p:spPr>
        <p:txBody>
          <a:bodyPr>
            <a:noAutofit/>
          </a:bodyPr>
          <a:lstStyle/>
          <a:p>
            <a:r>
              <a:rPr lang="vi-VN" sz="6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Arial" panose="020B0604020202020204" pitchFamily="34" charset="0"/>
              </a:rPr>
              <a:t>Xuân An Lành</a:t>
            </a:r>
            <a:endParaRPr lang="zh-TW" altLang="en-US" sz="6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2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xuân đã về thắm tươi trên đồng lúa vàng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xuân đã về huy hoàng ngàn tia nắng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321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4790-36C6-B138-AB14-CB2A17F3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92DFEF-5F94-B53F-4C1E-3A3155C8C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xuân đã về ngát hương đêm mộng thanh bình</a:t>
            </a:r>
          </a:p>
          <a:p>
            <a:pPr marL="0" indent="0" algn="ctr">
              <a:buNone/>
            </a:pP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xuân đã về khắp nơi tràn ngập tiếng 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37836-09DF-3AA5-1464-B1DD66561DD0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( 1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334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51AA-3DD7-635F-6E6C-BD7DDB83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3B1B376-6F77-A654-A03D-1E4A7B912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 mừng chào đón xuân về muôn sắc hoa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 cầu mùa xuân an lành trên dân Chúa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3925-64C3-97A4-89D7-387D4BFB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CC3267-B161-9818-21F1-E116A5B4C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hát vang lừng vui đón xuân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vui chúc nhau xuân an lành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32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315E-5D42-1E41-CF5E-60EDB0F3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7D50DD9-EC82-0ACA-4A7A-FC9B3D564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xuân đã về gió xuân xao động muôn loài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xuân đã về muôn ngàn mầm xanh mới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4DBDF-2381-F93C-4356-D644DE26B49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171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9FA0-EA93-D922-04BD-FACF9A06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AF24DB-0240-3BA7-A053-854A37F81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xuân đã về điểm tô tâm hồn nhân loại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ơi hãy đẹp mãi trên môi cười thế nhân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F08D9-1D27-3459-B9A6-B5E80ABE3FC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( 2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009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3D64-1A54-1982-C81D-21625163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885DE60-A5C0-DDD2-96F5-A5BE9AA93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 mừng chào đón xuân về muôn sắc hoa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 cầu mùa xuân an lành trên dân Chúa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4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8B67-87F5-0D88-0924-ED2A61B2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C1747FA-2D4E-EF89-F2F5-6CD62BF4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hát vang lừng vui đón xuân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vui chúc nhau xuân an lành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7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574D-AE71-38FA-6051-B379C1A7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EDEAF3-CB18-BC32-1A42-628C7C448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xuân đã về thắm tươi trên đồng lúa vàng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 xuân đã về trong lòng người con Chúa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CBB2A-1C4A-9736-57AF-1D5445621E2E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650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4F55-F269-BA08-C5D4-1219A618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CF0148-6891-CB45-578D-B407C7495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Bao nhiêu ước nguyện thiết tha khi mùa xuân về</a:t>
            </a:r>
          </a:p>
          <a:p>
            <a:pPr marL="0" indent="0" algn="ctr">
              <a:buNone/>
            </a:pPr>
            <a:r>
              <a:rPr lang="vi-VN" sz="42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 nhân thế trọn ước mơ thanh bình ngát hương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5BD0A-D1D6-AAA7-9FCC-2DE2629C38CE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</a:rPr>
              <a:t>( 3 / 3 )</a:t>
            </a:r>
            <a:endParaRPr lang="vi-VN" sz="3200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240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60875-A24E-3067-0C33-1A03FDAE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752CEA9-9A06-F00D-4E2C-3E645992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 mừng chào đón xuân về muôn sắc hoa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 cầu mùa xuân an lành trên dân Chúa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2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FA942-4171-7214-F4EF-EF7448C8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0E2EDD-4636-3E69-4452-B8734F4A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hát vang lừng vui đón xuân</a:t>
            </a:r>
          </a:p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người cùng vui chúc nhau xuân an lành</a:t>
            </a:r>
            <a:endParaRPr lang="en-US" altLang="zh-TW" sz="4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23589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Viet_ngu" id="{B6A830E8-B6D0-4407-A351-D7866D5057A8}" vid="{DA9B3E39-6D52-437C-A49B-DB14F9DF99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template_Viet_ngu</Template>
  <TotalTime>2</TotalTime>
  <Words>262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Calibri</vt:lpstr>
      <vt:lpstr>Times New Roman</vt:lpstr>
      <vt:lpstr>Theme1</vt:lpstr>
      <vt:lpstr>Xuân An Lành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2025-01-26T10:00:45Z</dcterms:created>
  <dcterms:modified xsi:type="dcterms:W3CDTF">2025-01-26T10:03:25Z</dcterms:modified>
</cp:coreProperties>
</file>