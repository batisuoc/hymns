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0" y="9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56F11-2A2E-40F5-B88D-0B9FAEE52B04}" type="datetimeFigureOut">
              <a:rPr lang="zh-TW" altLang="en-US" smtClean="0"/>
              <a:t>2025/6/28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39CE4-003C-41D5-8A98-B048553BD80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1383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56F11-2A2E-40F5-B88D-0B9FAEE52B04}" type="datetimeFigureOut">
              <a:rPr lang="zh-TW" altLang="en-US" smtClean="0"/>
              <a:t>2025/6/28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39CE4-003C-41D5-8A98-B048553BD80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6088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56F11-2A2E-40F5-B88D-0B9FAEE52B04}" type="datetimeFigureOut">
              <a:rPr lang="zh-TW" altLang="en-US" smtClean="0"/>
              <a:t>2025/6/28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39CE4-003C-41D5-8A98-B048553BD80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5218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56F11-2A2E-40F5-B88D-0B9FAEE52B04}" type="datetimeFigureOut">
              <a:rPr lang="zh-TW" altLang="en-US" smtClean="0"/>
              <a:t>2025/6/28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39CE4-003C-41D5-8A98-B048553BD80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5993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56F11-2A2E-40F5-B88D-0B9FAEE52B04}" type="datetimeFigureOut">
              <a:rPr lang="zh-TW" altLang="en-US" smtClean="0"/>
              <a:t>2025/6/28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39CE4-003C-41D5-8A98-B048553BD80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7099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56F11-2A2E-40F5-B88D-0B9FAEE52B04}" type="datetimeFigureOut">
              <a:rPr lang="zh-TW" altLang="en-US" smtClean="0"/>
              <a:t>2025/6/28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39CE4-003C-41D5-8A98-B048553BD80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0678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56F11-2A2E-40F5-B88D-0B9FAEE52B04}" type="datetimeFigureOut">
              <a:rPr lang="zh-TW" altLang="en-US" smtClean="0"/>
              <a:t>2025/6/28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39CE4-003C-41D5-8A98-B048553BD80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6755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56F11-2A2E-40F5-B88D-0B9FAEE52B04}" type="datetimeFigureOut">
              <a:rPr lang="zh-TW" altLang="en-US" smtClean="0"/>
              <a:t>2025/6/28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39CE4-003C-41D5-8A98-B048553BD80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0161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56F11-2A2E-40F5-B88D-0B9FAEE52B04}" type="datetimeFigureOut">
              <a:rPr lang="zh-TW" altLang="en-US" smtClean="0"/>
              <a:t>2025/6/28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39CE4-003C-41D5-8A98-B048553BD80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0887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56F11-2A2E-40F5-B88D-0B9FAEE52B04}" type="datetimeFigureOut">
              <a:rPr lang="zh-TW" altLang="en-US" smtClean="0"/>
              <a:t>2025/6/28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39CE4-003C-41D5-8A98-B048553BD80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0373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56F11-2A2E-40F5-B88D-0B9FAEE52B04}" type="datetimeFigureOut">
              <a:rPr lang="zh-TW" altLang="en-US" smtClean="0"/>
              <a:t>2025/6/28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39CE4-003C-41D5-8A98-B048553BD80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9497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56F11-2A2E-40F5-B88D-0B9FAEE52B04}" type="datetimeFigureOut">
              <a:rPr lang="zh-TW" altLang="en-US" smtClean="0"/>
              <a:t>2025/6/28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839CE4-003C-41D5-8A98-B048553BD80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3894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ãchristmas backgroundãçåçæå°çµæ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1410"/>
            <a:ext cx="12191999" cy="6869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zh-TW" altLang="en-US" sz="6600" b="1" dirty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聖誕老公公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657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88688" cy="6858000"/>
          </a:xfrm>
          <a:prstGeom prst="rect">
            <a:avLst/>
          </a:prstGeom>
        </p:spPr>
      </p:pic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639616" y="2204864"/>
            <a:ext cx="8300962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6000" b="1" dirty="0">
                <a:solidFill>
                  <a:srgbClr val="002060"/>
                </a:solidFill>
                <a:latin typeface="標楷體" pitchFamily="65" charset="-120"/>
                <a:ea typeface="標楷體" pitchFamily="65" charset="-120"/>
              </a:rPr>
              <a:t>聖誕老公公公公公</a:t>
            </a:r>
          </a:p>
          <a:p>
            <a:pPr marL="0" indent="0">
              <a:buNone/>
            </a:pPr>
            <a:r>
              <a:rPr lang="zh-TW" altLang="en-US" sz="6000" b="1" dirty="0">
                <a:solidFill>
                  <a:srgbClr val="002060"/>
                </a:solidFill>
                <a:latin typeface="標楷體" pitchFamily="65" charset="-120"/>
                <a:ea typeface="標楷體" pitchFamily="65" charset="-120"/>
              </a:rPr>
              <a:t>駕著麋鹿雪橇在空中</a:t>
            </a:r>
          </a:p>
          <a:p>
            <a:pPr marL="0" indent="0">
              <a:buNone/>
            </a:pPr>
            <a:r>
              <a:rPr lang="zh-TW" altLang="en-US" sz="6000" b="1" dirty="0">
                <a:solidFill>
                  <a:srgbClr val="002060"/>
                </a:solidFill>
                <a:latin typeface="標楷體" pitchFamily="65" charset="-120"/>
                <a:ea typeface="標楷體" pitchFamily="65" charset="-120"/>
              </a:rPr>
              <a:t>他要爬窗戶入煙囪</a:t>
            </a:r>
          </a:p>
          <a:p>
            <a:pPr marL="0" indent="0">
              <a:buNone/>
            </a:pPr>
            <a:r>
              <a:rPr lang="zh-TW" altLang="en-US" sz="6000" b="1" dirty="0">
                <a:solidFill>
                  <a:srgbClr val="002060"/>
                </a:solidFill>
                <a:latin typeface="標楷體" pitchFamily="65" charset="-120"/>
                <a:ea typeface="標楷體" pitchFamily="65" charset="-120"/>
              </a:rPr>
              <a:t>為你帶著禮物衝衝衝</a:t>
            </a:r>
          </a:p>
          <a:p>
            <a:pPr marL="0" indent="0">
              <a:buNone/>
            </a:pP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695807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ãchristmas backgroundãçåçæå°çµæ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1973"/>
            <a:ext cx="12288688" cy="6889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063552" y="1700808"/>
            <a:ext cx="9505056" cy="488600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zh-TW" altLang="en-US" sz="6000" b="1" dirty="0">
                <a:solidFill>
                  <a:srgbClr val="C00000"/>
                </a:solidFill>
                <a:latin typeface="標楷體" pitchFamily="65" charset="-120"/>
                <a:ea typeface="標楷體" pitchFamily="65" charset="-120"/>
              </a:rPr>
              <a:t>小小的時候有著一個夢</a:t>
            </a:r>
          </a:p>
          <a:p>
            <a:pPr marL="0" indent="0">
              <a:buNone/>
            </a:pPr>
            <a:r>
              <a:rPr lang="zh-TW" altLang="en-US" sz="6000" b="1" dirty="0">
                <a:solidFill>
                  <a:srgbClr val="C00000"/>
                </a:solidFill>
                <a:latin typeface="標楷體" pitchFamily="65" charset="-120"/>
                <a:ea typeface="標楷體" pitchFamily="65" charset="-120"/>
              </a:rPr>
              <a:t>十二月的天空有聖誕老公公</a:t>
            </a:r>
          </a:p>
          <a:p>
            <a:pPr marL="0" indent="0">
              <a:buNone/>
            </a:pPr>
            <a:r>
              <a:rPr lang="zh-TW" altLang="en-US" sz="6000" b="1" dirty="0">
                <a:solidFill>
                  <a:srgbClr val="C00000"/>
                </a:solidFill>
                <a:latin typeface="標楷體" pitchFamily="65" charset="-120"/>
                <a:ea typeface="標楷體" pitchFamily="65" charset="-120"/>
              </a:rPr>
              <a:t>他會帶來禮物 他會帶來祝福</a:t>
            </a:r>
          </a:p>
          <a:p>
            <a:pPr marL="0" indent="0">
              <a:buNone/>
            </a:pPr>
            <a:r>
              <a:rPr lang="zh-TW" altLang="en-US" sz="6000" b="1" dirty="0">
                <a:solidFill>
                  <a:srgbClr val="C00000"/>
                </a:solidFill>
                <a:latin typeface="標楷體" pitchFamily="65" charset="-120"/>
                <a:ea typeface="標楷體" pitchFamily="65" charset="-120"/>
              </a:rPr>
              <a:t>可是等了好多年 他都沒出現</a:t>
            </a:r>
          </a:p>
          <a:p>
            <a:pPr marL="0" indent="0">
              <a:buNone/>
            </a:pPr>
            <a:endParaRPr lang="zh-TW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48139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ç¸éåç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"/>
            <a:ext cx="12191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590326" y="2315389"/>
            <a:ext cx="9011345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5400" b="1" dirty="0">
                <a:solidFill>
                  <a:srgbClr val="7030A0"/>
                </a:solidFill>
                <a:latin typeface="標楷體" pitchFamily="65" charset="-120"/>
                <a:ea typeface="標楷體" pitchFamily="65" charset="-120"/>
              </a:rPr>
              <a:t>長大的時候有人告訴我</a:t>
            </a:r>
          </a:p>
          <a:p>
            <a:pPr marL="0" indent="0">
              <a:buNone/>
            </a:pPr>
            <a:r>
              <a:rPr lang="zh-TW" altLang="en-US" sz="5400" b="1" dirty="0">
                <a:solidFill>
                  <a:srgbClr val="7030A0"/>
                </a:solidFill>
                <a:latin typeface="標楷體" pitchFamily="65" charset="-120"/>
                <a:ea typeface="標楷體" pitchFamily="65" charset="-120"/>
              </a:rPr>
              <a:t>十二月的天空耶穌為我降生</a:t>
            </a:r>
          </a:p>
          <a:p>
            <a:pPr marL="0" indent="0">
              <a:buNone/>
            </a:pPr>
            <a:r>
              <a:rPr lang="zh-TW" altLang="en-US" sz="5400" b="1" dirty="0">
                <a:solidFill>
                  <a:srgbClr val="7030A0"/>
                </a:solidFill>
                <a:latin typeface="標楷體" pitchFamily="65" charset="-120"/>
                <a:ea typeface="標楷體" pitchFamily="65" charset="-120"/>
              </a:rPr>
              <a:t>祂會帶來禮物 祂會帶來祝福</a:t>
            </a:r>
          </a:p>
          <a:p>
            <a:pPr marL="0" indent="0">
              <a:buNone/>
            </a:pPr>
            <a:r>
              <a:rPr lang="zh-TW" altLang="en-US" sz="5400" b="1" dirty="0">
                <a:solidFill>
                  <a:srgbClr val="7030A0"/>
                </a:solidFill>
                <a:latin typeface="標楷體" pitchFamily="65" charset="-120"/>
                <a:ea typeface="標楷體" pitchFamily="65" charset="-120"/>
              </a:rPr>
              <a:t>聖誕主耶穌 是你我的幫助</a:t>
            </a:r>
          </a:p>
        </p:txBody>
      </p:sp>
    </p:spTree>
    <p:extLst>
      <p:ext uri="{BB962C8B-B14F-4D97-AF65-F5344CB8AC3E}">
        <p14:creationId xmlns:p14="http://schemas.microsoft.com/office/powerpoint/2010/main" val="130225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ãchristmas backgroundãçåçæå°çµæ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0" y="-29149"/>
            <a:ext cx="12192000" cy="6887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143672" y="1700809"/>
            <a:ext cx="7128792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TW" altLang="en-US" sz="6000" b="1" dirty="0">
                <a:solidFill>
                  <a:srgbClr val="7030A0"/>
                </a:solidFill>
                <a:latin typeface="標楷體" pitchFamily="65" charset="-120"/>
                <a:ea typeface="標楷體" pitchFamily="65" charset="-120"/>
              </a:rPr>
              <a:t>沒有聖誕老公公</a:t>
            </a:r>
          </a:p>
          <a:p>
            <a:pPr marL="0" indent="0">
              <a:buNone/>
            </a:pPr>
            <a:r>
              <a:rPr lang="zh-TW" altLang="en-US" sz="6000" b="1" dirty="0">
                <a:solidFill>
                  <a:srgbClr val="7030A0"/>
                </a:solidFill>
                <a:latin typeface="標楷體" pitchFamily="65" charset="-120"/>
                <a:ea typeface="標楷體" pitchFamily="65" charset="-120"/>
              </a:rPr>
              <a:t>只有愛我的主耶穌</a:t>
            </a:r>
          </a:p>
          <a:p>
            <a:pPr marL="0" indent="0">
              <a:buNone/>
            </a:pPr>
            <a:r>
              <a:rPr lang="zh-TW" altLang="en-US" sz="6000" b="1" dirty="0">
                <a:solidFill>
                  <a:srgbClr val="7030A0"/>
                </a:solidFill>
                <a:latin typeface="標楷體" pitchFamily="65" charset="-120"/>
                <a:ea typeface="標楷體" pitchFamily="65" charset="-120"/>
              </a:rPr>
              <a:t>賜給我喜樂平安</a:t>
            </a:r>
          </a:p>
          <a:p>
            <a:pPr marL="0" indent="0">
              <a:buNone/>
            </a:pPr>
            <a:r>
              <a:rPr lang="zh-TW" altLang="en-US" sz="6000" b="1" dirty="0">
                <a:solidFill>
                  <a:srgbClr val="7030A0"/>
                </a:solidFill>
                <a:latin typeface="標楷體" pitchFamily="65" charset="-120"/>
                <a:ea typeface="標楷體" pitchFamily="65" charset="-120"/>
              </a:rPr>
              <a:t>為我們帶來祝福</a:t>
            </a:r>
          </a:p>
        </p:txBody>
      </p:sp>
    </p:spTree>
    <p:extLst>
      <p:ext uri="{BB962C8B-B14F-4D97-AF65-F5344CB8AC3E}">
        <p14:creationId xmlns:p14="http://schemas.microsoft.com/office/powerpoint/2010/main" val="3007458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1" y="0"/>
            <a:ext cx="9143999" cy="6858000"/>
          </a:xfrm>
          <a:prstGeom prst="rect">
            <a:avLst/>
          </a:prstGeom>
        </p:spPr>
      </p:pic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11824" y="487214"/>
            <a:ext cx="7488832" cy="517403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TW" altLang="en-US" sz="6000" b="1" dirty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沒有聖誕老公公</a:t>
            </a:r>
          </a:p>
          <a:p>
            <a:pPr marL="0" indent="0">
              <a:buNone/>
            </a:pPr>
            <a:r>
              <a:rPr lang="zh-TW" altLang="en-US" sz="6000" b="1" dirty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只有愛我的主耶穌</a:t>
            </a:r>
          </a:p>
          <a:p>
            <a:pPr marL="0" indent="0">
              <a:buNone/>
            </a:pPr>
            <a:r>
              <a:rPr lang="zh-TW" altLang="en-US" sz="6000" b="1" dirty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叮叮噹叮叮噹</a:t>
            </a:r>
          </a:p>
          <a:p>
            <a:pPr marL="0" indent="0">
              <a:buNone/>
            </a:pPr>
            <a:r>
              <a:rPr lang="zh-TW" altLang="en-US" sz="6000" b="1" dirty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耶穌給我們禮物</a:t>
            </a:r>
          </a:p>
        </p:txBody>
      </p:sp>
    </p:spTree>
    <p:extLst>
      <p:ext uri="{BB962C8B-B14F-4D97-AF65-F5344CB8AC3E}">
        <p14:creationId xmlns:p14="http://schemas.microsoft.com/office/powerpoint/2010/main" val="2097592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187</Words>
  <Application>Microsoft Office PowerPoint</Application>
  <PresentationFormat>Widescreen</PresentationFormat>
  <Paragraphs>21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標楷體</vt:lpstr>
      <vt:lpstr>Arial</vt:lpstr>
      <vt:lpstr>Calibri</vt:lpstr>
      <vt:lpstr>Office 佈景主題</vt:lpstr>
      <vt:lpstr>聖誕老公公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Guest</dc:creator>
  <cp:lastModifiedBy>batisuoc</cp:lastModifiedBy>
  <cp:revision>6</cp:revision>
  <dcterms:created xsi:type="dcterms:W3CDTF">2018-11-03T02:11:42Z</dcterms:created>
  <dcterms:modified xsi:type="dcterms:W3CDTF">2025-06-28T14:36:48Z</dcterms:modified>
</cp:coreProperties>
</file>