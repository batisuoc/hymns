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59DE5-765D-45CB-B262-0BB512EA38A1}" type="datetimeFigureOut">
              <a:rPr lang="zh-TW" altLang="en-US" smtClean="0"/>
              <a:pPr/>
              <a:t>2024/12/7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0B786-8A23-4E40-B270-8E5C3F06817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因著信</a:t>
            </a:r>
          </a:p>
        </p:txBody>
      </p:sp>
    </p:spTree>
    <p:extLst>
      <p:ext uri="{BB962C8B-B14F-4D97-AF65-F5344CB8AC3E}">
        <p14:creationId xmlns:p14="http://schemas.microsoft.com/office/powerpoint/2010/main" val="374957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他離別吾珥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因信  全然奉上愛子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722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還有人全力抓住天使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羸到祝福  換了名字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7970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他行近紅海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因信  連潮浪也分開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26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曾有人被困於獅子坑內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仍敬拜上帝  發誓至死不改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561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在某天他下決心圍繞在城外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憑信放聲呼喊  城牆便倒塌下來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140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又有先知被掳他方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常在心裏靜待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仍確信上帝榮耀會回來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773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  我們懷著憑據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因信  同尋著了應許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9554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憑信能夠發現在世間只是寄居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朝更美家鄉走回去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1127801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14</TotalTime>
  <Words>193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因著信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因著信</dc:title>
  <dc:creator>大唐</dc:creator>
  <cp:lastModifiedBy>batisuoc</cp:lastModifiedBy>
  <cp:revision>5</cp:revision>
  <dcterms:created xsi:type="dcterms:W3CDTF">2015-08-01T12:23:01Z</dcterms:created>
  <dcterms:modified xsi:type="dcterms:W3CDTF">2024-12-07T13:45:27Z</dcterms:modified>
</cp:coreProperties>
</file>