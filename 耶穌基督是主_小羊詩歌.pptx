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2" r:id="rId5"/>
    <p:sldId id="263" r:id="rId6"/>
    <p:sldId id="264" r:id="rId7"/>
    <p:sldId id="267" r:id="rId8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6" autoAdjust="0"/>
    <p:restoredTop sz="94660"/>
  </p:normalViewPr>
  <p:slideViewPr>
    <p:cSldViewPr snapToGrid="0">
      <p:cViewPr varScale="1">
        <p:scale>
          <a:sx n="63" d="100"/>
          <a:sy n="63" d="100"/>
        </p:scale>
        <p:origin x="84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5756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546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69926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9023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90911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54024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05571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07519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640013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606304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067829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FD648D-8B53-4CD8-850C-5D4A2D6A8C55}" type="datetimeFigureOut">
              <a:rPr lang="vi-VN" smtClean="0"/>
              <a:t>09/05/2025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5EAFE9-AA57-48B9-8CA7-F73CAAA2F2E1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8536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857513"/>
            <a:ext cx="12192000" cy="1143000"/>
          </a:xfrm>
        </p:spPr>
        <p:txBody>
          <a:bodyPr>
            <a:noAutofit/>
          </a:bodyPr>
          <a:lstStyle/>
          <a:p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耶穌基督是主</a:t>
            </a:r>
          </a:p>
        </p:txBody>
      </p:sp>
    </p:spTree>
    <p:extLst>
      <p:ext uri="{BB962C8B-B14F-4D97-AF65-F5344CB8AC3E}">
        <p14:creationId xmlns:p14="http://schemas.microsoft.com/office/powerpoint/2010/main" val="3938714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因為祂是萬王之王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因為祂是萬主之主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49135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唯有祂從死裡復活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我要敬拜祂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93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萬膝要跪拜  萬口要承認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耶穌基督祂是主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 ( 2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73172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高唱榮耀  哈利路亞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歡呼榮耀  哈利路亞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96804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祂是我的主我的王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我要敬拜祂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34258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altLang="zh-CN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87962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3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哈利路亞  哈利路亞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Microsoft JhengHei" pitchFamily="34" charset="-120"/>
                <a:ea typeface="Microsoft JhengHei" pitchFamily="34" charset="-120"/>
              </a:rPr>
              <a:t>耶穌基督祂是主</a:t>
            </a:r>
            <a:endParaRPr lang="en-US" altLang="zh-TW" sz="6400" b="1" dirty="0">
              <a:solidFill>
                <a:srgbClr val="660033"/>
              </a:solidFill>
              <a:latin typeface="Microsoft JhengHei" pitchFamily="34" charset="-120"/>
              <a:ea typeface="Microsoft JhengHei" pitchFamily="34" charset="-12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 </a:t>
            </a:r>
            <a:r>
              <a:rPr lang="en-US" altLang="zh-CN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 ( 2</a:t>
            </a:r>
            <a:r>
              <a:rPr lang="zh-CN" alt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次</a:t>
            </a:r>
            <a:r>
              <a:rPr lang="en-US" sz="40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0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30253755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4</TotalTime>
  <Words>133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Microsoft JhengHei</vt:lpstr>
      <vt:lpstr>Microsoft JhengHei</vt:lpstr>
      <vt:lpstr>Arial</vt:lpstr>
      <vt:lpstr>Calibri</vt:lpstr>
      <vt:lpstr>Theme1</vt:lpstr>
      <vt:lpstr>耶穌基督是主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耶穌基督是主</dc:title>
  <dc:creator>Windows User</dc:creator>
  <cp:lastModifiedBy>batisuoc</cp:lastModifiedBy>
  <cp:revision>5</cp:revision>
  <dcterms:created xsi:type="dcterms:W3CDTF">2021-04-03T08:30:00Z</dcterms:created>
  <dcterms:modified xsi:type="dcterms:W3CDTF">2025-05-09T15:13:59Z</dcterms:modified>
</cp:coreProperties>
</file>