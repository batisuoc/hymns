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6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5756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546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69926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90236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90911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54024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05571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07519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001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063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67829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D648D-8B53-4CD8-850C-5D4A2D6A8C55}" type="datetimeFigureOut">
              <a:rPr lang="vi-VN" smtClean="0"/>
              <a:t>12/04/2025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EAFE9-AA57-48B9-8CA7-F73CAAA2F2E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58536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耶穌基督是主</a:t>
            </a:r>
          </a:p>
        </p:txBody>
      </p:sp>
    </p:spTree>
    <p:extLst>
      <p:ext uri="{BB962C8B-B14F-4D97-AF65-F5344CB8AC3E}">
        <p14:creationId xmlns:p14="http://schemas.microsoft.com/office/powerpoint/2010/main" val="3938714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因為祂是萬王之王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因為祂是萬主之主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425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913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唯有祂從死裡復活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我要敬拜祂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425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934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因為祂是萬王之王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因為祂是萬主之主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425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4904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唯有祂從死裡復活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我要敬拜祂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425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9669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萬膝要跪拜  萬口要承認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耶穌基督祂是主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532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 ( 2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73172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高唱榮耀  哈利路亞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歡呼榮耀  哈利路亞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425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6804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祂是我的主我的王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我要敬拜祂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425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7962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高唱榮耀  哈利路亞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歡呼榮耀  哈利路亞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425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6255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祂是我的主我的王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我要敬拜祂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4258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1044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哈利路亞  哈利路亞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耶穌基督祂是主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 ( 2</a:t>
            </a:r>
            <a:r>
              <a:rPr lang="zh-CN" alt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40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0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025375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211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Theme1</vt:lpstr>
      <vt:lpstr>耶穌基督是主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耶穌基督是主</dc:title>
  <dc:creator>Windows User</dc:creator>
  <cp:lastModifiedBy>batisuoc</cp:lastModifiedBy>
  <cp:revision>4</cp:revision>
  <dcterms:created xsi:type="dcterms:W3CDTF">2021-04-03T08:30:00Z</dcterms:created>
  <dcterms:modified xsi:type="dcterms:W3CDTF">2025-04-12T16:13:02Z</dcterms:modified>
</cp:coreProperties>
</file>