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91" r:id="rId2"/>
    <p:sldId id="592" r:id="rId3"/>
    <p:sldId id="593" r:id="rId4"/>
    <p:sldId id="594" r:id="rId5"/>
    <p:sldId id="595" r:id="rId6"/>
    <p:sldId id="596" r:id="rId7"/>
    <p:sldId id="597" r:id="rId8"/>
    <p:sldId id="598" r:id="rId9"/>
    <p:sldId id="599" r:id="rId10"/>
    <p:sldId id="600" r:id="rId11"/>
    <p:sldId id="601" r:id="rId1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020" y="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4EEE5-0269-41C3-8BE4-0D0823A29EA8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3CB09-DAAB-46D0-A34F-2BB038C5B0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恩典的記號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站在大海邊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才發現自己是多渺小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4D60-54B4-D869-5DBB-E5C95EB9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A9BE2B4-25BE-3ED5-E20F-7C5F765AC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登上最高山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才發現天有多高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F098D5-60EF-75BD-E580-45560C396EBC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9938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B8DEE-DDAE-8960-C35C-F2C91D31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40297E7-3E90-B0F3-4D60-AE13C9E2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浩瀚的宇宙中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我真的微不足道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像灰塵  消失也沒人知道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B924F-1FAD-1D28-65BE-A31829568DC2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188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D830E-E4B5-01F9-E779-9862318E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2EAB22-63DE-CBA1-726C-CD89E17AD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夜空的星星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彷彿在對著我微微笑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80A00-85A1-15DF-C762-E6455BB5F8C0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2284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2A033-AB21-63BF-A7DE-76D88855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2AEF957-A1C7-4233-BCE7-823373BB4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輕聲告訴我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一切祂都看見了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DAC053-1AFC-0C6A-66E5-31E0E37C6B3F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225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31C9-48F5-4DA4-A895-18551264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6BEB7D3-2798-86DC-2B72-2D1D6728A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我所有掙扎  所有軟弱和跌倒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將成為主恩典的記號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7B4A1-9B0A-4C4D-254F-A67D9A7BEAE5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581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2431F-FB2B-9C25-5B83-F8B742C7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B2FDEFA-FF6A-0975-ABC5-C89F4A066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當我呼求  耶穌聽見我的禱告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千萬人中  祂竟關心我的需要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945BFD-1A2F-5920-1DA5-11D99E060B42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83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A1CB2-949A-97B5-31A7-46D805B3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7018F7-FD34-D5BD-4FC4-8B9417E4C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走過的路  有歡笑有淚水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都留下主恩典的記號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38E23-A147-9435-00A6-BD35196207F0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1715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7B3A-E13F-683A-3106-7CB06F56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842EDB6-406D-D830-4442-7C0A0CE6F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在風雨中  耶穌將我緊緊擁抱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我深知道  祂是我永遠的依靠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174AB-85F7-F77E-0B7D-04EA45D307B1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4016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0F48E-5F6B-E773-D950-152965448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1788DA3-70E5-A831-36CF-331E3DB5D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走過的路  有歡笑有淚水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將成為主恩典的記號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2E8801-4365-E30A-9A3D-FBE7530212FF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716321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9</TotalTime>
  <Words>227</Words>
  <Application>Microsoft Office PowerPoint</Application>
  <PresentationFormat>On-screen Show (16:9)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佈景主題11</vt:lpstr>
      <vt:lpstr>恩典的記號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恩典的記號</dc:title>
  <dc:creator>DAIDUONG</dc:creator>
  <cp:lastModifiedBy>Joe Cheng</cp:lastModifiedBy>
  <cp:revision>5</cp:revision>
  <dcterms:created xsi:type="dcterms:W3CDTF">2014-07-25T03:10:51Z</dcterms:created>
  <dcterms:modified xsi:type="dcterms:W3CDTF">2024-11-02T03:37:15Z</dcterms:modified>
</cp:coreProperties>
</file>