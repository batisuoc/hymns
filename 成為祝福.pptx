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3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0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1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5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3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7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8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0070C-575B-4EAF-ABF8-8E980DDDC65C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D1198-0F50-48A9-A245-EC03B8C7D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4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成為祝福 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祢呼召我  離開本地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我舒適的地方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心中會軟弱  雙腳會顫抖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但祢賜我力量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861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我的生命  獻上在這祭壇上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預備自己  被祢擴張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804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祢的帶領  總是超乎我想像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我願順服  我願降服於祢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005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成為祝福  我願意獻上我生命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願祢滿足  我願意跟隨祢腳步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872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成為祝福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我要一生頌讚祢名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298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我願獻上所有  毫無保留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讓那地因我順服而得福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09974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158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成為祝福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2024-08-02T16:53:41Z</dcterms:created>
  <dcterms:modified xsi:type="dcterms:W3CDTF">2024-08-02T16:57:47Z</dcterms:modified>
</cp:coreProperties>
</file>