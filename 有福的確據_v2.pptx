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4" autoAdjust="0"/>
    <p:restoredTop sz="94660"/>
  </p:normalViewPr>
  <p:slideViewPr>
    <p:cSldViewPr snapToGrid="0">
      <p:cViewPr varScale="1">
        <p:scale>
          <a:sx n="52" d="100"/>
          <a:sy n="52" d="100"/>
        </p:scale>
        <p:origin x="1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有福的確據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有福的確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據  耶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穌屬我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我今的先嚐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主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榮耀喜樂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為神的後嗣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贖功成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由聖靈重生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寶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血洗淨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970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這是我信息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我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的詩歌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讚美我救主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晝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夜唱和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202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完全的順服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快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樂無比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有福的異象顯在我心裡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237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天使帶信息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由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天而來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報明主憐憫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述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說主愛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 smtClean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26204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121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Microsoft JhengHei</vt:lpstr>
      <vt:lpstr>Microsoft JhengHei</vt:lpstr>
      <vt:lpstr>新細明體</vt:lpstr>
      <vt:lpstr>Arial</vt:lpstr>
      <vt:lpstr>Calibri</vt:lpstr>
      <vt:lpstr>Times New Roman</vt:lpstr>
      <vt:lpstr>Theme1</vt:lpstr>
      <vt:lpstr>有福的確據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有福的確據</dc:title>
  <dc:creator>Joe Cheng</dc:creator>
  <cp:lastModifiedBy>Joe Cheng</cp:lastModifiedBy>
  <cp:revision>3</cp:revision>
  <dcterms:created xsi:type="dcterms:W3CDTF">2026-08-01T03:35:52Z</dcterms:created>
  <dcterms:modified xsi:type="dcterms:W3CDTF">2026-08-01T03:41:33Z</dcterms:modified>
</cp:coreProperties>
</file>