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28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DC8B0-617F-4E4B-B385-90648234063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A0DC7-547F-497F-A3AC-88686481F29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的愛長闊高深</a:t>
            </a:r>
          </a:p>
        </p:txBody>
      </p:sp>
    </p:spTree>
    <p:extLst>
      <p:ext uri="{BB962C8B-B14F-4D97-AF65-F5344CB8AC3E}">
        <p14:creationId xmlns:p14="http://schemas.microsoft.com/office/powerpoint/2010/main" val="116066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的愛長闊高深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的信實永不改變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9907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平安喜樂常與我同在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應許我得安慰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591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哈利路亞  哈利路亞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我敬畏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我等候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829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哈利路亞  哈利路亞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我的主  我讚美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7827468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4</TotalTime>
  <Words>84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Church Theme</vt:lpstr>
      <vt:lpstr>祢的愛長闊高深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你的愛長闊高深</dc:title>
  <dc:creator>Windows User</dc:creator>
  <cp:lastModifiedBy>Uncle Jo</cp:lastModifiedBy>
  <cp:revision>4</cp:revision>
  <dcterms:created xsi:type="dcterms:W3CDTF">2019-08-23T17:11:07Z</dcterms:created>
  <dcterms:modified xsi:type="dcterms:W3CDTF">2026-03-06T15:32:21Z</dcterms:modified>
</cp:coreProperties>
</file>