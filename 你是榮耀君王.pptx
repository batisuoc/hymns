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0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83055-2D7F-4D17-BC59-DFB38579382F}" type="datetimeFigureOut">
              <a:rPr lang="en-US" smtClean="0"/>
              <a:pPr/>
              <a:t>3/23/2024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A5CB-56F3-42FD-881E-C0BEE4B3A2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83055-2D7F-4D17-BC59-DFB38579382F}" type="datetimeFigureOut">
              <a:rPr lang="en-US" smtClean="0"/>
              <a:pPr/>
              <a:t>3/23/2024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A5CB-56F3-42FD-881E-C0BEE4B3A2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83055-2D7F-4D17-BC59-DFB38579382F}" type="datetimeFigureOut">
              <a:rPr lang="en-US" smtClean="0"/>
              <a:pPr/>
              <a:t>3/23/2024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A5CB-56F3-42FD-881E-C0BEE4B3A2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83055-2D7F-4D17-BC59-DFB38579382F}" type="datetimeFigureOut">
              <a:rPr lang="en-US" smtClean="0"/>
              <a:pPr/>
              <a:t>3/23/2024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A5CB-56F3-42FD-881E-C0BEE4B3A2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83055-2D7F-4D17-BC59-DFB38579382F}" type="datetimeFigureOut">
              <a:rPr lang="en-US" smtClean="0"/>
              <a:pPr/>
              <a:t>3/23/2024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A5CB-56F3-42FD-881E-C0BEE4B3A2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83055-2D7F-4D17-BC59-DFB38579382F}" type="datetimeFigureOut">
              <a:rPr lang="en-US" smtClean="0"/>
              <a:pPr/>
              <a:t>3/23/2024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A5CB-56F3-42FD-881E-C0BEE4B3A2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83055-2D7F-4D17-BC59-DFB38579382F}" type="datetimeFigureOut">
              <a:rPr lang="en-US" smtClean="0"/>
              <a:pPr/>
              <a:t>3/23/2024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A5CB-56F3-42FD-881E-C0BEE4B3A2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83055-2D7F-4D17-BC59-DFB38579382F}" type="datetimeFigureOut">
              <a:rPr lang="en-US" smtClean="0"/>
              <a:pPr/>
              <a:t>3/23/2024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A5CB-56F3-42FD-881E-C0BEE4B3A2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83055-2D7F-4D17-BC59-DFB38579382F}" type="datetimeFigureOut">
              <a:rPr lang="en-US" smtClean="0"/>
              <a:pPr/>
              <a:t>3/23/2024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A5CB-56F3-42FD-881E-C0BEE4B3A2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83055-2D7F-4D17-BC59-DFB38579382F}" type="datetimeFigureOut">
              <a:rPr lang="en-US" smtClean="0"/>
              <a:pPr/>
              <a:t>3/23/2024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A5CB-56F3-42FD-881E-C0BEE4B3A2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83055-2D7F-4D17-BC59-DFB38579382F}" type="datetimeFigureOut">
              <a:rPr lang="en-US" smtClean="0"/>
              <a:pPr/>
              <a:t>3/23/2024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A5CB-56F3-42FD-881E-C0BEE4B3A2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83055-2D7F-4D17-BC59-DFB38579382F}" type="datetimeFigureOut">
              <a:rPr lang="en-US" smtClean="0"/>
              <a:pPr/>
              <a:t>3/23/2024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5A5CB-56F3-42FD-881E-C0BEE4B3A23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是榮耀君王</a:t>
            </a:r>
          </a:p>
        </p:txBody>
      </p:sp>
    </p:spTree>
    <p:extLst>
      <p:ext uri="{BB962C8B-B14F-4D97-AF65-F5344CB8AC3E}">
        <p14:creationId xmlns:p14="http://schemas.microsoft.com/office/powerpoint/2010/main" val="2828824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是榮耀的君王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是和平之主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81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4700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是天地萬有主宰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惟有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聖潔公義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81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014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天使都向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跪下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敬拜尊崇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81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348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有永生之道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是主耶穌基督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81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973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和散那歸於大衛的子孫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和散那歸於萬王之王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81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9955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願榮耀歸於至高神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耶穌是彌賽亞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81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3439363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24</TotalTime>
  <Words>119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佈景主題1</vt:lpstr>
      <vt:lpstr>祢是榮耀君王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你是榮耀君王</dc:title>
  <dc:creator>Admin</dc:creator>
  <cp:lastModifiedBy>batisuoc</cp:lastModifiedBy>
  <cp:revision>8</cp:revision>
  <dcterms:created xsi:type="dcterms:W3CDTF">2013-03-17T00:26:02Z</dcterms:created>
  <dcterms:modified xsi:type="dcterms:W3CDTF">2024-03-23T11:49:37Z</dcterms:modified>
</cp:coreProperties>
</file>