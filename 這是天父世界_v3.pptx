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3" d="100"/>
          <a:sy n="73" d="100"/>
        </p:scale>
        <p:origin x="84" y="7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01C5A-C74B-4930-AC12-C09894D28342}" type="datetimeFigureOut">
              <a:rPr lang="en-US" smtClean="0"/>
              <a:pPr/>
              <a:t>1/18/2025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D9164-2450-428D-A77F-ECD64A4346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649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01C5A-C74B-4930-AC12-C09894D28342}" type="datetimeFigureOut">
              <a:rPr lang="en-US" smtClean="0"/>
              <a:pPr/>
              <a:t>1/18/2025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D9164-2450-428D-A77F-ECD64A4346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19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01C5A-C74B-4930-AC12-C09894D28342}" type="datetimeFigureOut">
              <a:rPr lang="en-US" smtClean="0"/>
              <a:pPr/>
              <a:t>1/18/2025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D9164-2450-428D-A77F-ECD64A4346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422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01C5A-C74B-4930-AC12-C09894D28342}" type="datetimeFigureOut">
              <a:rPr lang="en-US" smtClean="0"/>
              <a:pPr/>
              <a:t>1/18/2025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D9164-2450-428D-A77F-ECD64A4346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825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01C5A-C74B-4930-AC12-C09894D28342}" type="datetimeFigureOut">
              <a:rPr lang="en-US" smtClean="0"/>
              <a:pPr/>
              <a:t>1/18/2025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D9164-2450-428D-A77F-ECD64A4346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789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01C5A-C74B-4930-AC12-C09894D28342}" type="datetimeFigureOut">
              <a:rPr lang="en-US" smtClean="0"/>
              <a:pPr/>
              <a:t>1/18/2025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D9164-2450-428D-A77F-ECD64A4346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70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01C5A-C74B-4930-AC12-C09894D28342}" type="datetimeFigureOut">
              <a:rPr lang="en-US" smtClean="0"/>
              <a:pPr/>
              <a:t>1/18/2025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D9164-2450-428D-A77F-ECD64A4346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667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01C5A-C74B-4930-AC12-C09894D28342}" type="datetimeFigureOut">
              <a:rPr lang="en-US" smtClean="0"/>
              <a:pPr/>
              <a:t>1/18/2025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D9164-2450-428D-A77F-ECD64A4346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574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01C5A-C74B-4930-AC12-C09894D28342}" type="datetimeFigureOut">
              <a:rPr lang="en-US" smtClean="0"/>
              <a:pPr/>
              <a:t>1/18/2025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D9164-2450-428D-A77F-ECD64A4346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831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01C5A-C74B-4930-AC12-C09894D28342}" type="datetimeFigureOut">
              <a:rPr lang="en-US" smtClean="0"/>
              <a:pPr/>
              <a:t>1/18/2025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D9164-2450-428D-A77F-ECD64A4346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748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01C5A-C74B-4930-AC12-C09894D28342}" type="datetimeFigureOut">
              <a:rPr lang="en-US" smtClean="0"/>
              <a:pPr/>
              <a:t>1/18/2025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D9164-2450-428D-A77F-ECD64A4346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476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01C5A-C74B-4930-AC12-C09894D28342}" type="datetimeFigureOut">
              <a:rPr lang="en-US" smtClean="0"/>
              <a:pPr/>
              <a:t>1/18/2025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D9164-2450-428D-A77F-ECD64A4346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314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這是天父世界</a:t>
            </a:r>
          </a:p>
        </p:txBody>
      </p:sp>
    </p:spTree>
    <p:extLst>
      <p:ext uri="{BB962C8B-B14F-4D97-AF65-F5344CB8AC3E}">
        <p14:creationId xmlns:p14="http://schemas.microsoft.com/office/powerpoint/2010/main" val="2678165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這是天父世界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孩童側耳要聽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( 1 / 3 )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498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宇宙唱歌  四圍響應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星辰作樂同聲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( 1 / 3 )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712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這是天父世界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我心滿有安寧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( 1 / 3 )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393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樹木花草  蒼天碧海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述說天父全能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( 1 / 3 )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686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這是天父世界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小鳥展翅飛鳴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( 2 / 3 )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132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清晨明亮  好花美麗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證明天理精深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( 2 / 3 )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201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這是天父世界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祂愛普及萬千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( 2 / 3 )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262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風吹之草  將祂表現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天父充滿世間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( 2 / 3 )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958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這是天父世界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求主叫我不忘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( 3 / 3 )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251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罪惡雖然好像得勝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天父卻仍掌管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( 3 / 3 )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264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這是天父世界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我心不必憂傷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( 3 / 3 )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836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我主作王  天地同唱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歌聲充滿萬方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( 3 / 3 )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76118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50C947AA-E878-4387-BE9D-589F450EFB2D}" vid="{E1718405-23E7-4778-B443-999E460CE37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26</TotalTime>
  <Words>222</Words>
  <Application>Microsoft Office PowerPoint</Application>
  <PresentationFormat>Widescreen</PresentationFormat>
  <Paragraphs>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微軟正黑體</vt:lpstr>
      <vt:lpstr>微軟正黑體</vt:lpstr>
      <vt:lpstr>Arial</vt:lpstr>
      <vt:lpstr>Calibri</vt:lpstr>
      <vt:lpstr>Theme1</vt:lpstr>
      <vt:lpstr>這是天父世界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這是天父世界</dc:title>
  <dc:creator>batisuoc</dc:creator>
  <cp:lastModifiedBy>batisuoc</cp:lastModifiedBy>
  <cp:revision>3</cp:revision>
  <dcterms:created xsi:type="dcterms:W3CDTF">2023-08-04T17:22:32Z</dcterms:created>
  <dcterms:modified xsi:type="dcterms:W3CDTF">2025-01-18T14:58:32Z</dcterms:modified>
</cp:coreProperties>
</file>