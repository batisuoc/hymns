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7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-462" y="-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 smtClean="0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192649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25119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 smtClean="0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41642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825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 smtClean="0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 smtClean="0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143789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82370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526667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 smtClean="0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607574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 smtClean="0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 smtClean="0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370831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58748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 smtClean="0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 smtClean="0"/>
              <a:t>Edit Master text styles</a:t>
            </a:r>
          </a:p>
          <a:p>
            <a:pPr lvl="1"/>
            <a:r>
              <a:rPr lang="en-US" altLang="zh-TW" smtClean="0"/>
              <a:t>Second level</a:t>
            </a:r>
          </a:p>
          <a:p>
            <a:pPr lvl="2"/>
            <a:r>
              <a:rPr lang="en-US" altLang="zh-TW" smtClean="0"/>
              <a:t>Third level</a:t>
            </a:r>
          </a:p>
          <a:p>
            <a:pPr lvl="3"/>
            <a:r>
              <a:rPr lang="en-US" altLang="zh-TW" smtClean="0"/>
              <a:t>Fourth level</a:t>
            </a:r>
          </a:p>
          <a:p>
            <a:pPr lvl="4"/>
            <a:r>
              <a:rPr lang="en-US" altLang="zh-TW" smtClean="0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06947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001C5A-C74B-4930-AC12-C09894D28342}" type="datetimeFigureOut">
              <a:rPr lang="en-US" smtClean="0"/>
              <a:pPr/>
              <a:t>1/9/2024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D9164-2450-428D-A77F-ECD64A4346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2413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這是天父世界</a:t>
            </a:r>
          </a:p>
        </p:txBody>
      </p:sp>
    </p:spTree>
    <p:extLst>
      <p:ext uri="{BB962C8B-B14F-4D97-AF65-F5344CB8AC3E}">
        <p14:creationId xmlns:p14="http://schemas.microsoft.com/office/powerpoint/2010/main" xmlns="" val="2678165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孩童側耳要聽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( 1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676498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宇宙唱歌  四圍響應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星辰作樂同聲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( 1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72712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我心滿有安寧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( 1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626393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樹木花草  蒼天碧海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述說天父全能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( 1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86686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小鳥展翅飛鳴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( 2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04132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清晨明亮  好花美麗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證明天理精深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( 2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85201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祂愛普及萬千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( 2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327262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風吹之草  將祂表現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天父充滿世間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( 2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85958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求主叫我不忘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( 3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54251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罪惡雖然好像得勝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天父卻仍掌管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( 3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322264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這是天父世界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我心不必憂傷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( 3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749836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我主作王  天地同唱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歌聲充滿萬方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157192"/>
            <a:ext cx="12192000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33" b="1" dirty="0">
                <a:solidFill>
                  <a:srgbClr val="660033"/>
                </a:solidFill>
                <a:ea typeface="Microsoft JhengHei" panose="020B0604030504040204" pitchFamily="34" charset="-120"/>
                <a:cs typeface="Arial" panose="020B0604020202020204" pitchFamily="34" charset="0"/>
              </a:rPr>
              <a:t>( 3 / 3 )</a:t>
            </a:r>
            <a:endParaRPr lang="vi-VN" sz="3733" b="1" dirty="0">
              <a:solidFill>
                <a:srgbClr val="660033"/>
              </a:solidFill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41761181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Theme1" id="{50C947AA-E878-4387-BE9D-589F450EFB2D}" vid="{E1718405-23E7-4778-B443-999E460CE37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0</TotalTime>
  <Words>175</Words>
  <Application>Microsoft Office PowerPoint</Application>
  <PresentationFormat>自訂</PresentationFormat>
  <Paragraphs>37</Paragraphs>
  <Slides>14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5" baseType="lpstr">
      <vt:lpstr>Theme1</vt:lpstr>
      <vt:lpstr>這是天父世界</vt:lpstr>
      <vt:lpstr>投影片 2</vt:lpstr>
      <vt:lpstr>投影片 3</vt:lpstr>
      <vt:lpstr>投影片 4</vt:lpstr>
      <vt:lpstr>投影片 5</vt:lpstr>
      <vt:lpstr>投影片 6</vt:lpstr>
      <vt:lpstr>投影片 7</vt:lpstr>
      <vt:lpstr>投影片 8</vt:lpstr>
      <vt:lpstr>投影片 9</vt:lpstr>
      <vt:lpstr>投影片 10</vt:lpstr>
      <vt:lpstr>投影片 11</vt:lpstr>
      <vt:lpstr>投影片 12</vt:lpstr>
      <vt:lpstr>投影片 13</vt:lpstr>
      <vt:lpstr>投影片 14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這是天父世界</dc:title>
  <dc:creator>batisuoc</dc:creator>
  <cp:lastModifiedBy>PowerPoint</cp:lastModifiedBy>
  <cp:revision>2</cp:revision>
  <dcterms:created xsi:type="dcterms:W3CDTF">2023-08-04T17:22:32Z</dcterms:created>
  <dcterms:modified xsi:type="dcterms:W3CDTF">2024-01-09T12:25:37Z</dcterms:modified>
</cp:coreProperties>
</file>