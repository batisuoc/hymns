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7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7E6BA-C17D-4DE3-A8A4-9877A2D746E7}" type="datetimeFigureOut">
              <a:rPr lang="vi-VN" smtClean="0"/>
              <a:t>28/09/2024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AE3D6-A0A5-44C3-B5B2-1060ED806A7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64949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7E6BA-C17D-4DE3-A8A4-9877A2D746E7}" type="datetimeFigureOut">
              <a:rPr lang="vi-VN" smtClean="0"/>
              <a:t>28/09/2024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AE3D6-A0A5-44C3-B5B2-1060ED806A7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47798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7E6BA-C17D-4DE3-A8A4-9877A2D746E7}" type="datetimeFigureOut">
              <a:rPr lang="vi-VN" smtClean="0"/>
              <a:t>28/09/2024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AE3D6-A0A5-44C3-B5B2-1060ED806A7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52070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7E6BA-C17D-4DE3-A8A4-9877A2D746E7}" type="datetimeFigureOut">
              <a:rPr lang="vi-VN" smtClean="0"/>
              <a:t>28/09/2024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AE3D6-A0A5-44C3-B5B2-1060ED806A7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539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7E6BA-C17D-4DE3-A8A4-9877A2D746E7}" type="datetimeFigureOut">
              <a:rPr lang="vi-VN" smtClean="0"/>
              <a:t>28/09/2024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AE3D6-A0A5-44C3-B5B2-1060ED806A7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20752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7E6BA-C17D-4DE3-A8A4-9877A2D746E7}" type="datetimeFigureOut">
              <a:rPr lang="vi-VN" smtClean="0"/>
              <a:t>28/09/2024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AE3D6-A0A5-44C3-B5B2-1060ED806A7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47016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7E6BA-C17D-4DE3-A8A4-9877A2D746E7}" type="datetimeFigureOut">
              <a:rPr lang="vi-VN" smtClean="0"/>
              <a:t>28/09/2024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AE3D6-A0A5-44C3-B5B2-1060ED806A7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91543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7E6BA-C17D-4DE3-A8A4-9877A2D746E7}" type="datetimeFigureOut">
              <a:rPr lang="vi-VN" smtClean="0"/>
              <a:t>28/09/2024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AE3D6-A0A5-44C3-B5B2-1060ED806A7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23535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7E6BA-C17D-4DE3-A8A4-9877A2D746E7}" type="datetimeFigureOut">
              <a:rPr lang="vi-VN" smtClean="0"/>
              <a:t>28/09/2024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AE3D6-A0A5-44C3-B5B2-1060ED806A7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95189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7E6BA-C17D-4DE3-A8A4-9877A2D746E7}" type="datetimeFigureOut">
              <a:rPr lang="vi-VN" smtClean="0"/>
              <a:t>28/09/2024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AE3D6-A0A5-44C3-B5B2-1060ED806A7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28439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7E6BA-C17D-4DE3-A8A4-9877A2D746E7}" type="datetimeFigureOut">
              <a:rPr lang="vi-VN" smtClean="0"/>
              <a:t>28/09/2024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AE3D6-A0A5-44C3-B5B2-1060ED806A7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64481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67E6BA-C17D-4DE3-A8A4-9877A2D746E7}" type="datetimeFigureOut">
              <a:rPr lang="vi-VN" smtClean="0"/>
              <a:t>28/09/2024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9AE3D6-A0A5-44C3-B5B2-1060ED806A7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98721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594276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榮耀都歸祢</a:t>
            </a:r>
            <a:endParaRPr lang="zh-TW" altLang="en-US" sz="72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23623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哈利路亞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榮耀歸寶座羔羊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154506-5132-16CC-74E3-70ECA7E7A0F7}"/>
              </a:ext>
            </a:extLst>
          </p:cNvPr>
          <p:cNvSpPr txBox="1"/>
          <p:nvPr/>
        </p:nvSpPr>
        <p:spPr>
          <a:xfrm>
            <a:off x="0" y="5253348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361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哈利路亞  榮耀都歸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榮耀都歸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真神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C9158A-9098-53AD-905E-2C576DA7A861}"/>
              </a:ext>
            </a:extLst>
          </p:cNvPr>
          <p:cNvSpPr txBox="1"/>
          <p:nvPr/>
        </p:nvSpPr>
        <p:spPr>
          <a:xfrm>
            <a:off x="0" y="5253348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94542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我一生都要來敬拜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哈利路亞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14F3EA-F54C-AFAD-2BAE-E067318D5BF7}"/>
              </a:ext>
            </a:extLst>
          </p:cNvPr>
          <p:cNvSpPr txBox="1"/>
          <p:nvPr/>
        </p:nvSpPr>
        <p:spPr>
          <a:xfrm>
            <a:off x="0" y="5253348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88752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我的手我的口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我全心我全人</a:t>
            </a:r>
            <a:r>
              <a:rPr lang="en-US" altLang="zh-CN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都要敬拜祢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1BD3D5-109F-FE86-EDFC-DE65A528BB4F}"/>
              </a:ext>
            </a:extLst>
          </p:cNvPr>
          <p:cNvSpPr txBox="1"/>
          <p:nvPr/>
        </p:nvSpPr>
        <p:spPr>
          <a:xfrm>
            <a:off x="0" y="5253348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49713719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1A8DE197-990E-4893-BF04-3823FBB50F9A}" vid="{430B7048-5A04-4BDB-939A-C7E865DB88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2</TotalTime>
  <Words>78</Words>
  <Application>Microsoft Office PowerPoint</Application>
  <PresentationFormat>Widescreen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Microsoft JhengHei</vt:lpstr>
      <vt:lpstr>Microsoft JhengHei</vt:lpstr>
      <vt:lpstr>Arial</vt:lpstr>
      <vt:lpstr>Calibri</vt:lpstr>
      <vt:lpstr>Theme1</vt:lpstr>
      <vt:lpstr>榮耀都歸祢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榮耀都歸袮</dc:title>
  <dc:creator>Windows User</dc:creator>
  <cp:lastModifiedBy>batisuoc</cp:lastModifiedBy>
  <cp:revision>3</cp:revision>
  <dcterms:created xsi:type="dcterms:W3CDTF">2021-03-06T04:38:06Z</dcterms:created>
  <dcterms:modified xsi:type="dcterms:W3CDTF">2024-09-27T17:44:48Z</dcterms:modified>
</cp:coreProperties>
</file>