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9A6A-427F-4B19-8281-5DE5E0B60C4E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441FE-0C2E-48AE-B6F1-B56E0E99A8F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安靜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303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安靜讓平安入我心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深深知道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是我的神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478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風浪讓我靈更堅定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在我身旁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使風浪平息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610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我不害怕  我仍然要敬拜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陪我走向應許之處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773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充滿盼望  我一生要敬拜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生命滿有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的印記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484487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9</TotalTime>
  <Words>90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佈景主題11</vt:lpstr>
      <vt:lpstr>安靜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安靜</dc:title>
  <dc:creator>User</dc:creator>
  <cp:lastModifiedBy>batisuoc</cp:lastModifiedBy>
  <cp:revision>6</cp:revision>
  <dcterms:created xsi:type="dcterms:W3CDTF">2017-08-20T00:29:20Z</dcterms:created>
  <dcterms:modified xsi:type="dcterms:W3CDTF">2024-06-22T09:13:58Z</dcterms:modified>
</cp:coreProperties>
</file>