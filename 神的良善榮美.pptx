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07" r:id="rId2"/>
    <p:sldId id="608" r:id="rId3"/>
    <p:sldId id="609" r:id="rId4"/>
    <p:sldId id="610" r:id="rId5"/>
    <p:sldId id="611" r:id="rId6"/>
    <p:sldId id="612" r:id="rId7"/>
    <p:sldId id="613" r:id="rId8"/>
    <p:sldId id="614" r:id="rId9"/>
    <p:sldId id="615" r:id="rId10"/>
    <p:sldId id="616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>
      <p:cViewPr varScale="1">
        <p:scale>
          <a:sx n="39" d="100"/>
          <a:sy n="39" d="100"/>
        </p:scale>
        <p:origin x="10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091D-C212-4D18-AD65-8E17A33D5B7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E363-609B-43CC-87B9-0A6A82955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41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091D-C212-4D18-AD65-8E17A33D5B7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E363-609B-43CC-87B9-0A6A82955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5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091D-C212-4D18-AD65-8E17A33D5B7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E363-609B-43CC-87B9-0A6A82955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1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091D-C212-4D18-AD65-8E17A33D5B7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E363-609B-43CC-87B9-0A6A82955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19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091D-C212-4D18-AD65-8E17A33D5B7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E363-609B-43CC-87B9-0A6A82955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1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091D-C212-4D18-AD65-8E17A33D5B7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E363-609B-43CC-87B9-0A6A82955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60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091D-C212-4D18-AD65-8E17A33D5B7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E363-609B-43CC-87B9-0A6A82955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50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091D-C212-4D18-AD65-8E17A33D5B7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E363-609B-43CC-87B9-0A6A82955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69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091D-C212-4D18-AD65-8E17A33D5B7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E363-609B-43CC-87B9-0A6A82955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5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091D-C212-4D18-AD65-8E17A33D5B7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E363-609B-43CC-87B9-0A6A82955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04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091D-C212-4D18-AD65-8E17A33D5B7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E363-609B-43CC-87B9-0A6A82955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33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1091D-C212-4D18-AD65-8E17A33D5B7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6E363-609B-43CC-87B9-0A6A82955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32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的良善榮美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我深愛祢  祢的憐憫永不改變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每一天祢的恩手扶持我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清晨當我睜開雙眼  直到我躺臥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我要歌唱神的良善榮美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669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一生信實對我顧念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一生美好待我到永遠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5495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一切所有生命氣息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我要歌唱  神的良善榮美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2138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祢的聲音  領我經過水火試煉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黑暗中  如此親近我的靈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7920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祢是我的天父  祢是我良友</a:t>
            </a:r>
            <a:endParaRPr lang="en-US" altLang="zh-CN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一生活在  祢的良善榮美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0358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祢良善永看顧我  永伴隨我生命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祢良善永看顧我  永伴隨我生命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1814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當我降服祢  我獻上生命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所有全屬於祢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5004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祢良善永看顧我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永伴隨我生命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875549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6A402C77-026D-4881-BB2B-7B34BF23C32C}" vid="{541AE848-6608-42F9-97E1-D16C833B781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221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Theme1</vt:lpstr>
      <vt:lpstr>神的良善榮美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Cheng</dc:creator>
  <cp:lastModifiedBy>Joe Cheng</cp:lastModifiedBy>
  <cp:revision>1</cp:revision>
  <dcterms:created xsi:type="dcterms:W3CDTF">2024-10-19T03:36:39Z</dcterms:created>
  <dcterms:modified xsi:type="dcterms:W3CDTF">2024-10-19T03:38:56Z</dcterms:modified>
</cp:coreProperties>
</file>