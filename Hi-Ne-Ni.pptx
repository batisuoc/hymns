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en-US" sz="8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</a:rPr>
              <a:t>Hi – Ne – Ni </a:t>
            </a:r>
            <a:endParaRPr lang="zh-TW" altLang="en-US" sz="80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1465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耶和華我的主啊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使我放下心中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放下心中所愛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3490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耶和華我的主啊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使我打碎心中  心中偶像</a:t>
            </a:r>
            <a:endParaRPr 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8157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直到我在敬拜中獻上自己為祭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無怨無悔  永不回頭</a:t>
            </a:r>
            <a:endParaRPr 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8807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直到我在祭壇那裡得著命定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無怨無悔  我在這裡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0237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0066"/>
                </a:solidFill>
                <a:ea typeface="微軟正黑體" pitchFamily="34" charset="-120"/>
              </a:rPr>
              <a:t>Hi-Ne-Ni　</a:t>
            </a:r>
            <a:r>
              <a:rPr lang="en-US" sz="6400" b="1" dirty="0" err="1">
                <a:solidFill>
                  <a:srgbClr val="000066"/>
                </a:solidFill>
                <a:ea typeface="微軟正黑體" pitchFamily="34" charset="-120"/>
              </a:rPr>
              <a:t>Hi-Ne-Ni</a:t>
            </a:r>
            <a:r>
              <a:rPr 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燒我  差我  我在這裡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1013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0066"/>
                </a:solidFill>
                <a:ea typeface="微軟正黑體" pitchFamily="34" charset="-120"/>
              </a:rPr>
              <a:t>Hi-Ne-Ni　</a:t>
            </a:r>
            <a:r>
              <a:rPr lang="en-US" sz="6400" b="1" dirty="0" err="1">
                <a:solidFill>
                  <a:srgbClr val="000066"/>
                </a:solidFill>
                <a:ea typeface="微軟正黑體" pitchFamily="34" charset="-120"/>
              </a:rPr>
              <a:t>Hi-Ne-Ni</a:t>
            </a:r>
            <a:r>
              <a:rPr 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燒我  差我  </a:t>
            </a:r>
            <a:r>
              <a:rPr lang="en-US" sz="6400" b="1" dirty="0">
                <a:solidFill>
                  <a:srgbClr val="000066"/>
                </a:solidFill>
                <a:ea typeface="微軟正黑體" pitchFamily="34" charset="-120"/>
              </a:rPr>
              <a:t>Hi-Ne-Ni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64667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為這世界黑暗的角落</a:t>
            </a:r>
            <a:r>
              <a:rPr lang="en-US" altLang="zh-TW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我在這裡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為那不曾被安慰的靈魂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00505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我在這裡  </a:t>
            </a:r>
            <a:r>
              <a:rPr lang="en-US" sz="7200" b="1" dirty="0">
                <a:solidFill>
                  <a:srgbClr val="000066"/>
                </a:solidFill>
                <a:ea typeface="微軟正黑體" pitchFamily="34" charset="-120"/>
              </a:rPr>
              <a:t>Hi-Ne-Ni</a:t>
            </a:r>
            <a:endParaRPr lang="en-US" sz="6600" b="1" dirty="0">
              <a:solidFill>
                <a:srgbClr val="000066"/>
              </a:solidFill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我在這裡  </a:t>
            </a:r>
            <a:r>
              <a:rPr lang="en-US" sz="7200" b="1" dirty="0">
                <a:solidFill>
                  <a:srgbClr val="000066"/>
                </a:solidFill>
                <a:ea typeface="微軟正黑體" pitchFamily="34" charset="-120"/>
              </a:rPr>
              <a:t>Hi-Ne-Ni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368433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103</TotalTime>
  <Words>168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佈景主題11</vt:lpstr>
      <vt:lpstr>Hi – Ne – Ni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Hi-Ne-Ni</dc:title>
  <dc:creator>Microsoft Windows</dc:creator>
  <cp:lastModifiedBy>batisuoc</cp:lastModifiedBy>
  <cp:revision>16</cp:revision>
  <dcterms:created xsi:type="dcterms:W3CDTF">2013-01-06T08:09:59Z</dcterms:created>
  <dcterms:modified xsi:type="dcterms:W3CDTF">2025-04-12T10:30:20Z</dcterms:modified>
</cp:coreProperties>
</file>