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2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0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2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9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0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專心仰望耶穌</a:t>
            </a:r>
          </a:p>
        </p:txBody>
      </p:sp>
    </p:spTree>
    <p:extLst>
      <p:ext uri="{BB962C8B-B14F-4D97-AF65-F5344CB8AC3E}">
        <p14:creationId xmlns:p14="http://schemas.microsoft.com/office/powerpoint/2010/main" val="88178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既然有這麼多的見證人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像雲彩圍繞著我們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640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就應該放下各樣重擔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脫下纏累我們的罪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036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既然有這麼多的見證人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像雲彩圍繞著我們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875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以堅忍的心向前奔跑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那擺在我們前面的路程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701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讓我們專心  專心仰望耶穌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那信心的創始完成者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379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以合一的心  並存忍耐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奔跑我們前面的路程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849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讓我們專心  專心仰望耶穌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曠野中的安慰引領者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789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以喜樂的心  並存盼望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奔跑我們前面的路程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3535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專心仰望耶穌</a:t>
            </a:r>
          </a:p>
        </p:txBody>
      </p:sp>
    </p:spTree>
    <p:extLst>
      <p:ext uri="{BB962C8B-B14F-4D97-AF65-F5344CB8AC3E}">
        <p14:creationId xmlns:p14="http://schemas.microsoft.com/office/powerpoint/2010/main" val="2603316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既然有這麼多的見證人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像雲彩圍繞著我們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802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以堅忍的心向前奔跑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那擺在我們前面的路程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153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讓我們專心  專心仰望耶穌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那信心的創始完成者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412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以合一的心  並存忍耐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奔跑我們前面的路程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0481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讓我們專心  專心仰望耶穌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曠野中的安慰引領者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5497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以喜樂的心  並存盼望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奔跑我們前面的路程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7099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讓我們專心  專心仰望耶穌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那信心的創始完成者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450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以合一的心  並存忍耐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奔跑我們前面的路程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1216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讓我們專心  專心仰望耶穌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曠野中的安慰引領者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8447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以喜樂的心  並存盼望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奔跑我們前面的路程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724508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24D0CB3-8EA6-4A1B-A2B3-C8AF54CED1ED}" vid="{99F5462B-3621-4A0E-85FE-64977290B8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421</Words>
  <Application>Microsoft Office PowerPoint</Application>
  <PresentationFormat>Widescreen</PresentationFormat>
  <Paragraphs>56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Microsoft JhengHei</vt:lpstr>
      <vt:lpstr>Microsoft JhengHei</vt:lpstr>
      <vt:lpstr>Arial</vt:lpstr>
      <vt:lpstr>Calibri</vt:lpstr>
      <vt:lpstr>Theme1</vt:lpstr>
      <vt:lpstr>專心仰望耶穌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專心仰望耶穌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唯有耶穌</dc:title>
  <dc:creator>Joe Cheng</dc:creator>
  <cp:lastModifiedBy>Uncle Jo</cp:lastModifiedBy>
  <cp:revision>11</cp:revision>
  <dcterms:created xsi:type="dcterms:W3CDTF">2026-08-21T14:24:34Z</dcterms:created>
  <dcterms:modified xsi:type="dcterms:W3CDTF">2026-10-15T15:12:36Z</dcterms:modified>
</cp:coreProperties>
</file>