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4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01B-5B87-4A49-B942-DEC712B6B7B9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0F774-2780-469F-9DFE-E9316A4864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我們獻上</a:t>
            </a:r>
          </a:p>
        </p:txBody>
      </p:sp>
    </p:spTree>
    <p:extLst>
      <p:ext uri="{BB962C8B-B14F-4D97-AF65-F5344CB8AC3E}">
        <p14:creationId xmlns:p14="http://schemas.microsoft.com/office/powerpoint/2010/main" val="80262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在祢的寶座前  天使聚集讚美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  永遠屬於祢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311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萬國萬口萬邦  穿著潔白衣裳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我們前來  向主歌唱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986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我們獻上全心的讚美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歸於至高全能大君王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3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我們的聲音  述說祢的榮耀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祢的慈愛  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662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我們獻上生命的敬拜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渴慕能夠更多親近祢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194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蒙恩的兒女  歌頌祢的美好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歡迎祢的國度  降臨這土地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138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在祢的同在裡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我們揚聲敬拜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愛慕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頌讚不停息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6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昔在今在永在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萬世尊崇愛戴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為要訴說  祢的愛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740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我們獻上全心的讚美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歸於至高全能大君王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669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我們的聲音  述說祢的榮耀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祢的慈愛  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7387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我們獻上生命的敬拜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渴慕能夠更多親近祢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073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蒙恩的兒女  歌頌祢的美好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歡迎祢的國度降臨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164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榮耀都歸於祢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733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659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我們獻上全心的讚美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歸於至高全能大君王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1280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我們的聲音  述說祢的榮耀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祢的慈愛  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4916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我們獻上生命的敬拜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渴慕能夠更多親近祢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4834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蒙恩的兒女  歌頌祢的美好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歡迎祢的國度  降臨這土地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688152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13</TotalTime>
  <Words>402</Words>
  <Application>Microsoft Office PowerPoint</Application>
  <PresentationFormat>Widescreen</PresentationFormat>
  <Paragraphs>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Microsoft JhengHei</vt:lpstr>
      <vt:lpstr>Microsoft JhengHei</vt:lpstr>
      <vt:lpstr>Arial</vt:lpstr>
      <vt:lpstr>Calibri</vt:lpstr>
      <vt:lpstr>佈景主題1</vt:lpstr>
      <vt:lpstr>我們獻上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我們獻上</dc:title>
  <dc:creator>大唐</dc:creator>
  <cp:lastModifiedBy>batisuoc</cp:lastModifiedBy>
  <cp:revision>5</cp:revision>
  <dcterms:created xsi:type="dcterms:W3CDTF">2017-10-27T03:04:08Z</dcterms:created>
  <dcterms:modified xsi:type="dcterms:W3CDTF">2024-05-25T14:20:37Z</dcterms:modified>
</cp:coreProperties>
</file>