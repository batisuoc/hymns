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353" r:id="rId2"/>
    <p:sldId id="390" r:id="rId3"/>
    <p:sldId id="391" r:id="rId4"/>
    <p:sldId id="392" r:id="rId5"/>
    <p:sldId id="3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4721A-3BB7-4288-B001-4FB03A7092AD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8C923-50CF-4A73-A7F6-4859C68371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愛使我們相聚一起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愛使我們相聚一起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愛使我們相聚一起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DDD0-9A70-7095-37FF-45A78949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C17C5A2-1290-7516-33D1-4CD50383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上帝的愛使我們合而為一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愛使我們相聚一起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5BB1D-6BD0-28E4-E8A5-FB068B9CADD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316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7F6F-C983-2B2D-399D-A69B1B4B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C69B27F-EF78-D76C-7732-B4931C6F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讓我們一起高聲唱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讓主愛從我們開始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31FD1-8DE5-E419-BB84-F8E1CD526C4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624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25E38-5193-656F-428C-61D9F10B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A7AA137-8A86-06DB-D316-365EB3A95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我們手拉手讓世界知道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愛使我們相聚一起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22CAE-2B30-60FC-2077-7B488C6CAE4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249970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</TotalTime>
  <Words>97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微軟正黑體</vt:lpstr>
      <vt:lpstr>Arial</vt:lpstr>
      <vt:lpstr>Calibri</vt:lpstr>
      <vt:lpstr>佈景主題1</vt:lpstr>
      <vt:lpstr>愛使我們相聚一起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愛使我們相聚一起</dc:title>
  <dc:creator>Microsoft Windows</dc:creator>
  <cp:lastModifiedBy>batisuoc</cp:lastModifiedBy>
  <cp:revision>4</cp:revision>
  <dcterms:created xsi:type="dcterms:W3CDTF">2013-01-20T02:13:11Z</dcterms:created>
  <dcterms:modified xsi:type="dcterms:W3CDTF">2025-07-19T09:19:45Z</dcterms:modified>
</cp:coreProperties>
</file>