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  <p:sldId id="400" r:id="rId1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6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榮</a:t>
            </a:r>
            <a:r>
              <a:rPr lang="zh-TW" altLang="en-US" sz="7200" b="1" i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耀  榮耀  榮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耀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這世代　要全心地敬拜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坐在寶座上全能的神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這世代　要一心稱謝祢作為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高舉祢聖名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021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　榮耀　榮耀歸於祢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聖哉　聖哉　聖哉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5255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　榮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耀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耀歸於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6575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昔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在今在永在的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地都敬拜祢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339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這世代　因祢歡喜快樂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祢的名在全地何其美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7868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這世代　要歌頌高舉祢的名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永遠依靠祢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08015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我們依靠耶和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華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祢慈愛不動搖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0381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祢的能力顯為至高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45830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我們依靠耶和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華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唱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詩歌頌祢大能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0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祢坐著為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王</a:t>
            </a:r>
            <a:endParaRPr lang="en-US" altLang="zh-TW" sz="6400" b="1" dirty="0" smtClean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直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到永遠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304218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5</TotalTime>
  <Words>125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Microsoft JhengHei</vt:lpstr>
      <vt:lpstr>Microsoft JhengHei</vt:lpstr>
      <vt:lpstr>新細明體</vt:lpstr>
      <vt:lpstr>Arial</vt:lpstr>
      <vt:lpstr>Calibri</vt:lpstr>
      <vt:lpstr>Theme1</vt:lpstr>
      <vt:lpstr>榮耀  榮耀  榮耀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榮耀  榮耀  榮耀</dc:title>
  <dc:creator>Joe Cheng</dc:creator>
  <cp:lastModifiedBy>Joe Cheng</cp:lastModifiedBy>
  <cp:revision>3</cp:revision>
  <dcterms:created xsi:type="dcterms:W3CDTF">2026-04-29T03:53:29Z</dcterms:created>
  <dcterms:modified xsi:type="dcterms:W3CDTF">2026-04-29T03:58:39Z</dcterms:modified>
</cp:coreProperties>
</file>