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378" y="3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68EC8-F891-4262-8618-380BC85BBFDD}" type="datetimeFigureOut">
              <a:rPr lang="zh-TW" altLang="en-US" smtClean="0"/>
              <a:t>2024/6/8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F6D43-2489-403C-8DFA-FDE0E9C4C2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43135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安靜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676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藏我在  翅膀蔭下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遮蓋我 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在祢大能手中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501D5-820B-FB0F-D11A-D270CEC698B9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9479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當大海翻騰波濤洶湧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我與祢展翅暴風上空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79FC61-A7E2-B893-F609-B084468A06A7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18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父祢仍作王在洪水中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我要安靜  知祢是神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C70AA-986C-289F-4EA2-42E89C6E1503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774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我靈安息  在基督裡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祢大能 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使我安然信靠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666ECE-C511-A07E-FDC7-F94B51734572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0895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當大海翻騰波濤洶湧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我與祢展翅暴風上空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196AE-71F5-C78F-A79E-7C837D9B7D51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272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父祢仍作王在洪水中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我要安靜  知祢是神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59917-D37E-99CB-8D58-3001D58571F3}"/>
              </a:ext>
            </a:extLst>
          </p:cNvPr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562137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6</TotalTime>
  <Words>131</Words>
  <Application>Microsoft Office PowerPoint</Application>
  <PresentationFormat>On-screen Show (16:9)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佈景主題11</vt:lpstr>
      <vt:lpstr>安靜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安靜</dc:title>
  <dc:creator>User</dc:creator>
  <cp:lastModifiedBy>batisuoc</cp:lastModifiedBy>
  <cp:revision>5</cp:revision>
  <dcterms:created xsi:type="dcterms:W3CDTF">2017-09-24T02:18:14Z</dcterms:created>
  <dcterms:modified xsi:type="dcterms:W3CDTF">2024-06-07T17:26:29Z</dcterms:modified>
</cp:coreProperties>
</file>