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2" autoAdjust="0"/>
    <p:restoredTop sz="94660"/>
  </p:normalViewPr>
  <p:slideViewPr>
    <p:cSldViewPr snapToGrid="0">
      <p:cViewPr varScale="1">
        <p:scale>
          <a:sx n="70" d="100"/>
          <a:sy n="70" d="100"/>
        </p:scale>
        <p:origin x="2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敬畏上帝的人有福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敬畏上帝的人有福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因為這是知識的開端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65B1D-A060-22F2-8CE9-ADCA05072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AD5DB8-19D0-4183-7A14-D98FC440D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敬畏上帝的人有福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認識上帝便是聰明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E95924-B478-55E5-C1D7-33C94660FDF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6948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B8A44-E9FE-1364-B75B-0A0E30C5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7600371-A20C-36C5-660F-466EEDE10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求祢將祢的道指示我</a:t>
            </a: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求祢引導我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C136D3-5451-AD3C-8760-9716D738725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60094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DAE98-664A-D10D-E45D-EEFC88509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41E0E57-677E-81EC-156F-C22C04CA5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我將祢話藏在我心</a:t>
            </a: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免得我得罪祢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846134-03CB-71D3-85E8-6D9494A52456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02353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1</TotalTime>
  <Words>85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Theme1</vt:lpstr>
      <vt:lpstr>敬畏上帝的人有福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1</cp:revision>
  <dcterms:created xsi:type="dcterms:W3CDTF">2026-02-06T14:55:47Z</dcterms:created>
  <dcterms:modified xsi:type="dcterms:W3CDTF">2026-02-06T14:56:57Z</dcterms:modified>
</cp:coreProperties>
</file>