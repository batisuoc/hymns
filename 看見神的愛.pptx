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599" r:id="rId4"/>
    <p:sldId id="600" r:id="rId5"/>
    <p:sldId id="601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722A-0BAF-4B82-A8FD-B3157334DE09}" type="datetimeFigureOut">
              <a:rPr lang="zh-TW" altLang="en-US" smtClean="0"/>
              <a:t>2025/5/9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8948B-79A1-4671-9FAC-76A6AEC5EC2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看見神的愛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我看見神的愛  在溫暖的陽光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我看見神的愛  在澎湃的海洋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27829-F6B2-E0BD-FDBD-4CF64722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5BDC923-F841-D61A-736C-4E3F71732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我看見神的愛  在憐憫的心腸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我看見神的愛  在你我的臉上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F664E-EDAA-39C8-BDC1-F52F6827D573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184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16ECB-CD04-723D-D95C-A125EF22A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0D3DFF-FF75-90F8-B209-7740DF5F6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在每個微笑  在每個擁抱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在每個祈禱  我能看見神的愛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50D40-441C-AD57-C38A-E9D8BCF6E9C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742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C01AC-679C-4A98-F9D1-BCBC1FAF3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45F0578-B6D1-7F8E-DEC1-18EF555B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在每個微笑  在每個擁抱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在每個祈禱  我看見神的愛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3BD12-B02F-F0A7-0383-85EDF95E239C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277668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</TotalTime>
  <Words>112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看見神的愛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看見神的愛</dc:title>
  <dc:creator>大唐</dc:creator>
  <cp:lastModifiedBy>batisuoc</cp:lastModifiedBy>
  <cp:revision>3</cp:revision>
  <dcterms:created xsi:type="dcterms:W3CDTF">2018-02-15T12:57:27Z</dcterms:created>
  <dcterms:modified xsi:type="dcterms:W3CDTF">2025-05-09T14:45:42Z</dcterms:modified>
</cp:coreProperties>
</file>