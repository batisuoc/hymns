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16F66-9758-4FBC-B24D-658CEEE1F2E2}" type="datetimeFigureOut">
              <a:rPr lang="zh-TW" altLang="en-US" smtClean="0"/>
              <a:t>2024/5/25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17C07-3F80-4B90-B640-AEB9C70C4CF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震動天地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300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我們歡呼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我們慶賀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454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戰勝黑暗權勢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09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我們歡呼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我們慶賀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310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得勝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已復活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6717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要震動天地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必震動滄海旱地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0993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因萬國萬邦全都屬於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60981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使聖殿充滿榮耀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榮耀大過榮耀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376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必賜平安  必賜福這地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59544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15</TotalTime>
  <Words>132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震動天地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震動天地</dc:title>
  <dc:creator>大唐</dc:creator>
  <cp:lastModifiedBy>batisuoc</cp:lastModifiedBy>
  <cp:revision>5</cp:revision>
  <dcterms:created xsi:type="dcterms:W3CDTF">2018-08-25T13:18:48Z</dcterms:created>
  <dcterms:modified xsi:type="dcterms:W3CDTF">2024-05-25T14:16:19Z</dcterms:modified>
</cp:coreProperties>
</file>