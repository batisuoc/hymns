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866" r:id="rId2"/>
    <p:sldId id="412" r:id="rId3"/>
    <p:sldId id="867" r:id="rId4"/>
    <p:sldId id="868" r:id="rId5"/>
    <p:sldId id="869" r:id="rId6"/>
    <p:sldId id="870" r:id="rId7"/>
    <p:sldId id="871" r:id="rId8"/>
    <p:sldId id="874" r:id="rId9"/>
    <p:sldId id="875" r:id="rId10"/>
    <p:sldId id="872" r:id="rId11"/>
    <p:sldId id="873" r:id="rId12"/>
    <p:sldId id="876" r:id="rId13"/>
    <p:sldId id="877" r:id="rId1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800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774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59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0451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00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4248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478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24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1267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9743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3A9FA-0FF8-4D40-8E1E-303BF833FE11}" type="datetimeFigureOut">
              <a:rPr lang="zh-TW" altLang="en-US" smtClean="0"/>
              <a:t>2025/3/22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CBDF-D7DA-4F6D-8D97-E4BDD8D1A4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2083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青年聖歌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I</a:t>
            </a:r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170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TW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37242631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背起十架來跟從我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我聽見主慈聲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00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F0EA3-4DC5-1875-D2DE-9390382C4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46AE4C-F5D8-636A-5070-754349A32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我捨生命贖你罪過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當將你所有獻呈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BC6A83-1AFC-5E09-062E-03C2A41105E2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( 1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381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FF428-32BA-11E6-EABB-7CBDF7E44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1875BA0-FB8D-3FAD-6FDD-A8E86BF0A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1543424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B794E-BE6F-6F79-E66B-E6CEB3BE7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16E8B2-D780-D3EF-C1E0-AA214B57E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主這樣愛我  我必跟從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3289886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14634-6520-2C59-12DA-7050FFA09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6C0D576-BBF4-429F-F0CE-58ACBC168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或要經過幽暗道路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或渡風暴海洋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9D335-6B7A-3562-2E07-E6870C8D58E8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42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AD6D2-FBD2-9A46-3919-7108AD2A8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181F8175-8D59-81AB-A740-E8777261C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背我十架跟隨恩主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無論主領我何往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68339-53E0-6600-D15A-4650AD17B552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( 2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4690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FF864-180C-11D2-358C-59776F0D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6A1A1FE-B408-E809-CD24-E9397A371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4260997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EF52E-598D-4031-99ED-6D0529B85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C0F227C-6FE2-7AD9-6EE8-E1DBC7CF7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主這樣愛我  我必跟從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365431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33F9C-5B6A-282A-D461-DBF422272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0908E88-8E34-3FA5-02D7-9F88ABC70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我命  我心  所有一切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獻與愛我基督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77EE08-D1CE-B17F-BE84-8FA56061017C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9103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364DD-9223-2FE0-0A09-43DFD087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F56C45B-FD2D-3061-99D2-522DF33D9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無論領我何往必去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因祂是我王  我主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970938-E406-A22D-DA74-79747FBA23DB}"/>
              </a:ext>
            </a:extLst>
          </p:cNvPr>
          <p:cNvSpPr txBox="1"/>
          <p:nvPr/>
        </p:nvSpPr>
        <p:spPr>
          <a:xfrm>
            <a:off x="0" y="506118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</a:rPr>
              <a:t>( 3 / 3 )</a:t>
            </a:r>
            <a:endParaRPr lang="vi-VN" sz="32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142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6BF9-86E8-264C-4567-F512F75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6511D2D3-E7C1-D078-3463-7A6C3D968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9140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28BE-FD72-057F-980C-298DD6C5F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9C036ECB-E5A9-2E4F-B4A3-DEDA5A1F3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主這樣愛我  我必跟從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主領我何往必去</a:t>
            </a:r>
          </a:p>
        </p:txBody>
      </p:sp>
    </p:spTree>
    <p:extLst>
      <p:ext uri="{BB962C8B-B14F-4D97-AF65-F5344CB8AC3E}">
        <p14:creationId xmlns:p14="http://schemas.microsoft.com/office/powerpoint/2010/main" val="3750569091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</TotalTime>
  <Words>221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</vt:lpstr>
      <vt:lpstr>Microsoft JhengHei</vt:lpstr>
      <vt:lpstr>Arial</vt:lpstr>
      <vt:lpstr>Calibri</vt:lpstr>
      <vt:lpstr>Theme1</vt:lpstr>
      <vt:lpstr>青年聖歌 I 170 主領我何往必去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主領我何往必去</dc:title>
  <dc:creator>大唐</dc:creator>
  <cp:lastModifiedBy>batisuoc</cp:lastModifiedBy>
  <cp:revision>2</cp:revision>
  <dcterms:created xsi:type="dcterms:W3CDTF">2015-10-11T01:53:48Z</dcterms:created>
  <dcterms:modified xsi:type="dcterms:W3CDTF">2025-03-22T16:25:55Z</dcterms:modified>
</cp:coreProperties>
</file>