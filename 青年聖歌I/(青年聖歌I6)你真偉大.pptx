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393" r:id="rId2"/>
    <p:sldId id="257" r:id="rId3"/>
    <p:sldId id="258" r:id="rId4"/>
    <p:sldId id="259" r:id="rId5"/>
    <p:sldId id="260" r:id="rId6"/>
    <p:sldId id="261" r:id="rId7"/>
    <p:sldId id="266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  <a:srgbClr val="66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276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2635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0041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8173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517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4339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0471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351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213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092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86518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753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D434DE-7E94-479A-8252-0F1D004EB8DD}" type="datetimeFigureOut">
              <a:rPr lang="zh-TW" altLang="en-US" smtClean="0"/>
              <a:pPr/>
              <a:t>2026/5/22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E5EE66-DB99-4E8C-BC9C-E22626E08806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3175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5333" b="1" u="sng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青年聖歌</a:t>
            </a:r>
            <a:r>
              <a:rPr lang="en-US" altLang="zh-CN" sz="5333" b="1" u="sng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 I</a:t>
            </a:r>
            <a:r>
              <a:rPr lang="zh-CN" altLang="en-US" sz="5333" b="1" u="sng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 </a:t>
            </a:r>
            <a:r>
              <a:rPr lang="en-US" altLang="zh-CN" sz="5333" b="1" u="sng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- 6</a:t>
            </a:r>
            <a:br>
              <a:rPr lang="en-US" altLang="zh-CN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</a:br>
            <a:r>
              <a:rPr lang="zh-TW" altLang="en-US" sz="8000" b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祢真偉大</a:t>
            </a:r>
          </a:p>
        </p:txBody>
      </p:sp>
    </p:spTree>
    <p:extLst>
      <p:ext uri="{BB962C8B-B14F-4D97-AF65-F5344CB8AC3E}">
        <p14:creationId xmlns:p14="http://schemas.microsoft.com/office/powerpoint/2010/main" val="3724263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主啊我神  我每逢舉目觀看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手所造  一切奇妙大工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( 1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3801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看見星宿  又聽到隆隆雷聲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的大</a:t>
            </a:r>
            <a:r>
              <a:rPr lang="zh-CN" altLang="en-US" sz="6400" b="1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工</a:t>
            </a:r>
            <a:r>
              <a:rPr lang="zh-TW" altLang="en-US" sz="6400" b="1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遍滿了宇宙中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( 1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0229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我靈歌唱  讚美救主我神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真偉大  何等偉大</a:t>
            </a:r>
            <a:r>
              <a:rPr 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</a:t>
            </a:r>
            <a:endParaRPr lang="zh-TW" altLang="en-US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( 2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22265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當我想到</a:t>
            </a:r>
            <a:r>
              <a:rPr lang="en-US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神竟願差祂兒子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降世捨命  我幾乎不領會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( 2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33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主在十架  甘願背我的重擔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流血捨身  為要赦免我罪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( 2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570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我靈歌唱  讚美救主我神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真偉大  何等偉大</a:t>
            </a:r>
            <a:r>
              <a:rPr 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</a:t>
            </a:r>
            <a:endParaRPr lang="zh-TW" altLang="en-US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( 2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48158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當主再來  歡呼聲響澈天空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何等喜樂  主接我回天家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( 3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1744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我要跪下  謙恭的崇拜敬奉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並要頌揚  神啊</a:t>
            </a: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真偉大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</a:rPr>
              <a:t>( 3 / 3 )</a:t>
            </a:r>
            <a:endParaRPr lang="vi-VN" sz="4000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6082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我靈歌唱  讚美救主我神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真偉大  何等偉大</a:t>
            </a:r>
            <a:r>
              <a:rPr 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</a:t>
            </a:r>
            <a:endParaRPr lang="zh-TW" altLang="en-US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( 2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85371219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佈景主題1</Template>
  <TotalTime>36</TotalTime>
  <Words>234</Words>
  <Application>Microsoft Office PowerPoint</Application>
  <PresentationFormat>Widescreen</PresentationFormat>
  <Paragraphs>28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微軟正黑體</vt:lpstr>
      <vt:lpstr>微軟正黑體</vt:lpstr>
      <vt:lpstr>Arial</vt:lpstr>
      <vt:lpstr>Calibri</vt:lpstr>
      <vt:lpstr>佈景主題1</vt:lpstr>
      <vt:lpstr>青年聖歌 I - 6 祢真偉大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你真偉大</dc:title>
  <dc:creator>DAIDUONG</dc:creator>
  <cp:lastModifiedBy>Uncle Jo</cp:lastModifiedBy>
  <cp:revision>17</cp:revision>
  <dcterms:created xsi:type="dcterms:W3CDTF">2013-07-13T11:49:29Z</dcterms:created>
  <dcterms:modified xsi:type="dcterms:W3CDTF">2026-05-22T15:53:39Z</dcterms:modified>
</cp:coreProperties>
</file>