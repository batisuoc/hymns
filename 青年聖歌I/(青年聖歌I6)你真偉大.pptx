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0" y="29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2635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0041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8173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517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339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0471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351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213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092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8651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753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D434DE-7E94-479A-8252-0F1D004EB8DD}" type="datetimeFigureOut">
              <a:rPr lang="zh-TW" altLang="en-US" smtClean="0"/>
              <a:pPr/>
              <a:t>2025/5/31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3175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36912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zh-TW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CN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真偉大</a:t>
            </a:r>
            <a:endParaRPr lang="zh-TW" altLang="en-US" sz="72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9280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主啊我神  我每逢舉目觀看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手所造  一切奇妙大工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( 1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80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看見星宿  又聽到隆隆雷聲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的大</a:t>
            </a:r>
            <a:r>
              <a:rPr lang="zh-CN" altLang="en-US" sz="6400" b="1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工</a:t>
            </a:r>
            <a:r>
              <a:rPr lang="zh-TW" altLang="en-US" sz="6400" b="1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遍滿了宇宙中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( 1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022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22265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當我想到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神竟願差祂兒子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降世捨命  我幾乎不領會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( 2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33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主在十架  甘願背我的重擔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流血捨身  為要赦免我罪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( 2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7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8158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當主再來  歡呼聲響澈天空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何等喜樂  主接我回天家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( 3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44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我要跪下  謙恭的崇拜敬奉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並要頌揚  神啊</a:t>
            </a: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( 3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6082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85371219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34</TotalTime>
  <Words>226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Microsoft JhengHei</vt:lpstr>
      <vt:lpstr>Microsoft JhengHei</vt:lpstr>
      <vt:lpstr>Arial</vt:lpstr>
      <vt:lpstr>Calibri</vt:lpstr>
      <vt:lpstr>佈景主題1</vt:lpstr>
      <vt:lpstr>祢真偉大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你真偉大</dc:title>
  <dc:creator>DAIDUONG</dc:creator>
  <cp:lastModifiedBy>batisuoc</cp:lastModifiedBy>
  <cp:revision>13</cp:revision>
  <dcterms:created xsi:type="dcterms:W3CDTF">2013-07-13T11:49:29Z</dcterms:created>
  <dcterms:modified xsi:type="dcterms:W3CDTF">2025-05-31T02:48:19Z</dcterms:modified>
</cp:coreProperties>
</file>