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63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04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17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17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33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47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5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1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09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65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53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434DE-7E94-479A-8252-0F1D004EB8DD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5EE66-DB99-4E8C-BC9C-E22626E088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17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zh-TW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真偉大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928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主啊我神  我每逢舉目觀看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手所造  一切奇妙大工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80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看見星宿  又聽到隆隆雷聲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的大</a:t>
            </a:r>
            <a:r>
              <a:rPr lang="zh-CN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工</a:t>
            </a: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遍滿了宇宙中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22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我靈歌唱  讚美救主我神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真偉大  何等偉大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226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當我想到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神竟願差祂兒子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降世捨命  我幾乎不領會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3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主在十架  甘願背我的重擔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流血捨身  為要赦免我罪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70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我靈歌唱  讚美救主我神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真偉大  何等偉大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815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當主再來  歡呼聲響澈天空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何等喜樂  主接我回天家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4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我要跪下  謙恭的崇拜敬奉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並要頌揚  神啊</a:t>
            </a: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真偉大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我靈歌唱  讚美救主我神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真偉大  何等偉大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537121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33</TotalTime>
  <Words>226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佈景主題1</vt:lpstr>
      <vt:lpstr>祢真偉大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你真偉大</dc:title>
  <dc:creator>DAIDUONG</dc:creator>
  <cp:lastModifiedBy>batisuoc</cp:lastModifiedBy>
  <cp:revision>12</cp:revision>
  <dcterms:created xsi:type="dcterms:W3CDTF">2013-07-13T11:49:29Z</dcterms:created>
  <dcterms:modified xsi:type="dcterms:W3CDTF">2024-04-25T11:26:48Z</dcterms:modified>
</cp:coreProperties>
</file>