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393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3" r:id="rId14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282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7629D-B0A4-4A44-BE34-F116DC9A06E5}" type="datetimeFigureOut">
              <a:rPr lang="zh-TW" altLang="en-US" smtClean="0"/>
              <a:pPr/>
              <a:t>2026/1/24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8138-E4F6-4E28-8EA3-A8965A2968F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7629D-B0A4-4A44-BE34-F116DC9A06E5}" type="datetimeFigureOut">
              <a:rPr lang="zh-TW" altLang="en-US" smtClean="0"/>
              <a:pPr/>
              <a:t>2026/1/24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8138-E4F6-4E28-8EA3-A8965A2968F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7629D-B0A4-4A44-BE34-F116DC9A06E5}" type="datetimeFigureOut">
              <a:rPr lang="zh-TW" altLang="en-US" smtClean="0"/>
              <a:pPr/>
              <a:t>2026/1/24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8138-E4F6-4E28-8EA3-A8965A2968F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7629D-B0A4-4A44-BE34-F116DC9A06E5}" type="datetimeFigureOut">
              <a:rPr lang="zh-TW" altLang="en-US" smtClean="0"/>
              <a:pPr/>
              <a:t>2026/1/24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8138-E4F6-4E28-8EA3-A8965A2968F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7629D-B0A4-4A44-BE34-F116DC9A06E5}" type="datetimeFigureOut">
              <a:rPr lang="zh-TW" altLang="en-US" smtClean="0"/>
              <a:pPr/>
              <a:t>2026/1/24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8138-E4F6-4E28-8EA3-A8965A2968F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7629D-B0A4-4A44-BE34-F116DC9A06E5}" type="datetimeFigureOut">
              <a:rPr lang="zh-TW" altLang="en-US" smtClean="0"/>
              <a:pPr/>
              <a:t>2026/1/24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8138-E4F6-4E28-8EA3-A8965A2968F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7629D-B0A4-4A44-BE34-F116DC9A06E5}" type="datetimeFigureOut">
              <a:rPr lang="zh-TW" altLang="en-US" smtClean="0"/>
              <a:pPr/>
              <a:t>2026/1/24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8138-E4F6-4E28-8EA3-A8965A2968F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7629D-B0A4-4A44-BE34-F116DC9A06E5}" type="datetimeFigureOut">
              <a:rPr lang="zh-TW" altLang="en-US" smtClean="0"/>
              <a:pPr/>
              <a:t>2026/1/24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8138-E4F6-4E28-8EA3-A8965A2968F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7629D-B0A4-4A44-BE34-F116DC9A06E5}" type="datetimeFigureOut">
              <a:rPr lang="zh-TW" altLang="en-US" smtClean="0"/>
              <a:pPr/>
              <a:t>2026/1/24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8138-E4F6-4E28-8EA3-A8965A2968F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7629D-B0A4-4A44-BE34-F116DC9A06E5}" type="datetimeFigureOut">
              <a:rPr lang="zh-TW" altLang="en-US" smtClean="0"/>
              <a:pPr/>
              <a:t>2026/1/24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8138-E4F6-4E28-8EA3-A8965A2968F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7629D-B0A4-4A44-BE34-F116DC9A06E5}" type="datetimeFigureOut">
              <a:rPr lang="zh-TW" altLang="en-US" smtClean="0"/>
              <a:pPr/>
              <a:t>2026/1/24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8138-E4F6-4E28-8EA3-A8965A2968F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7629D-B0A4-4A44-BE34-F116DC9A06E5}" type="datetimeFigureOut">
              <a:rPr lang="zh-TW" altLang="en-US" smtClean="0"/>
              <a:pPr/>
              <a:t>2026/1/24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8138-E4F6-4E28-8EA3-A8965A2968F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4000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青年聖歌 </a:t>
            </a:r>
            <a:r>
              <a:rPr lang="en-US" altLang="zh-CN" sz="4000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I</a:t>
            </a:r>
            <a:r>
              <a:rPr lang="zh-CN" altLang="en-US" sz="4000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4000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134</a:t>
            </a:r>
            <a:br>
              <a:rPr lang="en-US" altLang="zh-C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6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真神之愛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真神之愛  偉大無窮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口舌筆墨  難以形容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( 1 / 2 )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E0F90-30AB-04C9-4710-1501D8158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5660A56-6E28-538F-B400-0DB5CD0E6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高超諸星  深達地獄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長闊高深  世無相同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7E0205-B3D4-D9AD-067F-17C04E7F5632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( 1 / 2 )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710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E3E07-6169-72CB-C493-0897DB0F1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C0B0091-E319-01B4-3A50-07C8BE1B3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始祖犯罪  墮入引誘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神遣愛子拯救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CE49B-E2A4-B439-7354-C4C3248F7806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( 1 / 2 )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563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FD868-F8E4-EFE2-6F93-99E441DF3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50F1D50-08C7-0C1D-1DC1-8D64C90A7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使我罪人  與神和好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赦免一切罪尤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5BF44-E83D-3796-7198-101F520B817B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( 1 / 2 )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523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3176-7DFB-D387-906B-98DF0E0A0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D549E52-E89C-AFCA-5174-7BC0FD4B0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阿神之愛  何等豐富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偉大無限無量</a:t>
            </a:r>
          </a:p>
        </p:txBody>
      </p:sp>
    </p:spTree>
    <p:extLst>
      <p:ext uri="{BB962C8B-B14F-4D97-AF65-F5344CB8AC3E}">
        <p14:creationId xmlns:p14="http://schemas.microsoft.com/office/powerpoint/2010/main" val="31231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818CA-1EC3-31FD-A6EA-8D6D5FF48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5A0A88D-F8F0-CAF1-CDBC-53F57A3E6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永遠堅定  永遠不變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天使聖徒頌揚</a:t>
            </a:r>
          </a:p>
        </p:txBody>
      </p:sp>
    </p:spTree>
    <p:extLst>
      <p:ext uri="{BB962C8B-B14F-4D97-AF65-F5344CB8AC3E}">
        <p14:creationId xmlns:p14="http://schemas.microsoft.com/office/powerpoint/2010/main" val="128017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3EA6A-C0C4-CE84-58E0-2AA4D305F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AF68A97-5C77-79F5-6283-E11CFC21F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天上諸天  當為紙張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地下萬莖  當為筆桿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186D4-1739-9938-608A-DFA0BA166083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( 2 / 2 )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592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3C3D9-5A59-A4CC-691F-F86D5794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1481613-9169-94F4-8FF4-934814B5D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世上海洋  當為墨水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全球文人  集合苦幹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576E6B-6DAD-B476-5CA6-D1DAD2842FD7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( 2 / 2 )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132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C05A-0B2E-06E9-5430-9F1993D60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1712C83-D2B3-4247-B675-52FBF4373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耗盡智力  描寫神愛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海洋墨水會乾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B73A7-1ABE-755D-3558-4512017A3BB4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( 2 / 2 )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661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693FD-C5A6-205D-6B95-5D1C4518F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41B4D87-485F-96A1-C722-D82A8DF2D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案件雖長  如天連天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仍難表達透暢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A55A5-A492-4B41-7B33-1A5C3B014455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( 2 / 2 )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802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A3C87-0862-C01E-53E5-15997BEF0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C303802-8474-D05E-C014-EC07EF6CD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阿神之愛  何等豐富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偉大無限無量</a:t>
            </a:r>
          </a:p>
        </p:txBody>
      </p:sp>
    </p:spTree>
    <p:extLst>
      <p:ext uri="{BB962C8B-B14F-4D97-AF65-F5344CB8AC3E}">
        <p14:creationId xmlns:p14="http://schemas.microsoft.com/office/powerpoint/2010/main" val="3664972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9F3CD-88A5-5E06-2CC3-F5F7D5FE9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267D17A-1F81-2A5F-FADF-2C1DB1C9B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永遠堅定  永遠不變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天使聖徒頌揚</a:t>
            </a:r>
          </a:p>
        </p:txBody>
      </p:sp>
    </p:spTree>
    <p:extLst>
      <p:ext uri="{BB962C8B-B14F-4D97-AF65-F5344CB8AC3E}">
        <p14:creationId xmlns:p14="http://schemas.microsoft.com/office/powerpoint/2010/main" val="88902039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27</TotalTime>
  <Words>227</Words>
  <Application>Microsoft Office PowerPoint</Application>
  <PresentationFormat>On-screen Show (16:9)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微軟正黑體</vt:lpstr>
      <vt:lpstr>Arial</vt:lpstr>
      <vt:lpstr>Calibri</vt:lpstr>
      <vt:lpstr>佈景主題1</vt:lpstr>
      <vt:lpstr>青年聖歌 I 134 真神之愛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真神之愛</dc:title>
  <dc:creator>User</dc:creator>
  <cp:lastModifiedBy>Uncle Jo</cp:lastModifiedBy>
  <cp:revision>12</cp:revision>
  <dcterms:created xsi:type="dcterms:W3CDTF">2017-05-22T09:01:53Z</dcterms:created>
  <dcterms:modified xsi:type="dcterms:W3CDTF">2026-01-24T08:39:04Z</dcterms:modified>
</cp:coreProperties>
</file>