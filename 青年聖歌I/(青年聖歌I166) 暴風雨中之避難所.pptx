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592" r:id="rId4"/>
    <p:sldId id="593" r:id="rId5"/>
    <p:sldId id="594" r:id="rId6"/>
    <p:sldId id="595" r:id="rId7"/>
    <p:sldId id="596" r:id="rId8"/>
    <p:sldId id="597" r:id="rId9"/>
    <p:sldId id="598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49BBC-43EA-4B71-BE98-97F65CF1EA53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F48E-0563-4763-B51C-0AFC6557E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89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49BBC-43EA-4B71-BE98-97F65CF1EA53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F48E-0563-4763-B51C-0AFC6557E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45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49BBC-43EA-4B71-BE98-97F65CF1EA53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F48E-0563-4763-B51C-0AFC6557E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419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49BBC-43EA-4B71-BE98-97F65CF1EA53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F48E-0563-4763-B51C-0AFC6557E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79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49BBC-43EA-4B71-BE98-97F65CF1EA53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F48E-0563-4763-B51C-0AFC6557E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38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49BBC-43EA-4B71-BE98-97F65CF1EA53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F48E-0563-4763-B51C-0AFC6557E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743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49BBC-43EA-4B71-BE98-97F65CF1EA53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F48E-0563-4763-B51C-0AFC6557E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77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49BBC-43EA-4B71-BE98-97F65CF1EA53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F48E-0563-4763-B51C-0AFC6557E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940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49BBC-43EA-4B71-BE98-97F65CF1EA53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F48E-0563-4763-B51C-0AFC6557E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216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49BBC-43EA-4B71-BE98-97F65CF1EA53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F48E-0563-4763-B51C-0AFC6557E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00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49BBC-43EA-4B71-BE98-97F65CF1EA53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F48E-0563-4763-B51C-0AFC6557E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51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49BBC-43EA-4B71-BE98-97F65CF1EA53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7F48E-0563-4763-B51C-0AFC6557E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7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青年聖歌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I</a:t>
            </a:r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166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暴風雨中之避難所</a:t>
            </a:r>
            <a:endParaRPr lang="zh-TW" altLang="en-US" sz="80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9310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5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主是磐石  容我藏躲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暴風雨中之避難所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( 1 / 2 )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870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5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災禍來臨我得穩妥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暴風雨中之避難所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( 1 / 2 )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622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5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主耶穌是磐石  我之避難所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如沙漠地  有蔭涼所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09725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5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主耶穌是磐石  我之避難所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暴風雨中之避難所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43203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5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日間遮蔭  夜間保護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暴風雨中之避難所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( 2 / 2 )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313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5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無事可警無敵可怖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暴風雨中之避難所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( 2 / 2 )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880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5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主耶穌是磐石  我之避難所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如沙漠地  有蔭涼所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65858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5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主耶穌是磐石  我之避難所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暴風雨中之避難所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4883776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175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青年聖歌 I 166 暴風雨中之避難所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2024-09-20T15:11:42Z</dcterms:created>
  <dcterms:modified xsi:type="dcterms:W3CDTF">2024-09-20T15:12:14Z</dcterms:modified>
</cp:coreProperties>
</file>