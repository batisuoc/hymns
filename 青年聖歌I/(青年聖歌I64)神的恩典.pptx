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3" r:id="rId2"/>
    <p:sldId id="412" r:id="rId3"/>
    <p:sldId id="413" r:id="rId4"/>
    <p:sldId id="414" r:id="rId5"/>
    <p:sldId id="415" r:id="rId6"/>
    <p:sldId id="416" r:id="rId7"/>
    <p:sldId id="417" r:id="rId8"/>
    <p:sldId id="418" r:id="rId9"/>
    <p:sldId id="419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5" d="100"/>
          <a:sy n="75" d="100"/>
        </p:scale>
        <p:origin x="9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0D84-ECFE-4A5E-B97A-6DE7C6BB60BA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5B9D-0195-4A63-9CF3-BA0D155988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80535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0D84-ECFE-4A5E-B97A-6DE7C6BB60BA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5B9D-0195-4A63-9CF3-BA0D155988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83961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0D84-ECFE-4A5E-B97A-6DE7C6BB60BA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5B9D-0195-4A63-9CF3-BA0D155988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10200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0D84-ECFE-4A5E-B97A-6DE7C6BB60BA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5B9D-0195-4A63-9CF3-BA0D155988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8811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0D84-ECFE-4A5E-B97A-6DE7C6BB60BA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5B9D-0195-4A63-9CF3-BA0D155988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77746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0D84-ECFE-4A5E-B97A-6DE7C6BB60BA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5B9D-0195-4A63-9CF3-BA0D155988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83362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0D84-ECFE-4A5E-B97A-6DE7C6BB60BA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5B9D-0195-4A63-9CF3-BA0D155988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71666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0D84-ECFE-4A5E-B97A-6DE7C6BB60BA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5B9D-0195-4A63-9CF3-BA0D155988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73533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0D84-ECFE-4A5E-B97A-6DE7C6BB60BA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5B9D-0195-4A63-9CF3-BA0D155988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9125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0D84-ECFE-4A5E-B97A-6DE7C6BB60BA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5B9D-0195-4A63-9CF3-BA0D155988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725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0D84-ECFE-4A5E-B97A-6DE7C6BB60BA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5B9D-0195-4A63-9CF3-BA0D155988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61004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10D84-ECFE-4A5E-B97A-6DE7C6BB60BA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15B9D-0195-4A63-9CF3-BA0D155988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9911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青年聖歌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I</a:t>
            </a:r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64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神的恩典</a:t>
            </a: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真神恩典遠高過諸天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真神恩典深過海洋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2 )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D8C2A-D773-A66A-251D-7E9027351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49B6598-F5D8-9005-133D-C41D5259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真神恩典闊過大洋海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真神恩典無限無量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A1DBC0-24F8-76A9-1C81-84B67730C501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2 )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200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6060F-DB1A-C7A8-4E78-5B4E74C53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99AB4ED-0434-5726-8FB7-13B27748C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真神恩典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真神的恩典無限無量</a:t>
            </a:r>
          </a:p>
        </p:txBody>
      </p:sp>
    </p:spTree>
    <p:extLst>
      <p:ext uri="{BB962C8B-B14F-4D97-AF65-F5344CB8AC3E}">
        <p14:creationId xmlns:p14="http://schemas.microsoft.com/office/powerpoint/2010/main" val="2043377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229F5-646F-7429-EF23-634C04D58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98B25DE-2466-9C08-6DCD-B59BE37ED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真神恩典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真神恩典無限無量</a:t>
            </a:r>
          </a:p>
        </p:txBody>
      </p:sp>
    </p:spTree>
    <p:extLst>
      <p:ext uri="{BB962C8B-B14F-4D97-AF65-F5344CB8AC3E}">
        <p14:creationId xmlns:p14="http://schemas.microsoft.com/office/powerpoint/2010/main" val="3203336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AD711-96FE-A612-3FC3-748723781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13E623F-8592-C6CA-06B8-3D8F1346E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真神恩典得聞真快樂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真神恩典豐富自由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FA46B-0CAD-B871-5C00-B1275101B935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2 )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840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4A4F5-A94B-F407-DA0E-8971BC5F2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371CFAE-C7B4-022C-9B20-967918B5F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真神恩典非我的功勞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真神恩典保守拯救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3089B5-4263-205E-880E-75866719BEF3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2 )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280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898D8-D3DB-C390-3F74-22B3A2770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0426D3A-E977-42F9-3EA7-1F351BA8B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真神恩典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真神的恩典無限無量</a:t>
            </a:r>
          </a:p>
        </p:txBody>
      </p:sp>
    </p:spTree>
    <p:extLst>
      <p:ext uri="{BB962C8B-B14F-4D97-AF65-F5344CB8AC3E}">
        <p14:creationId xmlns:p14="http://schemas.microsoft.com/office/powerpoint/2010/main" val="2148718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B2FCE-469D-DE57-5A9A-6FA4AFC6D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A3DF253-FECD-6750-F29D-4A841180C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真神恩典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真神恩典無限無量</a:t>
            </a:r>
          </a:p>
        </p:txBody>
      </p:sp>
    </p:spTree>
    <p:extLst>
      <p:ext uri="{BB962C8B-B14F-4D97-AF65-F5344CB8AC3E}">
        <p14:creationId xmlns:p14="http://schemas.microsoft.com/office/powerpoint/2010/main" val="54109639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</TotalTime>
  <Words>149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微軟正黑體</vt:lpstr>
      <vt:lpstr>Arial</vt:lpstr>
      <vt:lpstr>Calibri</vt:lpstr>
      <vt:lpstr>Theme1</vt:lpstr>
      <vt:lpstr>青年聖歌 I 64 神的恩典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神的恩典</dc:title>
  <dc:creator>Windows User</dc:creator>
  <cp:lastModifiedBy>Uncle Jo</cp:lastModifiedBy>
  <cp:revision>2</cp:revision>
  <dcterms:created xsi:type="dcterms:W3CDTF">2020-02-28T11:33:03Z</dcterms:created>
  <dcterms:modified xsi:type="dcterms:W3CDTF">2026-08-14T16:04:41Z</dcterms:modified>
</cp:coreProperties>
</file>