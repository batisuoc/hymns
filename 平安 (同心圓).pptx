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4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FCC2C-F392-4357-BF97-16B7A3B9A502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96F8E-A057-49E7-9F88-6D1C26240B2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平安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就算世界刮著狂風暴雨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我心仍是穩妥安舒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B87D2-1F4F-1F01-85DB-FC97763DA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1C0FE61-C2C9-7121-FADF-5C68CA92F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無論前路灰暗  憂傷困倦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祢讓我站穩  磐石之處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60172-B4D1-49F6-EF0B-D02FCB00B669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8686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AA252-A912-100D-3FD4-B5036F32F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4065EA8-9823-105C-AB26-85E5FF356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  祢賜下平安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不像世人所賜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AA18C-4B3D-1D93-23CD-77E4CA4DBFDA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5773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6950D-2EA1-7DA7-0839-1F71A0294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4DEEEB3-D75E-BCA3-057C-CDD8052E7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我的心 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不必再憂愁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也不用膽怯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A5106-8C4C-4EF3-6DE4-370603E1AC94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6407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8FCF6-A2CD-79AC-3758-93462B609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E68527B-D70C-ED0B-FD27-96DC6F69E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  祢賜下這平安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是用重價換來的恩典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FB5608-E724-E16C-4538-C516A01F4653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2568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5BE5D-BB2D-B0B8-8890-35FAE61C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D0AFE8B-0F13-0DBA-EDF3-A2C70178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受鞭傷使我得醫治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受刑罰讓我得到赦免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B9D16-8AFC-0488-BCE8-46AB2C95F4F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9668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E42BF-96F9-0A69-09D7-70590254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2233403-018B-0061-6CA8-D838934B2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就算捆鎖劫難縈繞著我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我心藏著不死盼望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DB664-5850-B649-A724-2D0343D0D834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556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3A768-8311-E2A8-BCB6-A97614BDE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BDA0794-F9F7-9A34-BA91-05D0BB76F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耶穌是我牧者  永在我旁</a:t>
            </a:r>
          </a:p>
          <a:p>
            <a:pPr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祢杖祢竿都安慰我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50DEC-B87C-8231-D4FA-FFE669832E14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0823275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佈景主題4</Template>
  <TotalTime>10</TotalTime>
  <Words>169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佈景主題4</vt:lpstr>
      <vt:lpstr>平安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平安</dc:title>
  <dc:creator>Admin</dc:creator>
  <cp:lastModifiedBy>batisuoc</cp:lastModifiedBy>
  <cp:revision>3</cp:revision>
  <dcterms:created xsi:type="dcterms:W3CDTF">2020-08-27T12:50:10Z</dcterms:created>
  <dcterms:modified xsi:type="dcterms:W3CDTF">2025-07-19T09:27:05Z</dcterms:modified>
</cp:coreProperties>
</file>