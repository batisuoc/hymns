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00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87055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9348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210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353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85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9179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470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573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8483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868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9F6A-5310-4AD6-A3C3-8F2A6600D488}" type="datetimeFigureOut">
              <a:rPr lang="vi-VN" smtClean="0"/>
              <a:t>04/01/2025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67BA2-35D0-4F5E-B829-63F6C856F9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967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平安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015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耶和華向我們所懷的意念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是賜平安的意念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106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要叫我們將來有指望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有豐盛有平安</a:t>
            </a:r>
            <a:endParaRPr lang="vi-V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786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我們呼求祢  我們禱告祢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祢就應允我們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838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我們尋求祢  專心尋求祢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就必尋見祢</a:t>
            </a:r>
            <a:endParaRPr lang="vi-V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470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平安　平安　平安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這是神所賜的意念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733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)( 2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50912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102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Theme1</vt:lpstr>
      <vt:lpstr>平安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平安</dc:title>
  <dc:creator>Windows User</dc:creator>
  <cp:lastModifiedBy>batisuoc</cp:lastModifiedBy>
  <cp:revision>3</cp:revision>
  <dcterms:created xsi:type="dcterms:W3CDTF">2020-06-13T03:27:06Z</dcterms:created>
  <dcterms:modified xsi:type="dcterms:W3CDTF">2025-01-04T13:19:10Z</dcterms:modified>
</cp:coreProperties>
</file>