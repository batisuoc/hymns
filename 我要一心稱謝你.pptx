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45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586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843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6457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45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63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083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375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04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255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601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801DE-A84B-4B0E-9952-CA2C35DE68C4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E9A48-8F4B-48BE-9457-251E06D23B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21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我要一心稱謝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0840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我要一心稱謝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在諸神面前歌頌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7176B-FAAB-638A-ABD0-7FF00D1AE7B5}"/>
              </a:ext>
            </a:extLst>
          </p:cNvPr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1950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我要向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的聖殿下拜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慈愛和誠實稱讚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8A2D5-0751-1AB5-0FD5-6C4FD6AA43A2}"/>
              </a:ext>
            </a:extLst>
          </p:cNvPr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293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我要歌頌耶和華作為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慈愛永遠長存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7D5FA9-1E70-2833-A015-2AD6ED7EAFA5}"/>
              </a:ext>
            </a:extLst>
          </p:cNvPr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75118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我雖行在困苦患難中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應許必將我救活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F4159D-74A4-264B-5C99-C05A109779FA}"/>
              </a:ext>
            </a:extLst>
          </p:cNvPr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479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我要歌頌耶和華作為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的名大有榮耀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90B6F-F9EF-A26B-8208-C0F57C385046}"/>
              </a:ext>
            </a:extLst>
          </p:cNvPr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705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我呼求時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必應允我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鼓勵我   使我心裡有能力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912DAA-73F5-5634-555B-D2422E24304A}"/>
              </a:ext>
            </a:extLst>
          </p:cNvPr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477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必成全關乎我的事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必不離棄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手所創造的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0A43A9-C867-F4A9-096A-39F76B0B66EB}"/>
              </a:ext>
            </a:extLst>
          </p:cNvPr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3583591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18</TotalTime>
  <Words>160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Church Theme</vt:lpstr>
      <vt:lpstr>我要一心稱謝祢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我要一心稱謝你</dc:title>
  <dc:creator>大唐</dc:creator>
  <cp:lastModifiedBy>batisuoc</cp:lastModifiedBy>
  <cp:revision>8</cp:revision>
  <dcterms:created xsi:type="dcterms:W3CDTF">2017-11-28T13:56:25Z</dcterms:created>
  <dcterms:modified xsi:type="dcterms:W3CDTF">2024-04-06T11:21:14Z</dcterms:modified>
</cp:coreProperties>
</file>