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-786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0B686-3004-49DE-998F-731A132D240B}" type="datetimeFigureOut">
              <a:rPr lang="zh-TW" altLang="en-US" smtClean="0"/>
              <a:t>2024/9/8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C4530-C3A0-4EB4-9AD9-9118839ABC9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TW" altLang="en-US" sz="54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耶穌裡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8473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在耶穌裡   我們是一家人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在耶穌裡  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我們是一家人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845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在耶穌裡   我們是一家人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從今時一直到</a:t>
            </a: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</a:t>
            </a:r>
            <a:r>
              <a:rPr lang="zh-CN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遠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845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在耶穌裡   我們是一家人</a:t>
            </a:r>
            <a:endParaRPr lang="en-US" altLang="zh-TW" sz="48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9845593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2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佈景主題20</Template>
  <TotalTime>4</TotalTime>
  <Words>33</Words>
  <Application>Microsoft Office PowerPoint</Application>
  <PresentationFormat>如螢幕大小 (16:9)</PresentationFormat>
  <Paragraphs>6</Paragraphs>
  <Slides>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佈景主題20</vt:lpstr>
      <vt:lpstr>在耶穌裡</vt:lpstr>
      <vt:lpstr>投影片 2</vt:lpstr>
      <vt:lpstr>投影片 3</vt:lpstr>
      <vt:lpstr>投影片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在耶穌裡</dc:title>
  <dc:creator>PowerPoint</dc:creator>
  <cp:lastModifiedBy>PowerPoint</cp:lastModifiedBy>
  <cp:revision>2</cp:revision>
  <dcterms:created xsi:type="dcterms:W3CDTF">2024-09-08T05:20:18Z</dcterms:created>
  <dcterms:modified xsi:type="dcterms:W3CDTF">2024-09-08T05:24:32Z</dcterms:modified>
</cp:coreProperties>
</file>