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68FE-19D5-4114-B53F-D43144FE8E9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8A51D-8178-40E7-9FF0-39FD4DCE5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35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68FE-19D5-4114-B53F-D43144FE8E9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8A51D-8178-40E7-9FF0-39FD4DCE5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6091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68FE-19D5-4114-B53F-D43144FE8E9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8A51D-8178-40E7-9FF0-39FD4DCE5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075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68FE-19D5-4114-B53F-D43144FE8E9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8A51D-8178-40E7-9FF0-39FD4DCE5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70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68FE-19D5-4114-B53F-D43144FE8E9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8A51D-8178-40E7-9FF0-39FD4DCE5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722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68FE-19D5-4114-B53F-D43144FE8E9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8A51D-8178-40E7-9FF0-39FD4DCE5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2727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68FE-19D5-4114-B53F-D43144FE8E9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8A51D-8178-40E7-9FF0-39FD4DCE5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409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68FE-19D5-4114-B53F-D43144FE8E9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8A51D-8178-40E7-9FF0-39FD4DCE5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7515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68FE-19D5-4114-B53F-D43144FE8E9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8A51D-8178-40E7-9FF0-39FD4DCE5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5677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68FE-19D5-4114-B53F-D43144FE8E9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8A51D-8178-40E7-9FF0-39FD4DCE5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31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68FE-19D5-4114-B53F-D43144FE8E9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8A51D-8178-40E7-9FF0-39FD4DCE5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5391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968FE-19D5-4114-B53F-D43144FE8E97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8A51D-8178-40E7-9FF0-39FD4DCE5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624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我需要有</a:t>
            </a:r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在我生命中</a:t>
            </a:r>
          </a:p>
        </p:txBody>
      </p:sp>
    </p:spTree>
    <p:extLst>
      <p:ext uri="{BB962C8B-B14F-4D97-AF65-F5344CB8AC3E}">
        <p14:creationId xmlns:p14="http://schemas.microsoft.com/office/powerpoint/2010/main" val="923418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哦主  求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保守我的心  我的意念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使我能夠遵行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旨意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4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5604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我願將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話語深藏在我心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作路上的光  成為我腳前的燈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4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4074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哦主  求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堅固我信心  我的力量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使我得以勇敢向前行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4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370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因我知道有時我仍會軟弱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帶領我  使我不會再退縮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4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377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我需要有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在我生命中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好讓我一生能學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的樣式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4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41459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使我能成為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所喜悅的兒女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使我的生命  能夠彰顯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48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886480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12</TotalTime>
  <Words>169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我需要有祢在我生命中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我需要有你在我生命中</dc:title>
  <dc:creator>大唐</dc:creator>
  <cp:lastModifiedBy>Uncle Jo</cp:lastModifiedBy>
  <cp:revision>5</cp:revision>
  <dcterms:created xsi:type="dcterms:W3CDTF">2018-02-05T12:45:17Z</dcterms:created>
  <dcterms:modified xsi:type="dcterms:W3CDTF">2026-07-11T16:14:01Z</dcterms:modified>
</cp:coreProperties>
</file>