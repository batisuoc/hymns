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624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0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7199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2287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301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184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805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958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3438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210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334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8E5B-A195-448A-8666-69CCADE813AC}" type="datetimeFigureOut">
              <a:rPr lang="vi-VN" smtClean="0"/>
              <a:t>16/01/2026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8BD4B-5FDB-440D-9BEF-68D9650F6E0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5665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改變我  改變世界</a:t>
            </a:r>
          </a:p>
        </p:txBody>
      </p:sp>
    </p:spTree>
    <p:extLst>
      <p:ext uri="{BB962C8B-B14F-4D97-AF65-F5344CB8AC3E}">
        <p14:creationId xmlns:p14="http://schemas.microsoft.com/office/powerpoint/2010/main" val="206361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許多次  我就像是那浮雲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effectLst/>
                <a:latin typeface="微軟正黑體" pitchFamily="34" charset="-120"/>
                <a:ea typeface="微軟正黑體" pitchFamily="34" charset="-120"/>
              </a:rPr>
              <a:t>不知要往哪裡去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235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而如今我可以停止追尋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793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的愛填滿我心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引領我與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同行</a:t>
            </a:r>
            <a:endParaRPr lang="en-US" altLang="zh-TW" sz="64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6768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耶穌我懇求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  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來改變我的生命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使我在患難之中喜樂與剛強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538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耶穌我懇求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使用我來改變這個世界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702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賜我信心與勇氣</a:t>
            </a:r>
            <a:endParaRPr lang="en-US" altLang="zh-TW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邁向這新的世紀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612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願</a:t>
            </a:r>
            <a:r>
              <a:rPr lang="zh-CN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榮耀的國度早日降臨</a:t>
            </a:r>
            <a:endParaRPr lang="vi-VN" sz="6400" b="1" dirty="0">
              <a:solidFill>
                <a:srgbClr val="0000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916925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110</TotalTime>
  <Words>136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改變我  改變世界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改變我  改變世界</dc:title>
  <dc:creator>Windows User</dc:creator>
  <cp:lastModifiedBy>Uncle Jo</cp:lastModifiedBy>
  <cp:revision>8</cp:revision>
  <dcterms:created xsi:type="dcterms:W3CDTF">2020-05-09T03:21:42Z</dcterms:created>
  <dcterms:modified xsi:type="dcterms:W3CDTF">2026-01-16T14:09:58Z</dcterms:modified>
</cp:coreProperties>
</file>