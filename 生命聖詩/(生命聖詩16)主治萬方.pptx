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2" autoAdjust="0"/>
    <p:restoredTop sz="94660"/>
  </p:normalViewPr>
  <p:slideViewPr>
    <p:cSldViewPr snapToGrid="0">
      <p:cViewPr varScale="1">
        <p:scale>
          <a:sx n="69" d="100"/>
          <a:sy n="69" d="100"/>
        </p:scale>
        <p:origin x="8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 smtClean="0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FF8C0-0AF3-4F11-88F3-F0ADA855B0C6}" type="datetimeFigureOut">
              <a:rPr lang="vi-VN" smtClean="0"/>
              <a:t>09/05/2023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D4DE8-5D1D-49EA-B19A-FD0442A0165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902890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FF8C0-0AF3-4F11-88F3-F0ADA855B0C6}" type="datetimeFigureOut">
              <a:rPr lang="vi-VN" smtClean="0"/>
              <a:t>09/05/2023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D4DE8-5D1D-49EA-B19A-FD0442A0165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56364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FF8C0-0AF3-4F11-88F3-F0ADA855B0C6}" type="datetimeFigureOut">
              <a:rPr lang="vi-VN" smtClean="0"/>
              <a:t>09/05/2023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D4DE8-5D1D-49EA-B19A-FD0442A0165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75169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FF8C0-0AF3-4F11-88F3-F0ADA855B0C6}" type="datetimeFigureOut">
              <a:rPr lang="vi-VN" smtClean="0"/>
              <a:t>09/05/2023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D4DE8-5D1D-49EA-B19A-FD0442A0165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2484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FF8C0-0AF3-4F11-88F3-F0ADA855B0C6}" type="datetimeFigureOut">
              <a:rPr lang="vi-VN" smtClean="0"/>
              <a:t>09/05/2023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D4DE8-5D1D-49EA-B19A-FD0442A0165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13492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FF8C0-0AF3-4F11-88F3-F0ADA855B0C6}" type="datetimeFigureOut">
              <a:rPr lang="vi-VN" smtClean="0"/>
              <a:t>09/05/2023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D4DE8-5D1D-49EA-B19A-FD0442A0165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42997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FF8C0-0AF3-4F11-88F3-F0ADA855B0C6}" type="datetimeFigureOut">
              <a:rPr lang="vi-VN" smtClean="0"/>
              <a:t>09/05/2023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D4DE8-5D1D-49EA-B19A-FD0442A0165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5340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FF8C0-0AF3-4F11-88F3-F0ADA855B0C6}" type="datetimeFigureOut">
              <a:rPr lang="vi-VN" smtClean="0"/>
              <a:t>09/05/2023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D4DE8-5D1D-49EA-B19A-FD0442A0165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35909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 smtClean="0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FF8C0-0AF3-4F11-88F3-F0ADA855B0C6}" type="datetimeFigureOut">
              <a:rPr lang="vi-VN" smtClean="0"/>
              <a:t>09/05/2023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D4DE8-5D1D-49EA-B19A-FD0442A0165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83709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FF8C0-0AF3-4F11-88F3-F0ADA855B0C6}" type="datetimeFigureOut">
              <a:rPr lang="vi-VN" smtClean="0"/>
              <a:t>09/05/2023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D4DE8-5D1D-49EA-B19A-FD0442A0165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97997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FF8C0-0AF3-4F11-88F3-F0ADA855B0C6}" type="datetimeFigureOut">
              <a:rPr lang="vi-VN" smtClean="0"/>
              <a:t>09/05/2023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D4DE8-5D1D-49EA-B19A-FD0442A0165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85010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EFF8C0-0AF3-4F11-88F3-F0ADA855B0C6}" type="datetimeFigureOut">
              <a:rPr lang="vi-VN" smtClean="0"/>
              <a:t>09/05/2023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5D4DE8-5D1D-49EA-B19A-FD0442A01653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89629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5333" b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生命聖詩 </a:t>
            </a:r>
            <a:r>
              <a:rPr lang="en-US" altLang="zh-CN" sz="5333" b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16</a:t>
            </a:r>
            <a:r>
              <a:rPr lang="en-US" altLang="zh-CN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/>
            </a:r>
            <a:br>
              <a:rPr lang="en-US" altLang="zh-CN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</a:br>
            <a:r>
              <a:rPr lang="zh-CN" altLang="en-US" sz="8000" b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主治萬方</a:t>
            </a:r>
            <a:endParaRPr lang="zh-TW" altLang="en-US" sz="8000" b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48906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日月所照萬國萬方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耶穌必為統治君王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4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</a:rPr>
              <a:t>( </a:t>
            </a:r>
            <a:r>
              <a:rPr lang="en-US" sz="3733" b="1" dirty="0">
                <a:solidFill>
                  <a:srgbClr val="660033"/>
                </a:solidFill>
              </a:rPr>
              <a:t>1 / 4 </a:t>
            </a:r>
            <a:r>
              <a:rPr lang="en-US" sz="3733" b="1" dirty="0">
                <a:solidFill>
                  <a:srgbClr val="660033"/>
                </a:solidFill>
              </a:rPr>
              <a:t>)</a:t>
            </a:r>
            <a:endParaRPr lang="vi-VN" sz="3733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645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東西南北海洋極岸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主國普及永久無疆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4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</a:rPr>
              <a:t>( </a:t>
            </a:r>
            <a:r>
              <a:rPr lang="en-US" sz="3733" b="1" dirty="0">
                <a:solidFill>
                  <a:srgbClr val="660033"/>
                </a:solidFill>
              </a:rPr>
              <a:t>1 / 4 </a:t>
            </a:r>
            <a:r>
              <a:rPr lang="en-US" sz="3733" b="1" dirty="0">
                <a:solidFill>
                  <a:srgbClr val="660033"/>
                </a:solidFill>
              </a:rPr>
              <a:t>)</a:t>
            </a:r>
            <a:endParaRPr lang="vi-VN" sz="3733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4180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各處各方萬族萬民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共享主愛歌頌不停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4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</a:rPr>
              <a:t>( </a:t>
            </a:r>
            <a:r>
              <a:rPr lang="en-US" sz="3733" b="1" dirty="0">
                <a:solidFill>
                  <a:srgbClr val="660033"/>
                </a:solidFill>
              </a:rPr>
              <a:t>2 / 4 </a:t>
            </a:r>
            <a:r>
              <a:rPr lang="en-US" sz="3733" b="1" dirty="0">
                <a:solidFill>
                  <a:srgbClr val="660033"/>
                </a:solidFill>
              </a:rPr>
              <a:t>)</a:t>
            </a:r>
            <a:endParaRPr lang="vi-VN" sz="3733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9968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嬰孩也來同聲讚美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及早頌揚救主聖名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4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</a:rPr>
              <a:t>( </a:t>
            </a:r>
            <a:r>
              <a:rPr lang="en-US" sz="3733" b="1" dirty="0">
                <a:solidFill>
                  <a:srgbClr val="660033"/>
                </a:solidFill>
              </a:rPr>
              <a:t>2 / 4 </a:t>
            </a:r>
            <a:r>
              <a:rPr lang="en-US" sz="3733" b="1" dirty="0">
                <a:solidFill>
                  <a:srgbClr val="660033"/>
                </a:solidFill>
              </a:rPr>
              <a:t>)</a:t>
            </a:r>
            <a:endParaRPr lang="vi-VN" sz="3733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138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在主治下多蒙福樂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罪人跳出捆綁束縛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4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</a:rPr>
              <a:t>( </a:t>
            </a:r>
            <a:r>
              <a:rPr lang="en-US" sz="3733" b="1" dirty="0">
                <a:solidFill>
                  <a:srgbClr val="660033"/>
                </a:solidFill>
              </a:rPr>
              <a:t>3 / 4 </a:t>
            </a:r>
            <a:r>
              <a:rPr lang="en-US" sz="3733" b="1" dirty="0">
                <a:solidFill>
                  <a:srgbClr val="660033"/>
                </a:solidFill>
              </a:rPr>
              <a:t>)</a:t>
            </a:r>
            <a:endParaRPr lang="vi-VN" sz="3733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3293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倦者能享永</a:t>
            </a: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恆</a:t>
            </a: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安息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豐盈富足賜與貧者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4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</a:rPr>
              <a:t>( </a:t>
            </a:r>
            <a:r>
              <a:rPr lang="en-US" sz="3733" b="1" dirty="0">
                <a:solidFill>
                  <a:srgbClr val="660033"/>
                </a:solidFill>
              </a:rPr>
              <a:t>3 / 4 </a:t>
            </a:r>
            <a:r>
              <a:rPr lang="en-US" sz="3733" b="1" dirty="0">
                <a:solidFill>
                  <a:srgbClr val="660033"/>
                </a:solidFill>
              </a:rPr>
              <a:t>)</a:t>
            </a:r>
            <a:endParaRPr lang="vi-VN" sz="3733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9404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受造群生皆當奮興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特向君王尊崇致敬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4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</a:rPr>
              <a:t>( </a:t>
            </a:r>
            <a:r>
              <a:rPr lang="en-US" sz="3733" b="1" dirty="0">
                <a:solidFill>
                  <a:srgbClr val="660033"/>
                </a:solidFill>
              </a:rPr>
              <a:t>4 / 4 </a:t>
            </a:r>
            <a:r>
              <a:rPr lang="en-US" sz="3733" b="1" dirty="0">
                <a:solidFill>
                  <a:srgbClr val="660033"/>
                </a:solidFill>
              </a:rPr>
              <a:t>)</a:t>
            </a:r>
            <a:endParaRPr lang="vi-VN" sz="3733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0068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4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天使不停歌頌歡欣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地上萬民同應阿門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4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</a:rPr>
              <a:t>( </a:t>
            </a:r>
            <a:r>
              <a:rPr lang="en-US" sz="3733" b="1" dirty="0">
                <a:solidFill>
                  <a:srgbClr val="660033"/>
                </a:solidFill>
              </a:rPr>
              <a:t>4 / 4 </a:t>
            </a:r>
            <a:r>
              <a:rPr lang="en-US" sz="3733" b="1" dirty="0">
                <a:solidFill>
                  <a:srgbClr val="660033"/>
                </a:solidFill>
              </a:rPr>
              <a:t>)</a:t>
            </a:r>
            <a:endParaRPr lang="vi-VN" sz="3733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800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A6908C52-260F-4FDD-A980-8B112851BF7C}" vid="{78246D61-936A-4A99-9F34-B301E70F022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0</TotalTime>
  <Words>173</Words>
  <Application>Microsoft Office PowerPoint</Application>
  <PresentationFormat>Widescreen</PresentationFormat>
  <Paragraphs>25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微軟正黑體</vt:lpstr>
      <vt:lpstr>微軟正黑體</vt:lpstr>
      <vt:lpstr>新細明體</vt:lpstr>
      <vt:lpstr>Arial</vt:lpstr>
      <vt:lpstr>Calibri</vt:lpstr>
      <vt:lpstr>Theme1</vt:lpstr>
      <vt:lpstr>生命聖詩 16 主治萬方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生命聖詩 16 主治萬方</dc:title>
  <dc:creator>Windows User</dc:creator>
  <cp:lastModifiedBy>Windows User</cp:lastModifiedBy>
  <cp:revision>1</cp:revision>
  <dcterms:created xsi:type="dcterms:W3CDTF">2023-05-09T05:21:18Z</dcterms:created>
  <dcterms:modified xsi:type="dcterms:W3CDTF">2023-05-09T05:22:05Z</dcterms:modified>
</cp:coreProperties>
</file>