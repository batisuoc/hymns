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3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D173A-6F86-48C7-BA6E-5017A77567EA}" type="datetimeFigureOut">
              <a:rPr lang="zh-TW" altLang="en-US" smtClean="0"/>
              <a:t>2025/7/5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62450-7B06-440A-9E43-47156BEFFA4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4000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生命聖詩 </a:t>
            </a:r>
            <a:r>
              <a:rPr lang="en-US" altLang="zh-CN" sz="4000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12</a:t>
            </a:r>
            <a:br>
              <a:rPr lang="en-US" altLang="zh-C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6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祢真偉大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主阿  我神  我每逢舉目觀看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祢手所造一切奇妙大工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( 1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F720A-BE62-414E-964E-46833F169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BF0541D-3A9D-6DBA-8640-53DAEB385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看見星宿  又聽到隆隆雷聲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祢的大能遍滿了宇宙中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1DA6A-74EC-D420-BC70-90E88F83E2A5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( 1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57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186D-81C2-D5CA-B8D7-AC17327D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1627A8A-EB40-D19E-C45E-404094E5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我靈歌唱  讚美救主我神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祢真偉大  何等偉大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0E4688-EAB9-4332-3A50-6E77C53F762D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( 2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次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1269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31FF-0032-84A4-5862-473CE665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3B66640-145F-551E-EF88-987FADB56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當我想到  神竟願差祂兒子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降世捨命  我幾乎不領會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2C487-4531-73AF-FE5F-74DEE44FD75F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( 2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541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7615-A6FE-8AB0-4E86-F2C600CB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ADA0328-7966-09BB-5600-88DC38BCA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主在十架  甘願背我的重擔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流血捨身為要赦免我罪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CDBA5-CABC-1D04-106F-7C406A737877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( 2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955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BB40F-EDED-BCF3-99D0-D1F2375A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7DF51FF-954A-146C-0FA2-EB61D2981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我靈歌唱  讚美救主我神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祢真偉大  何等偉大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1CEAF0-FA73-48B1-040F-938C89195A2F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( 2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次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5556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29C33-A288-31E0-F60B-39857B0E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B83A58D-F2A0-DC03-FFEB-2CFE9FEE7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當主再來  歡呼聲響澈天空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何等喜樂主接我回天家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3BF3DD-7AE3-2483-0952-B55ACBB874FB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( 3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47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EA86D-0286-402A-49FF-633D51F8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E8C38D1-57A5-155B-5E90-24A43F0C6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我要跪下  謙恭的崇拜敬奉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並要頌揚神阿祢真偉大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8F73-03B1-FD73-8A11-41A782592C07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( 3 / 3 )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34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7B617-1B10-9D73-FBD8-A9D83589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E5D14A6-8B3A-867F-0C97-CC417DDAB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我靈歌唱  讚美救主我神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祢真偉大  何等偉大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EED16B-0C02-ED47-8BEE-1579C4DB0397}"/>
              </a:ext>
            </a:extLst>
          </p:cNvPr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( 2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次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584105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26</TotalTime>
  <Words>232</Words>
  <Application>Microsoft Office PowerPoint</Application>
  <PresentationFormat>On-screen Show (16:9)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佈景主題11</vt:lpstr>
      <vt:lpstr>生命聖詩 12 祢真偉大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你真偉大</dc:title>
  <dc:creator>User</dc:creator>
  <cp:lastModifiedBy>batisuoc</cp:lastModifiedBy>
  <cp:revision>7</cp:revision>
  <dcterms:created xsi:type="dcterms:W3CDTF">2017-08-23T13:17:22Z</dcterms:created>
  <dcterms:modified xsi:type="dcterms:W3CDTF">2025-07-05T15:19:18Z</dcterms:modified>
</cp:coreProperties>
</file>