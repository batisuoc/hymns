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82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smtClean="0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E84DD-13AF-412E-8500-E3E2B4F874C0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A0778-2A37-4D6F-8EA3-CBA650492F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6909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E84DD-13AF-412E-8500-E3E2B4F874C0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A0778-2A37-4D6F-8EA3-CBA650492F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0890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E84DD-13AF-412E-8500-E3E2B4F874C0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A0778-2A37-4D6F-8EA3-CBA650492F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4278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E84DD-13AF-412E-8500-E3E2B4F874C0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A0778-2A37-4D6F-8EA3-CBA650492F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5734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E84DD-13AF-412E-8500-E3E2B4F874C0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A0778-2A37-4D6F-8EA3-CBA650492F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1557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E84DD-13AF-412E-8500-E3E2B4F874C0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A0778-2A37-4D6F-8EA3-CBA650492F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2229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E84DD-13AF-412E-8500-E3E2B4F874C0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A0778-2A37-4D6F-8EA3-CBA650492F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5951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E84DD-13AF-412E-8500-E3E2B4F874C0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A0778-2A37-4D6F-8EA3-CBA650492F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3060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3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 smtClean="0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E84DD-13AF-412E-8500-E3E2B4F874C0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A0778-2A37-4D6F-8EA3-CBA650492F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0763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E84DD-13AF-412E-8500-E3E2B4F874C0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A0778-2A37-4D6F-8EA3-CBA650492F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6358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E84DD-13AF-412E-8500-E3E2B4F874C0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A0778-2A37-4D6F-8EA3-CBA650492F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2800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E84DD-13AF-412E-8500-E3E2B4F874C0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2A0778-2A37-4D6F-8EA3-CBA650492F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5181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更深之處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44413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高舉我的雙手 聖靈來充滿我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更深地渴求主 認識祢更多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8223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進入水深之處 我心炙熱燃燒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只為愛祢 傾倒一切敬拜祢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15476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帶我進入 更深之處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帶我進入 祢心意深處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12567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帶我走向 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更高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之處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完全獻上 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聆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聽祢聲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音  來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愛祢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54224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從前耳聞有祢 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現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在親眼見祢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渴望在祢同在裡 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更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多親近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86012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從前耳聞有祢 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現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在親眼見祢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渴望在祢同在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裡  更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多與祢親近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8384955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24D0CB3-8EA6-4A1B-A2B3-C8AF54CED1ED}" vid="{99F5462B-3621-4A0E-85FE-64977290B83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6</TotalTime>
  <Words>157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Microsoft JhengHei</vt:lpstr>
      <vt:lpstr>Microsoft JhengHei</vt:lpstr>
      <vt:lpstr>新細明體</vt:lpstr>
      <vt:lpstr>Arial</vt:lpstr>
      <vt:lpstr>Calibri</vt:lpstr>
      <vt:lpstr>Theme1</vt:lpstr>
      <vt:lpstr>更深之處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更深之處</dc:title>
  <dc:creator>大唐</dc:creator>
  <cp:lastModifiedBy>Joe Cheng</cp:lastModifiedBy>
  <cp:revision>5</cp:revision>
  <dcterms:created xsi:type="dcterms:W3CDTF">2017-01-15T00:42:10Z</dcterms:created>
  <dcterms:modified xsi:type="dcterms:W3CDTF">2026-07-04T09:10:45Z</dcterms:modified>
</cp:coreProperties>
</file>