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D6F24-AF1F-4F48-9DF5-4B4AACE7D8EF}" type="datetimeFigureOut">
              <a:rPr lang="zh-TW" altLang="en-US" smtClean="0"/>
              <a:t>2025/4/28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51FA0-9CE7-4389-87B0-8E6B7CE400E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再次將我更新</a:t>
            </a:r>
          </a:p>
        </p:txBody>
      </p:sp>
    </p:spTree>
    <p:extLst>
      <p:ext uri="{BB962C8B-B14F-4D97-AF65-F5344CB8AC3E}">
        <p14:creationId xmlns:p14="http://schemas.microsoft.com/office/powerpoint/2010/main" val="1358920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我再次  到祢跟前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澆奠我向祢的愛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14690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世上一切都屬虛幻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唯有祢永遠真實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4484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破碎的夢  榮耀冠冕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全擺在祢寶座前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06449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用我淚水來洗祢的腳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唯祢能洗我心靈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90054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  我要敬拜  稱謝祢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祢是道路  真理  生命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404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每當我回轉歸向祢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祢再次將我更新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46839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人算什麼  祢竟眷顧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離天家降生塵世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02356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流血捨身為將我贖回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永遠歸祢所愛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74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4267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4267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8943128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9</TotalTime>
  <Words>166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再次將我更新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再次將我更新</dc:title>
  <dc:creator>大唐</dc:creator>
  <cp:lastModifiedBy>batisuoc</cp:lastModifiedBy>
  <cp:revision>4</cp:revision>
  <dcterms:created xsi:type="dcterms:W3CDTF">2017-10-07T01:45:21Z</dcterms:created>
  <dcterms:modified xsi:type="dcterms:W3CDTF">2025-04-28T16:41:01Z</dcterms:modified>
</cp:coreProperties>
</file>