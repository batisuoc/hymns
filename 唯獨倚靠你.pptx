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7" r:id="rId9"/>
    <p:sldId id="396" r:id="rId10"/>
    <p:sldId id="398" r:id="rId11"/>
    <p:sldId id="399" r:id="rId12"/>
    <p:sldId id="400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唯獨倚靠祢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若非祢流出寶血贖回我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我怎能有機會重新來過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397B-37D6-F2DE-4734-5EBEDB79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63DC816-BA69-2CCC-5453-1C6C1BE80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看見我所有罪惡和軟弱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祢卻用完全的愛接納我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FBD24A-74E6-3AF4-DCAA-45F6F804B5F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9323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42C98-A550-E7D9-B5D8-409B2623F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0297CE-6414-4759-0FCD-D2D22BD6C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雖然我曾有失信遠離過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但祢信實仍緊緊抓住我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A4D835-AEF6-2BFF-0BEE-FCADDC821A4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0431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A062-D600-2BEF-C736-C37BD4187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C97F94C-FA4B-05AC-FD70-70A60B771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學會放手不再靠自己活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只誇耀祢一切為我所做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8AC3C-7C2C-4677-0986-559CAB201F8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508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29364-D660-6051-55F8-7801C5E4C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2E96671-3730-2051-9E7A-96F5E6926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唯獨倚靠祢  唯獨倚靠祢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C2A32-77BB-BBF2-F79B-6D3DEF1D389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00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A0BBF-ABBC-6E1B-0A7B-A87932FB0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0FECA86-C09D-8C02-F5E5-0A723EECA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無價的寶血  映出真實的我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多麼不等價的替換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8D4CD-7A26-FBBE-6D02-281F7B57249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3418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4802-1814-552E-CB65-AB4E686A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FACE8A3-B282-C3E7-C751-637FD7CCB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唯獨倚靠祢  唯獨倚靠祢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6E290-E5DD-51F1-D54A-584558D90DB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134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47EC0-08E2-1687-0208-63B1A06E9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64CCDBF-6303-B70C-9231-4D7AEBD40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成就永恆  堅定不移的約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天涯海角祢把我尋回  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28005-34B5-A562-ED83-10F3C976CC0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8525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6E465-90CB-56C5-A9D2-89132D959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E86F4B1-EE90-A1D4-8A5C-13322E0F5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因祢的寶血  恩典的寶血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修補一切  再次立約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0E0822-1617-3CC4-DAC7-FBE58447E61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4831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8C3B-E065-6856-F5C8-A2FCBE322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7D1A0ED-02AE-DF46-0712-ECEF9D605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因祢的寶血  犧牲的寶血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坦然無懼  到祢面前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DC583-9BA1-603C-A908-F9C7DB1ACBE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9893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1C4A2-E1D4-26A8-16F3-5A55FB24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4D86ADF-534D-1515-19C1-E9182A55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無瑕疵的愛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來到破碎的我  面前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B396A-541D-249F-0766-4F962D880C7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554491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4</TotalTime>
  <Words>239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Microsoft JhengHei</vt:lpstr>
      <vt:lpstr>Microsoft JhengHei</vt:lpstr>
      <vt:lpstr>Arial</vt:lpstr>
      <vt:lpstr>Calibri</vt:lpstr>
      <vt:lpstr>Theme1</vt:lpstr>
      <vt:lpstr>唯獨倚靠祢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2025-08-29T22:51:03Z</dcterms:created>
  <dcterms:modified xsi:type="dcterms:W3CDTF">2025-08-29T22:55:40Z</dcterms:modified>
</cp:coreProperties>
</file>