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05" r:id="rId2"/>
    <p:sldId id="606" r:id="rId3"/>
    <p:sldId id="607" r:id="rId4"/>
    <p:sldId id="608" r:id="rId5"/>
    <p:sldId id="609" r:id="rId6"/>
    <p:sldId id="610" r:id="rId7"/>
    <p:sldId id="611" r:id="rId8"/>
    <p:sldId id="612" r:id="rId9"/>
    <p:sldId id="613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5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7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0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7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7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5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79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6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8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1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FE202-052C-4976-A2F8-14C625592204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B74C4-325A-45B2-A936-2BA1F84A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8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生命的時序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有時  死有時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栽種有時  拔出有時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哭有時  笑有時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爭戰有時  和好有時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440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凡事都有定期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天下萬事都有定時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456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靜默有時  說話有時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哀哭有時  跳舞有時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779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拆毀有時  建造有時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失落有時  尋找有時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230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神將永生放在人心裡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他一切所做永遠長存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347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無所加添  無所減少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萬物各按其時成為美好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077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永遠長存  無所加添  無所減少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萬物各按其時成為美好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尾句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63633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169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生命的時序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2024-08-16T15:22:54Z</dcterms:created>
  <dcterms:modified xsi:type="dcterms:W3CDTF">2024-08-16T15:24:19Z</dcterms:modified>
</cp:coreProperties>
</file>