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theme/themeOverride3.xml" ContentType="application/vnd.openxmlformats-officedocument.themeOverr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7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6294-B03A-42B5-B352-89C3C204C0FC}" type="datetimeFigureOut">
              <a:rPr lang="zh-TW" altLang="en-US" smtClean="0"/>
              <a:pPr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AF5A-C6AE-48B5-85DC-A881744B97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6294-B03A-42B5-B352-89C3C204C0FC}" type="datetimeFigureOut">
              <a:rPr lang="zh-TW" altLang="en-US" smtClean="0"/>
              <a:pPr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AF5A-C6AE-48B5-85DC-A881744B97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6294-B03A-42B5-B352-89C3C204C0FC}" type="datetimeFigureOut">
              <a:rPr lang="zh-TW" altLang="en-US" smtClean="0"/>
              <a:pPr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AF5A-C6AE-48B5-85DC-A881744B97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6294-B03A-42B5-B352-89C3C204C0FC}" type="datetimeFigureOut">
              <a:rPr lang="zh-TW" altLang="en-US" smtClean="0"/>
              <a:pPr/>
              <a:t>2024/2/27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AF5A-C6AE-48B5-85DC-A881744B97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6294-B03A-42B5-B352-89C3C204C0FC}" type="datetimeFigureOut">
              <a:rPr lang="zh-TW" altLang="en-US" smtClean="0"/>
              <a:pPr/>
              <a:t>2024/2/27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AF5A-C6AE-48B5-85DC-A881744B97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6294-B03A-42B5-B352-89C3C204C0FC}" type="datetimeFigureOut">
              <a:rPr lang="zh-TW" altLang="en-US" smtClean="0"/>
              <a:pPr/>
              <a:t>2024/2/27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AF5A-C6AE-48B5-85DC-A881744B97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6294-B03A-42B5-B352-89C3C204C0FC}" type="datetimeFigureOut">
              <a:rPr lang="zh-TW" altLang="en-US" smtClean="0"/>
              <a:pPr/>
              <a:t>2024/2/27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AF5A-C6AE-48B5-85DC-A881744B97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6294-B03A-42B5-B352-89C3C204C0FC}" type="datetimeFigureOut">
              <a:rPr lang="zh-TW" altLang="en-US" smtClean="0"/>
              <a:pPr/>
              <a:t>2024/2/27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AF5A-C6AE-48B5-85DC-A881744B97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6294-B03A-42B5-B352-89C3C204C0FC}" type="datetimeFigureOut">
              <a:rPr lang="zh-TW" altLang="en-US" smtClean="0"/>
              <a:pPr/>
              <a:t>2024/2/27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AF5A-C6AE-48B5-85DC-A881744B97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6294-B03A-42B5-B352-89C3C204C0FC}" type="datetimeFigureOut">
              <a:rPr lang="zh-TW" altLang="en-US" smtClean="0"/>
              <a:pPr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AF5A-C6AE-48B5-85DC-A881744B97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6294-B03A-42B5-B352-89C3C204C0FC}" type="datetimeFigureOut">
              <a:rPr lang="zh-TW" altLang="en-US" smtClean="0"/>
              <a:pPr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AF5A-C6AE-48B5-85DC-A881744B97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C6294-B03A-42B5-B352-89C3C204C0FC}" type="datetimeFigureOut">
              <a:rPr lang="zh-TW" altLang="en-US" smtClean="0"/>
              <a:pPr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2AF5A-C6AE-48B5-85DC-A881744B97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沒有可給你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年輕我像脫韁的馬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隨著世俗放任去奔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年小似沒有可給你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停下以歌讚美你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沒有可給你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人生似像去演齣戲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隨著歲月變換角色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如今再沒有可給你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能望以心敬拜你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沒有可給你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將心獻頌我主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因祂永遠也不改變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地老天荒到盡頭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仍對我不棄不捨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沒有可給你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將心獻為我主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雖知年華再不返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盡我的心敬奉神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願意此生此世為你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沒有可給你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年輕我像脫韁的馬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隨著世俗放任去奔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年小似沒有可給你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停下以歌讚美你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沒有可給你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人生似像去演齣戲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隨著歲月變換角色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如今再沒有可給你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能望以心敬拜你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143000"/>
          </a:xfrm>
        </p:spPr>
        <p:txBody>
          <a:bodyPr/>
          <a:lstStyle/>
          <a:p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沒有可給你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將心獻頌我主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因祂永遠也不改變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地老天荒到盡頭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仍對我不棄不捨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沒有可給你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將心獻為我主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雖知年華再不返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盡我的心敬奉神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願意此生此世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盡獻光陰給你奉上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沒有可給你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耶穌   我沒有可給你</a:t>
            </a:r>
            <a:endParaRPr lang="en-US" altLang="zh-TW" sz="5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buNone/>
            </a:pPr>
            <a:r>
              <a:rPr lang="zh-TW" altLang="en-US" sz="5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  <a:t>唯願以一生獻奉你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242</Words>
  <Application>Microsoft Office PowerPoint</Application>
  <PresentationFormat>如螢幕大小 (4:3)</PresentationFormat>
  <Paragraphs>44</Paragraphs>
  <Slides>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佈景主題1</vt:lpstr>
      <vt:lpstr>沒有可給你</vt:lpstr>
      <vt:lpstr>沒有可給你</vt:lpstr>
      <vt:lpstr>沒有可給你</vt:lpstr>
      <vt:lpstr>沒有可給你</vt:lpstr>
      <vt:lpstr>沒有可給你</vt:lpstr>
      <vt:lpstr>沒有可給你</vt:lpstr>
      <vt:lpstr>沒有可給你</vt:lpstr>
      <vt:lpstr>沒有可給你</vt:lpstr>
      <vt:lpstr>沒有可給你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沒有可給你</dc:title>
  <dc:creator>以撒</dc:creator>
  <cp:lastModifiedBy>PowerPoint</cp:lastModifiedBy>
  <cp:revision>7</cp:revision>
  <dcterms:created xsi:type="dcterms:W3CDTF">2017-12-31T08:32:03Z</dcterms:created>
  <dcterms:modified xsi:type="dcterms:W3CDTF">2024-02-27T12:15:56Z</dcterms:modified>
</cp:coreProperties>
</file>