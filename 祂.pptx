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11" r:id="rId2"/>
    <p:sldId id="612" r:id="rId3"/>
    <p:sldId id="613" r:id="rId4"/>
    <p:sldId id="614" r:id="rId5"/>
    <p:sldId id="615" r:id="rId6"/>
    <p:sldId id="616" r:id="rId7"/>
    <p:sldId id="617" r:id="rId8"/>
    <p:sldId id="618" r:id="rId9"/>
    <p:sldId id="61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78" y="10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C1CA5-A029-4AD3-9218-2F27BE0F9772}" type="datetimeFigureOut">
              <a:rPr lang="zh-TW" altLang="en-US" smtClean="0"/>
              <a:pPr/>
              <a:t>2024/8/10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9C9A9-18C0-4D09-81A5-9BE94AE1332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祂斥責風浪狂風大浪平靜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祂譜寫樂章滿有和諧安寧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祂安置星宿以光華綴穹蒼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祂步步保守雖孤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獨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夜無窮</a:t>
            </a:r>
            <a:endParaRPr lang="zh-TW" altLang="en-US" sz="6400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504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祂必定垂聽孩童初次禱祈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祂喜愛義者罪人也不撇棄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629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雖我們時常令祂傷心痛苦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祂還是說  寬恕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762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祂成全美夢化愁雲為朗晴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祂成全宿願化陰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暗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變光明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45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祂非常清楚彩虹終於何處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祂非常明白地平線外何物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3433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使聾子聽見瞎子看見主面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使你我言行無所遁形主前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03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雖我們時常令祂傷心痛苦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祂還是說  寬恕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002822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14</TotalTime>
  <Words>209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佈景主題11</vt:lpstr>
      <vt:lpstr>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祂</dc:title>
  <dc:creator>User</dc:creator>
  <cp:lastModifiedBy>batisuoc</cp:lastModifiedBy>
  <cp:revision>5</cp:revision>
  <dcterms:created xsi:type="dcterms:W3CDTF">2017-09-24T00:27:40Z</dcterms:created>
  <dcterms:modified xsi:type="dcterms:W3CDTF">2024-08-10T16:56:50Z</dcterms:modified>
</cp:coreProperties>
</file>