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12" r:id="rId2"/>
    <p:sldId id="613" r:id="rId3"/>
    <p:sldId id="614" r:id="rId4"/>
    <p:sldId id="615" r:id="rId5"/>
    <p:sldId id="616" r:id="rId6"/>
    <p:sldId id="617" r:id="rId7"/>
    <p:sldId id="618" r:id="rId8"/>
    <p:sldId id="619" r:id="rId9"/>
    <p:sldId id="620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D7F6-0B48-4F79-872E-E8EB61D6ED8B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350C-DAB2-42EB-8085-E2D570E49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48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D7F6-0B48-4F79-872E-E8EB61D6ED8B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350C-DAB2-42EB-8085-E2D570E49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79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D7F6-0B48-4F79-872E-E8EB61D6ED8B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350C-DAB2-42EB-8085-E2D570E49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18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D7F6-0B48-4F79-872E-E8EB61D6ED8B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350C-DAB2-42EB-8085-E2D570E49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956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D7F6-0B48-4F79-872E-E8EB61D6ED8B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350C-DAB2-42EB-8085-E2D570E49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205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D7F6-0B48-4F79-872E-E8EB61D6ED8B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350C-DAB2-42EB-8085-E2D570E49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54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D7F6-0B48-4F79-872E-E8EB61D6ED8B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350C-DAB2-42EB-8085-E2D570E49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02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D7F6-0B48-4F79-872E-E8EB61D6ED8B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350C-DAB2-42EB-8085-E2D570E49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0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D7F6-0B48-4F79-872E-E8EB61D6ED8B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350C-DAB2-42EB-8085-E2D570E49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64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D7F6-0B48-4F79-872E-E8EB61D6ED8B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350C-DAB2-42EB-8085-E2D570E49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64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3D7F6-0B48-4F79-872E-E8EB61D6ED8B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350C-DAB2-42EB-8085-E2D570E49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92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3D7F6-0B48-4F79-872E-E8EB61D6ED8B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6350C-DAB2-42EB-8085-E2D570E49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05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主愛圍繞我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我心渴想耶和華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如乾旱地盼雨一樣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主求祢使我在清晨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能夠聽見祢慈愛聲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48640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我心依靠耶和華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像錫安山永不動搖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04188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眾山圍繞耶路撒冷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主也用愛圍繞著我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83719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在急難中我求告神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救主就應允我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4928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祂將我安置在寬闊地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寬闊之地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2860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主耶和華是我力量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祂是我的詩歌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21459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稱謝主稱頌主我的神</a:t>
            </a:r>
            <a:endParaRPr 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199421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149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主愛圍繞我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主愛圍繞我</dc:title>
  <dc:creator>batisuoc</dc:creator>
  <cp:lastModifiedBy>batisuoc</cp:lastModifiedBy>
  <cp:revision>1</cp:revision>
  <dcterms:created xsi:type="dcterms:W3CDTF">2024-05-04T10:13:46Z</dcterms:created>
  <dcterms:modified xsi:type="dcterms:W3CDTF">2024-05-04T10:14:06Z</dcterms:modified>
</cp:coreProperties>
</file>