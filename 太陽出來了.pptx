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太陽出來了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太陽出來了  雲朵兒微微笑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耶穌的愛充滿我  煩惱全不見了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F812-774B-657A-851D-0D93B3F8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75FA1B-1550-CC40-1077-4EC9506B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太陽出來了  雲朵兒微微笑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耶穌的愛充滿我  憂愁也不見了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C242F-E31B-8749-6F5D-9D333FB9DA5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88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0D875-F226-B007-A2F1-301FAC85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0E7DBC-2536-DAC6-D63B-0182905D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親愛耶穌　我救主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是我隨時的幫助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3309F-55FE-11CD-C920-A290579915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662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CC5E-C68C-6626-B8AF-919AA775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F741B52-C7C5-F9B8-C55D-676300FC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親愛耶穌　我救主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使我喜樂滿足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801E2-CDD7-F799-2B11-135ABC077C4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118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ECC4-1667-46C5-4458-31E05B66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988862-C3F4-B09E-0658-C4F46EE90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祢的愛溫暖我的心  充滿我生命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我願意一生讚美祢  永遠不停息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B6ADC-2707-3020-F6C4-1AA9FB66888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38176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128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太陽出來了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2026-06-12T16:24:12Z</dcterms:created>
  <dcterms:modified xsi:type="dcterms:W3CDTF">2026-06-12T16:25:57Z</dcterms:modified>
</cp:coreProperties>
</file>