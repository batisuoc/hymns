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</p:sldIdLst>
  <p:sldSz cx="9144000" cy="5143500" type="screen16x9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33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108" y="1134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46FD6-6A9E-437C-9FB4-5BBFEA13FE07}" type="datetimeFigureOut">
              <a:rPr lang="zh-TW" altLang="en-US" smtClean="0"/>
              <a:pPr/>
              <a:t>2025/5/17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60941-D7A7-4158-BF6A-52B86A64611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46FD6-6A9E-437C-9FB4-5BBFEA13FE07}" type="datetimeFigureOut">
              <a:rPr lang="zh-TW" altLang="en-US" smtClean="0"/>
              <a:pPr/>
              <a:t>2025/5/17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60941-D7A7-4158-BF6A-52B86A64611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46FD6-6A9E-437C-9FB4-5BBFEA13FE07}" type="datetimeFigureOut">
              <a:rPr lang="zh-TW" altLang="en-US" smtClean="0"/>
              <a:pPr/>
              <a:t>2025/5/17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60941-D7A7-4158-BF6A-52B86A64611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46FD6-6A9E-437C-9FB4-5BBFEA13FE07}" type="datetimeFigureOut">
              <a:rPr lang="zh-TW" altLang="en-US" smtClean="0"/>
              <a:pPr/>
              <a:t>2025/5/17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60941-D7A7-4158-BF6A-52B86A64611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46FD6-6A9E-437C-9FB4-5BBFEA13FE07}" type="datetimeFigureOut">
              <a:rPr lang="zh-TW" altLang="en-US" smtClean="0"/>
              <a:pPr/>
              <a:t>2025/5/17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60941-D7A7-4158-BF6A-52B86A64611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46FD6-6A9E-437C-9FB4-5BBFEA13FE07}" type="datetimeFigureOut">
              <a:rPr lang="zh-TW" altLang="en-US" smtClean="0"/>
              <a:pPr/>
              <a:t>2025/5/17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60941-D7A7-4158-BF6A-52B86A64611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46FD6-6A9E-437C-9FB4-5BBFEA13FE07}" type="datetimeFigureOut">
              <a:rPr lang="zh-TW" altLang="en-US" smtClean="0"/>
              <a:pPr/>
              <a:t>2025/5/17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60941-D7A7-4158-BF6A-52B86A64611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46FD6-6A9E-437C-9FB4-5BBFEA13FE07}" type="datetimeFigureOut">
              <a:rPr lang="zh-TW" altLang="en-US" smtClean="0"/>
              <a:pPr/>
              <a:t>2025/5/17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60941-D7A7-4158-BF6A-52B86A64611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46FD6-6A9E-437C-9FB4-5BBFEA13FE07}" type="datetimeFigureOut">
              <a:rPr lang="zh-TW" altLang="en-US" smtClean="0"/>
              <a:pPr/>
              <a:t>2025/5/17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60941-D7A7-4158-BF6A-52B86A64611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46FD6-6A9E-437C-9FB4-5BBFEA13FE07}" type="datetimeFigureOut">
              <a:rPr lang="zh-TW" altLang="en-US" smtClean="0"/>
              <a:pPr/>
              <a:t>2025/5/17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60941-D7A7-4158-BF6A-52B86A64611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46FD6-6A9E-437C-9FB4-5BBFEA13FE07}" type="datetimeFigureOut">
              <a:rPr lang="zh-TW" altLang="en-US" smtClean="0"/>
              <a:pPr/>
              <a:t>2025/5/17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60941-D7A7-4158-BF6A-52B86A64611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246FD6-6A9E-437C-9FB4-5BBFEA13FE07}" type="datetimeFigureOut">
              <a:rPr lang="zh-TW" altLang="en-US" smtClean="0"/>
              <a:pPr/>
              <a:t>2025/5/17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060941-D7A7-4158-BF6A-52B86A64611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1995686"/>
            <a:ext cx="9144000" cy="857250"/>
          </a:xfrm>
        </p:spPr>
        <p:txBody>
          <a:bodyPr>
            <a:noAutofit/>
          </a:bodyPr>
          <a:lstStyle/>
          <a:p>
            <a:r>
              <a:rPr lang="zh-TW" altLang="en-US" sz="54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傾倒</a:t>
            </a:r>
          </a:p>
        </p:txBody>
      </p:sp>
    </p:spTree>
    <p:extLst>
      <p:ext uri="{BB962C8B-B14F-4D97-AF65-F5344CB8AC3E}">
        <p14:creationId xmlns:p14="http://schemas.microsoft.com/office/powerpoint/2010/main" val="32701216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將香膏打破盡情奉獻</a:t>
            </a:r>
            <a:endParaRPr lang="en-US" altLang="zh-TW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舊我都粉碎  與神面對面</a:t>
            </a:r>
            <a:endParaRPr lang="en-US" altLang="zh-TW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867894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104252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今每口呼吸  亦要成就神定旨意</a:t>
            </a:r>
            <a:endParaRPr lang="en-US" altLang="zh-TW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單體貼主的心意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867894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052729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傾倒我所有  共主心思緊扣</a:t>
            </a:r>
            <a:endParaRPr lang="en-US" altLang="zh-TW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生命每分  全部沒有保留</a:t>
            </a:r>
            <a:endParaRPr lang="en-US" altLang="zh-TW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867894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077565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求傾倒我所有  從今再沒別求</a:t>
            </a:r>
            <a:endParaRPr lang="en-US" altLang="zh-TW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不斷呈獻  才愈足夠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867894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052158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昨天此際  明日未來</a:t>
            </a:r>
            <a:endParaRPr lang="en-US" altLang="zh-TW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在祢座前  全部傾倒</a:t>
            </a:r>
            <a:endParaRPr lang="en-US" altLang="zh-TW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867894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橋</a:t>
            </a:r>
            <a:r>
              <a:rPr lang="en-US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907334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昨天此際  明日未來</a:t>
            </a:r>
            <a:endParaRPr lang="en-US" altLang="zh-TW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全意盡力擺上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867894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橋</a:t>
            </a:r>
            <a:r>
              <a:rPr lang="en-US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554120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26F5EE-C274-DDBA-BE24-CDA6405A1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D994C8C3-E5A7-08B2-31EC-393915B36C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傾倒我所有  共主心思緊扣</a:t>
            </a:r>
            <a:endParaRPr lang="en-US" altLang="zh-TW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生命每分  全順服祢心意走</a:t>
            </a:r>
            <a:endParaRPr lang="en-US" altLang="zh-TW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797762-7F08-422B-8C81-D941376F31F6}"/>
              </a:ext>
            </a:extLst>
          </p:cNvPr>
          <p:cNvSpPr txBox="1"/>
          <p:nvPr/>
        </p:nvSpPr>
        <p:spPr>
          <a:xfrm>
            <a:off x="0" y="3867894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534541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53D0B-A80C-B90C-E931-592EF6F1A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1CC2F2D7-D668-AFF6-8F2D-0768B41CB0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求傾倒我所有  從今再沒別求</a:t>
            </a:r>
            <a:endParaRPr lang="en-US" altLang="zh-TW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不斷呈獻  才愈足夠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121853-8EE7-F155-129A-9E51F0B227EF}"/>
              </a:ext>
            </a:extLst>
          </p:cNvPr>
          <p:cNvSpPr txBox="1"/>
          <p:nvPr/>
        </p:nvSpPr>
        <p:spPr>
          <a:xfrm>
            <a:off x="0" y="3867894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90733550"/>
      </p:ext>
    </p:extLst>
  </p:cSld>
  <p:clrMapOvr>
    <a:masterClrMapping/>
  </p:clrMapOvr>
</p:sld>
</file>

<file path=ppt/theme/theme1.xml><?xml version="1.0" encoding="utf-8"?>
<a:theme xmlns:a="http://schemas.openxmlformats.org/drawingml/2006/main" name="佈景主題1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佈景主題11</Template>
  <TotalTime>113</TotalTime>
  <Words>184</Words>
  <Application>Microsoft Office PowerPoint</Application>
  <PresentationFormat>On-screen Show (16:9)</PresentationFormat>
  <Paragraphs>25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Microsoft JhengHei</vt:lpstr>
      <vt:lpstr>Microsoft JhengHei</vt:lpstr>
      <vt:lpstr>Arial</vt:lpstr>
      <vt:lpstr>Calibri</vt:lpstr>
      <vt:lpstr>佈景主題11</vt:lpstr>
      <vt:lpstr>傾倒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傾倒</dc:title>
  <dc:creator>User</dc:creator>
  <cp:lastModifiedBy>batisuoc</cp:lastModifiedBy>
  <cp:revision>10</cp:revision>
  <dcterms:created xsi:type="dcterms:W3CDTF">2017-08-12T05:28:45Z</dcterms:created>
  <dcterms:modified xsi:type="dcterms:W3CDTF">2025-05-17T16:17:04Z</dcterms:modified>
</cp:coreProperties>
</file>