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33" r:id="rId4"/>
    <p:sldId id="634" r:id="rId5"/>
    <p:sldId id="635" r:id="rId6"/>
    <p:sldId id="636" r:id="rId7"/>
    <p:sldId id="637" r:id="rId8"/>
    <p:sldId id="638" r:id="rId9"/>
    <p:sldId id="639" r:id="rId10"/>
    <p:sldId id="640" r:id="rId11"/>
    <p:sldId id="641" r:id="rId12"/>
    <p:sldId id="642" r:id="rId13"/>
    <p:sldId id="64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我有喜樂" id="{46C89C24-1424-4537-ADA9-8D6916FAD19C}">
          <p14:sldIdLst>
            <p14:sldId id="353"/>
            <p14:sldId id="390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83AF3-A962-4DB7-B241-BE1DA4E52681}" type="datetimeFigureOut">
              <a:rPr lang="zh-TW" altLang="en-US" smtClean="0"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03548-42ED-4AC1-8FE6-9230637B86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我有喜樂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我有喜樂在我心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我有喜樂在我心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( 1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9DA9-2AA3-A1E3-5C45-5AD1942C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849E690-1426-B270-2F23-8467E6183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我有喜樂在我心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主的喜樂無人能奪去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AC1D6-C260-5E72-CC55-68E71834E531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( 1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6649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549A-42D7-6821-9B31-4FE8B6AE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ADF37B8-0D35-55F6-A6A4-722D17896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我有平安在我心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我有平安在我心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F2784-0908-EBEE-583E-0CB1DE770BFA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085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ACDC-3E53-D159-578E-E54B7035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D5A5E27-92FA-1E69-810F-43025A3E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我有平安在我心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主的平安無人能奪去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08B0C-2602-AE68-D475-FD3317880602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041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0AC5-E614-0065-29D2-09DE33BE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CB1D97-EB2A-7DE3-B2A1-725BD98E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我要唱新歌  讚美耶穌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唱新歌  讚美耶穌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40D8C-6F2C-DCAF-73C6-13DB6CF8F88F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( 3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675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42D2-0940-9101-625C-E162A15E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388A9EF-0FE7-2C69-7710-617137201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唱新歌  讚美耶穌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主的喜樂無人能奪去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F0411-8DFC-FA6F-9DAD-2ADE0A98BBCC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( 3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342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9C19-88BC-5100-BDFC-791BC7A7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C8DA726-50BB-6CED-4A03-83DF211DD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我要向前跑  向主奔跑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向前跑  向主奔跑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73893-57D6-6667-C29A-1B344EE1E7C8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( 4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3479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6686-1C3A-3F7D-E6FC-1916101D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9AF3AF-A214-9B5D-BA0A-A108E4D12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向前跑  向主奔跑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在基督裡我已得自由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F6EF4-64BD-303D-C4EF-F7ACD71801B3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( 4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456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DCEA-A4BC-2525-FB1E-406B7A2A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4DE8645-054D-5C1C-AF17-BB85EBFA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我要來跳舞  為主跳舞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來跳舞  為主跳舞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C5D6E-176E-C749-6F4F-5968F93504B0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( 5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066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9634-6001-CF80-5944-DF94F342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692324-5008-EF69-2101-348C899D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來跳舞  為主跳舞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主的喜樂無人能奪去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A4FCC-045B-5EEE-1469-3E56C05F55E2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( 5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78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5496-0D27-D6BC-2D5C-6C7F97148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7592EE2-989B-BA8E-9E55-DA734D73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我要來歡呼  大聲歡呼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來歡呼  大聲歡呼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CDEF7-C223-CBC2-3755-FEE73F40674B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( 6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857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E293-1A18-912C-7E2C-83B1687D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1FE098B-7CC1-22FC-9838-F12F1B7B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來歡呼  大聲歡呼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在基督裡我已得自由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4229F-C3CD-C540-E410-2324D11B7641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( 6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/</a:t>
            </a:r>
            <a:r>
              <a:rPr lang="zh-CN" alt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6</a:t>
            </a:r>
            <a:r>
              <a:rPr lang="en-US" sz="3733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761385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12</TotalTime>
  <Words>252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佈景主題1</vt:lpstr>
      <vt:lpstr>我有喜樂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我有喜樂</dc:title>
  <dc:creator>DaTang</dc:creator>
  <cp:lastModifiedBy>batisuoc</cp:lastModifiedBy>
  <cp:revision>4</cp:revision>
  <dcterms:created xsi:type="dcterms:W3CDTF">2018-11-17T03:59:52Z</dcterms:created>
  <dcterms:modified xsi:type="dcterms:W3CDTF">2024-12-07T14:05:37Z</dcterms:modified>
</cp:coreProperties>
</file>