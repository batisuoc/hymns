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1642" r:id="rId4"/>
    <p:sldId id="1643" r:id="rId5"/>
    <p:sldId id="1644" r:id="rId6"/>
    <p:sldId id="1645" r:id="rId7"/>
    <p:sldId id="1646" r:id="rId8"/>
    <p:sldId id="1647" r:id="rId9"/>
    <p:sldId id="1648" r:id="rId10"/>
    <p:sldId id="1649" r:id="rId11"/>
    <p:sldId id="1650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4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2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0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2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8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0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1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8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BDA67-A22F-43BA-B461-20EBC8EA7198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B8F04-5177-4708-A8DC-7BDFFCEB3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當我抬頭仰望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人算什麼  祢竟顧念他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世人算什麼  祢竟眷顧他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祢賜下 榮耀尊貴作為他冠冕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使地上萬物 都俯伏在他面前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068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我算什麼  祢竟顧念我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我沒做什麼  祢卻垂憐我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940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當我未出生以前  祢已先愛我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為了我 打造專屬的人生路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8308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當我抬頭仰望祢手造的天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深知祢  多麼愛我遠超過一切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6688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患難困苦  死蔭幽谷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也無法 將我與祢的愛隔絕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570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當我放下自己垂靠祢懷裡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我的靈  雀躍歡欣不停讚美祢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627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耶穌基督  我的救主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祢的寶血  贖回了我的生命  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313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不再悲傷  不再徬徨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祢的愛擁抱我  遮蓋了一切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972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我深知道  世上所有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都無法將我與祢的愛隔絕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48694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257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Theme1</vt:lpstr>
      <vt:lpstr>當我抬頭仰望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當我抬頭仰望</dc:title>
  <dc:creator>batisuoc</dc:creator>
  <cp:lastModifiedBy>batisuoc</cp:lastModifiedBy>
  <cp:revision>1</cp:revision>
  <dcterms:created xsi:type="dcterms:W3CDTF">2024-06-01T06:03:19Z</dcterms:created>
  <dcterms:modified xsi:type="dcterms:W3CDTF">2024-06-01T06:03:32Z</dcterms:modified>
</cp:coreProperties>
</file>