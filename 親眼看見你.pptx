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158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561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59353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428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478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443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303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396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337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181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762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69DC5-1037-40C5-BA52-B49D5C60A905}" type="datetimeFigureOut">
              <a:rPr lang="vi-VN" smtClean="0"/>
              <a:t>13/07/2024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7A42D-59E5-45B5-AFFB-7AC15C0E04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648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5664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親眼看見祢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678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有祢  我生命不一樣</a:t>
            </a:r>
            <a:endParaRPr lang="en-US" altLang="zh-CN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有祢  我生命再燃亮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3" y="5362764"/>
            <a:ext cx="121783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198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有祢  我不害怕困難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有祢  我有滿足的喜樂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3" y="5362764"/>
            <a:ext cx="121783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18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我在  深處裡求告祢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祢在  天上聽我禱告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3" y="5362764"/>
            <a:ext cx="121783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75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祢是  我堅固避難所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我讚美祢直到永遠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3" y="5362764"/>
            <a:ext cx="121783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397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太陽還存  月亮還在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人要敬畏祢直到萬代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3" y="5362764"/>
            <a:ext cx="121783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152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我從前風聞有祢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effectLst/>
                <a:latin typeface="微軟正黑體" pitchFamily="34" charset="-120"/>
                <a:ea typeface="微軟正黑體" pitchFamily="34" charset="-120"/>
              </a:rPr>
              <a:t>現在我親眼看見祢</a:t>
            </a:r>
            <a:endParaRPr lang="en-US" altLang="zh-TW" sz="6400" b="1" dirty="0">
              <a:solidFill>
                <a:srgbClr val="660033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653" y="5362764"/>
            <a:ext cx="121783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925244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126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親眼看見祢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親眼看見祢</dc:title>
  <dc:creator>Windows User</dc:creator>
  <cp:lastModifiedBy>batisuoc</cp:lastModifiedBy>
  <cp:revision>4</cp:revision>
  <dcterms:created xsi:type="dcterms:W3CDTF">2022-01-01T07:00:32Z</dcterms:created>
  <dcterms:modified xsi:type="dcterms:W3CDTF">2024-07-13T14:09:50Z</dcterms:modified>
</cp:coreProperties>
</file>