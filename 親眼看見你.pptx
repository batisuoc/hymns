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75" d="100"/>
          <a:sy n="75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69DC5-1037-40C5-BA52-B49D5C60A905}" type="datetimeFigureOut">
              <a:rPr lang="vi-VN" smtClean="0"/>
              <a:t>16/03/2024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7A42D-59E5-45B5-AFFB-7AC15C0E042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1583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69DC5-1037-40C5-BA52-B49D5C60A905}" type="datetimeFigureOut">
              <a:rPr lang="vi-VN" smtClean="0"/>
              <a:t>16/03/2024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7A42D-59E5-45B5-AFFB-7AC15C0E042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005614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69DC5-1037-40C5-BA52-B49D5C60A905}" type="datetimeFigureOut">
              <a:rPr lang="vi-VN" smtClean="0"/>
              <a:t>16/03/2024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7A42D-59E5-45B5-AFFB-7AC15C0E042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593537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69DC5-1037-40C5-BA52-B49D5C60A905}" type="datetimeFigureOut">
              <a:rPr lang="vi-VN" smtClean="0"/>
              <a:t>16/03/2024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7A42D-59E5-45B5-AFFB-7AC15C0E042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24283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69DC5-1037-40C5-BA52-B49D5C60A905}" type="datetimeFigureOut">
              <a:rPr lang="vi-VN" smtClean="0"/>
              <a:t>16/03/2024</a:t>
            </a:fld>
            <a:endParaRPr lang="vi-VN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7A42D-59E5-45B5-AFFB-7AC15C0E042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04789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69DC5-1037-40C5-BA52-B49D5C60A905}" type="datetimeFigureOut">
              <a:rPr lang="vi-VN" smtClean="0"/>
              <a:t>16/03/2024</a:t>
            </a:fld>
            <a:endParaRPr lang="vi-VN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7A42D-59E5-45B5-AFFB-7AC15C0E042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64437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69DC5-1037-40C5-BA52-B49D5C60A905}" type="datetimeFigureOut">
              <a:rPr lang="vi-VN" smtClean="0"/>
              <a:t>16/03/2024</a:t>
            </a:fld>
            <a:endParaRPr lang="vi-VN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7A42D-59E5-45B5-AFFB-7AC15C0E042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83035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69DC5-1037-40C5-BA52-B49D5C60A905}" type="datetimeFigureOut">
              <a:rPr lang="vi-VN" smtClean="0"/>
              <a:t>16/03/2024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7A42D-59E5-45B5-AFFB-7AC15C0E042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43963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69DC5-1037-40C5-BA52-B49D5C60A905}" type="datetimeFigureOut">
              <a:rPr lang="vi-VN" smtClean="0"/>
              <a:t>16/03/2024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7A42D-59E5-45B5-AFFB-7AC15C0E042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33379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69DC5-1037-40C5-BA52-B49D5C60A905}" type="datetimeFigureOut">
              <a:rPr lang="vi-VN" smtClean="0"/>
              <a:t>16/03/2024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7A42D-59E5-45B5-AFFB-7AC15C0E042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71815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69DC5-1037-40C5-BA52-B49D5C60A905}" type="datetimeFigureOut">
              <a:rPr lang="vi-VN" smtClean="0"/>
              <a:t>16/03/2024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7A42D-59E5-45B5-AFFB-7AC15C0E042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47621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E69DC5-1037-40C5-BA52-B49D5C60A905}" type="datetimeFigureOut">
              <a:rPr lang="vi-VN" smtClean="0"/>
              <a:t>16/03/2024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47A42D-59E5-45B5-AFFB-7AC15C0E042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66483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2566425"/>
            <a:ext cx="12192000" cy="1143000"/>
          </a:xfrm>
        </p:spPr>
        <p:txBody>
          <a:bodyPr>
            <a:noAutofit/>
          </a:bodyPr>
          <a:lstStyle/>
          <a:p>
            <a:r>
              <a:rPr lang="zh-CN" altLang="en-US" sz="72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親眼看見祢</a:t>
            </a:r>
            <a:endParaRPr lang="zh-TW" altLang="en-US" sz="7200" b="1" i="1" dirty="0">
              <a:solidFill>
                <a:srgbClr val="66003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itchFamily="34" charset="-120"/>
              <a:ea typeface="微軟正黑體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167898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660033"/>
                </a:solidFill>
                <a:effectLst/>
                <a:latin typeface="微軟正黑體" pitchFamily="34" charset="-120"/>
                <a:ea typeface="微軟正黑體" pitchFamily="34" charset="-120"/>
              </a:rPr>
              <a:t>有祢  我生命不一樣</a:t>
            </a:r>
            <a:endParaRPr lang="en-US" altLang="zh-CN" sz="6400" b="1" dirty="0">
              <a:solidFill>
                <a:srgbClr val="660033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CN" altLang="en-US" sz="6400" b="1" dirty="0">
                <a:solidFill>
                  <a:srgbClr val="660033"/>
                </a:solidFill>
                <a:effectLst/>
                <a:latin typeface="微軟正黑體" pitchFamily="34" charset="-120"/>
                <a:ea typeface="微軟正黑體" pitchFamily="34" charset="-120"/>
              </a:rPr>
              <a:t>有祢  我生命再燃亮</a:t>
            </a:r>
            <a:endParaRPr lang="en-US" altLang="zh-TW" sz="6400" b="1" dirty="0">
              <a:solidFill>
                <a:srgbClr val="660033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3653" y="5331987"/>
            <a:ext cx="12178347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0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40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000" b="1" dirty="0">
              <a:solidFill>
                <a:srgbClr val="660033"/>
              </a:solidFill>
              <a:effectLst/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91983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effectLst/>
                <a:latin typeface="微軟正黑體" pitchFamily="34" charset="-120"/>
                <a:ea typeface="微軟正黑體" pitchFamily="34" charset="-120"/>
              </a:rPr>
              <a:t>有祢  我不害怕困難</a:t>
            </a:r>
            <a:endParaRPr lang="en-US" altLang="zh-TW" sz="6400" b="1" dirty="0">
              <a:solidFill>
                <a:srgbClr val="660033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effectLst/>
                <a:latin typeface="微軟正黑體" pitchFamily="34" charset="-120"/>
                <a:ea typeface="微軟正黑體" pitchFamily="34" charset="-120"/>
              </a:rPr>
              <a:t>有祢  我有滿足的喜樂</a:t>
            </a:r>
            <a:endParaRPr lang="en-US" altLang="zh-TW" sz="6400" b="1" dirty="0">
              <a:solidFill>
                <a:srgbClr val="660033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3653" y="5331987"/>
            <a:ext cx="12178347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0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61837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effectLst/>
                <a:latin typeface="微軟正黑體" pitchFamily="34" charset="-120"/>
                <a:ea typeface="微軟正黑體" pitchFamily="34" charset="-120"/>
              </a:rPr>
              <a:t>我在  深處裡求告祢</a:t>
            </a:r>
            <a:endParaRPr lang="en-US" altLang="zh-TW" sz="6400" b="1" dirty="0">
              <a:solidFill>
                <a:srgbClr val="660033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effectLst/>
                <a:latin typeface="微軟正黑體" pitchFamily="34" charset="-120"/>
                <a:ea typeface="微軟正黑體" pitchFamily="34" charset="-120"/>
              </a:rPr>
              <a:t>祢在  天上聽我禱告</a:t>
            </a:r>
            <a:endParaRPr lang="en-US" altLang="zh-TW" sz="6400" b="1" dirty="0">
              <a:solidFill>
                <a:srgbClr val="660033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3653" y="5331987"/>
            <a:ext cx="12178347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0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87518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effectLst/>
                <a:latin typeface="微軟正黑體" pitchFamily="34" charset="-120"/>
                <a:ea typeface="微軟正黑體" pitchFamily="34" charset="-120"/>
              </a:rPr>
              <a:t>祢是  我堅固避難所</a:t>
            </a:r>
            <a:endParaRPr lang="en-US" altLang="zh-TW" sz="6400" b="1" dirty="0">
              <a:solidFill>
                <a:srgbClr val="660033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effectLst/>
                <a:latin typeface="微軟正黑體" pitchFamily="34" charset="-120"/>
                <a:ea typeface="微軟正黑體" pitchFamily="34" charset="-120"/>
              </a:rPr>
              <a:t>我讚美祢直到永遠</a:t>
            </a:r>
            <a:endParaRPr lang="en-US" altLang="zh-TW" sz="6400" b="1" dirty="0">
              <a:solidFill>
                <a:srgbClr val="660033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3653" y="5331987"/>
            <a:ext cx="12178347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0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039739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effectLst/>
                <a:latin typeface="微軟正黑體" pitchFamily="34" charset="-120"/>
                <a:ea typeface="微軟正黑體" pitchFamily="34" charset="-120"/>
              </a:rPr>
              <a:t>太陽還存  月亮還在</a:t>
            </a:r>
            <a:endParaRPr lang="en-US" altLang="zh-TW" sz="6400" b="1" dirty="0">
              <a:solidFill>
                <a:srgbClr val="660033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effectLst/>
                <a:latin typeface="微軟正黑體" pitchFamily="34" charset="-120"/>
                <a:ea typeface="微軟正黑體" pitchFamily="34" charset="-120"/>
              </a:rPr>
              <a:t>人要敬畏祢直到萬代</a:t>
            </a:r>
            <a:endParaRPr lang="en-US" altLang="zh-TW" sz="6400" b="1" dirty="0">
              <a:solidFill>
                <a:srgbClr val="660033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3653" y="5331987"/>
            <a:ext cx="12178347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0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31529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effectLst/>
                <a:latin typeface="微軟正黑體" pitchFamily="34" charset="-120"/>
                <a:ea typeface="微軟正黑體" pitchFamily="34" charset="-120"/>
              </a:rPr>
              <a:t>我從前風聞有祢</a:t>
            </a:r>
            <a:endParaRPr lang="en-US" altLang="zh-TW" sz="6400" b="1" dirty="0">
              <a:solidFill>
                <a:srgbClr val="660033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effectLst/>
                <a:latin typeface="微軟正黑體" pitchFamily="34" charset="-120"/>
                <a:ea typeface="微軟正黑體" pitchFamily="34" charset="-120"/>
              </a:rPr>
              <a:t>現在我親眼看見祢</a:t>
            </a:r>
            <a:endParaRPr lang="en-US" altLang="zh-TW" sz="6400" b="1" dirty="0">
              <a:solidFill>
                <a:srgbClr val="660033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3653" y="5331987"/>
            <a:ext cx="12178347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0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99252448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1A8DE197-990E-4893-BF04-3823FBB50F9A}" vid="{430B7048-5A04-4BDB-939A-C7E865DB88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3</TotalTime>
  <Words>126</Words>
  <Application>Microsoft Office PowerPoint</Application>
  <PresentationFormat>Widescreen</PresentationFormat>
  <Paragraphs>19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Microsoft JhengHei</vt:lpstr>
      <vt:lpstr>Microsoft JhengHei</vt:lpstr>
      <vt:lpstr>Arial</vt:lpstr>
      <vt:lpstr>Calibri</vt:lpstr>
      <vt:lpstr>Theme1</vt:lpstr>
      <vt:lpstr>親眼看見祢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親眼看見祢</dc:title>
  <dc:creator>Windows User</dc:creator>
  <cp:lastModifiedBy>batisuoc</cp:lastModifiedBy>
  <cp:revision>3</cp:revision>
  <dcterms:created xsi:type="dcterms:W3CDTF">2022-01-01T07:00:32Z</dcterms:created>
  <dcterms:modified xsi:type="dcterms:W3CDTF">2024-03-16T04:55:18Z</dcterms:modified>
</cp:coreProperties>
</file>