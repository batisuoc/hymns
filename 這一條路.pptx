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9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0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42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2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6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7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67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8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3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458A9-3336-486B-BDC7-7EF485392BA8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30F36-CDE4-462D-A1AE-24E3FB80B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55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這一條路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我走過最幸福的路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是跟隨的路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讓祢的手引導生命的每一步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617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我走過最喜樂的路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是依靠的路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23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把每一天交給祢的心來眷顧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640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捨己  確更加寬闊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放手  卻更加穩妥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8929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超乎想像  精彩豐富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我跟祢走的這一條路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97576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109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這一條路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這一條路</dc:title>
  <dc:creator>batisuoc</dc:creator>
  <cp:lastModifiedBy>batisuoc</cp:lastModifiedBy>
  <cp:revision>1</cp:revision>
  <dcterms:created xsi:type="dcterms:W3CDTF">2024-04-18T04:38:44Z</dcterms:created>
  <dcterms:modified xsi:type="dcterms:W3CDTF">2024-04-18T04:48:24Z</dcterms:modified>
</cp:coreProperties>
</file>