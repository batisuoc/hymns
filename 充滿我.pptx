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61" r:id="rId4"/>
    <p:sldId id="262" r:id="rId5"/>
    <p:sldId id="263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365F4-0254-40A2-88B3-76823A851626}" type="datetimeFigureOut">
              <a:rPr lang="zh-TW" altLang="en-US" smtClean="0"/>
              <a:pPr/>
              <a:t>2025/8/2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F218-8C62-4106-8CB8-51D8EBF5B4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充滿我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31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我的心唯有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我的靈渴慕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我全人獻給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以全心讚美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95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舉雙手敬拜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深深說我愛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我的神我的主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我渴望親近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879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滿我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澆灌我 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使我靈得滿溢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充滿我  潔淨我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3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充滿我  滋潤我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愛來圍繞我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我一生  我一世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屬於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911644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12</TotalTime>
  <Words>110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充滿我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充滿我</dc:title>
  <dc:creator>User</dc:creator>
  <cp:lastModifiedBy>batisuoc</cp:lastModifiedBy>
  <cp:revision>7</cp:revision>
  <dcterms:created xsi:type="dcterms:W3CDTF">2017-05-22T09:11:08Z</dcterms:created>
  <dcterms:modified xsi:type="dcterms:W3CDTF">2025-08-01T17:15:41Z</dcterms:modified>
</cp:coreProperties>
</file>