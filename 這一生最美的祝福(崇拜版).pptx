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0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210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20827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55457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95859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54708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90329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76175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9523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900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46933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13277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04156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91C55-731A-40CD-85E6-99DFAEA3FE8C}" type="datetimeFigureOut">
              <a:rPr lang="vi-VN" smtClean="0"/>
              <a:pPr/>
              <a:t>30/07/2024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AAF8F-DA5E-43F5-BA0E-0C99CF35ACC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94604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這一生最美的祝福</a:t>
            </a:r>
          </a:p>
        </p:txBody>
      </p:sp>
    </p:spTree>
    <p:extLst>
      <p:ext uri="{BB962C8B-B14F-4D97-AF65-F5344CB8AC3E}">
        <p14:creationId xmlns:p14="http://schemas.microsoft.com/office/powerpoint/2010/main" xmlns="" val="262325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在無數的黑夜裡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我用星星畫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出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790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恩典如晨星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讓我真實的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見到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180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在我的歌聲裡   我用音符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美好是我今生頌揚的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6769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這一生最美的祝福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就是能認識主耶穌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777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這一生最美的祝福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就是能信靠主耶穌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8392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走在高山深谷   祂會伴我同行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我知道   這是最美的祝福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354889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110</Words>
  <Application>Microsoft Office PowerPoint</Application>
  <PresentationFormat>自訂</PresentationFormat>
  <Paragraphs>19</Paragraphs>
  <Slides>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Theme1</vt:lpstr>
      <vt:lpstr>這一生最美的祝福</vt:lpstr>
      <vt:lpstr>投影片 2</vt:lpstr>
      <vt:lpstr>投影片 3</vt:lpstr>
      <vt:lpstr>投影片 4</vt:lpstr>
      <vt:lpstr>投影片 5</vt:lpstr>
      <vt:lpstr>投影片 6</vt:lpstr>
      <vt:lpstr>投影片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這一生最美的祝福</dc:title>
  <dc:creator>Windows User</dc:creator>
  <cp:lastModifiedBy>PowerPoint</cp:lastModifiedBy>
  <cp:revision>2</cp:revision>
  <dcterms:created xsi:type="dcterms:W3CDTF">2022-04-08T18:38:45Z</dcterms:created>
  <dcterms:modified xsi:type="dcterms:W3CDTF">2024-07-30T12:29:33Z</dcterms:modified>
</cp:coreProperties>
</file>