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9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0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5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9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3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2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4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0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2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4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9A902-D69F-4872-B791-47D05EC8633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A40C6-67B3-4A33-AD6F-CBAFEFDC6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恩典的約誓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一步一步  牽著您手走這步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天晴天暗  沒變改一生跟您走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接近靠近  挨近您將心貼近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792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緊隨緊靠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上帝恩一生於倆心中不變更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978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曾聽說這人生  沒有永久的約誓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而我確信神恩  全無懼怕一起走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368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如若暴雨 狂風  會擋著去路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仍一心緊靠主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958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神帶領這人生  承諾恩典的約誓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憑信與愛前奔  同負十架一起走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042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無論樂苦  貧富  有天或軟弱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仍一心將這生給您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049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全心交出這生給您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3284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183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恩典的約誓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恩典的約誓</dc:title>
  <dc:creator>batisuoc</dc:creator>
  <cp:lastModifiedBy>batisuoc</cp:lastModifiedBy>
  <cp:revision>1</cp:revision>
  <dcterms:created xsi:type="dcterms:W3CDTF">2024-04-18T06:33:05Z</dcterms:created>
  <dcterms:modified xsi:type="dcterms:W3CDTF">2024-04-18T06:37:14Z</dcterms:modified>
</cp:coreProperties>
</file>