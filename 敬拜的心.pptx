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432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596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448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069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7756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4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4525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3929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4973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1631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5925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B0C8F-3A90-407A-8C03-10ABFA47D879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43828-1965-4CD0-B889-CC05C96E65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064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敬拜的心</a:t>
            </a:r>
          </a:p>
        </p:txBody>
      </p:sp>
    </p:spTree>
    <p:extLst>
      <p:ext uri="{BB962C8B-B14F-4D97-AF65-F5344CB8AC3E}">
        <p14:creationId xmlns:p14="http://schemas.microsoft.com/office/powerpoint/2010/main" val="2582276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我獻上一顆敬拜的心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指的就是我全所有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6275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每個呼吸每個決定都為了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直到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再來那一天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8837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無論要付什麼代價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說敬拜不可虛假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154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只要祭物是來自我心靈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就悅納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880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無論要付什麼代價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當我再次說我愛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9027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我會真誠發自我內心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507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心與心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心與心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深淵與深淵響應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4397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被火煉</a:t>
            </a:r>
            <a:r>
              <a:rPr lang="zh-CN" altLang="en-US" sz="64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　</a:t>
            </a:r>
            <a:r>
              <a:rPr lang="zh-TW" altLang="en-US" sz="64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被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潔淨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按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所是的敬拜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685679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154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Theme1</vt:lpstr>
      <vt:lpstr>敬拜的心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敬拜的心</dc:title>
  <dc:creator>User</dc:creator>
  <cp:lastModifiedBy>Uncle Jo</cp:lastModifiedBy>
  <cp:revision>7</cp:revision>
  <dcterms:created xsi:type="dcterms:W3CDTF">2017-03-19T00:29:00Z</dcterms:created>
  <dcterms:modified xsi:type="dcterms:W3CDTF">2026-06-12T16:56:19Z</dcterms:modified>
</cp:coreProperties>
</file>