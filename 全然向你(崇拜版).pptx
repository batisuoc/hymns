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6F053-0252-461E-AE20-312307FEBCCD}" type="datetimeFigureOut">
              <a:rPr lang="zh-TW" altLang="en-US" smtClean="0"/>
              <a:t>2024/7/13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F9B79-C726-48BE-9FA1-82BC36AF4A3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6F053-0252-461E-AE20-312307FEBCCD}" type="datetimeFigureOut">
              <a:rPr lang="zh-TW" altLang="en-US" smtClean="0"/>
              <a:t>2024/7/13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F9B79-C726-48BE-9FA1-82BC36AF4A3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6F053-0252-461E-AE20-312307FEBCCD}" type="datetimeFigureOut">
              <a:rPr lang="zh-TW" altLang="en-US" smtClean="0"/>
              <a:t>2024/7/13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F9B79-C726-48BE-9FA1-82BC36AF4A3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6F053-0252-461E-AE20-312307FEBCCD}" type="datetimeFigureOut">
              <a:rPr lang="zh-TW" altLang="en-US" smtClean="0"/>
              <a:t>2024/7/13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F9B79-C726-48BE-9FA1-82BC36AF4A3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6F053-0252-461E-AE20-312307FEBCCD}" type="datetimeFigureOut">
              <a:rPr lang="zh-TW" altLang="en-US" smtClean="0"/>
              <a:t>2024/7/13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F9B79-C726-48BE-9FA1-82BC36AF4A3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6F053-0252-461E-AE20-312307FEBCCD}" type="datetimeFigureOut">
              <a:rPr lang="zh-TW" altLang="en-US" smtClean="0"/>
              <a:t>2024/7/13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F9B79-C726-48BE-9FA1-82BC36AF4A3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6F053-0252-461E-AE20-312307FEBCCD}" type="datetimeFigureOut">
              <a:rPr lang="zh-TW" altLang="en-US" smtClean="0"/>
              <a:t>2024/7/13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F9B79-C726-48BE-9FA1-82BC36AF4A3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6F053-0252-461E-AE20-312307FEBCCD}" type="datetimeFigureOut">
              <a:rPr lang="zh-TW" altLang="en-US" smtClean="0"/>
              <a:t>2024/7/13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F9B79-C726-48BE-9FA1-82BC36AF4A3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6F053-0252-461E-AE20-312307FEBCCD}" type="datetimeFigureOut">
              <a:rPr lang="zh-TW" altLang="en-US" smtClean="0"/>
              <a:t>2024/7/13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F9B79-C726-48BE-9FA1-82BC36AF4A3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6F053-0252-461E-AE20-312307FEBCCD}" type="datetimeFigureOut">
              <a:rPr lang="zh-TW" altLang="en-US" smtClean="0"/>
              <a:t>2024/7/13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F9B79-C726-48BE-9FA1-82BC36AF4A3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6F053-0252-461E-AE20-312307FEBCCD}" type="datetimeFigureOut">
              <a:rPr lang="zh-TW" altLang="en-US" smtClean="0"/>
              <a:t>2024/7/13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F9B79-C726-48BE-9FA1-82BC36AF4A3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6F053-0252-461E-AE20-312307FEBCCD}" type="datetimeFigureOut">
              <a:rPr lang="zh-TW" altLang="en-US" smtClean="0"/>
              <a:t>2024/7/13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F9B79-C726-48BE-9FA1-82BC36AF4A35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全然向</a:t>
            </a:r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93675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當讚美的旋律響起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我的心全然向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765" y="5157192"/>
            <a:ext cx="1218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94606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當聖靈的恩膏滿溢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我的靈不再封閉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65" y="5157192"/>
            <a:ext cx="1218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6104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讚美的輕泉如春雨沐浴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我心中的喜樂川流不息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765" y="5157192"/>
            <a:ext cx="1218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19252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讚美的音符如雪花飄逸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心中的暖流冉冉升起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65" y="5157192"/>
            <a:ext cx="1218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4962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我要開口向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讚美稱謝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永永遠遠讚美不停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765" y="5157192"/>
            <a:ext cx="1218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68560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永永遠遠稱謝不已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765" y="5157192"/>
            <a:ext cx="1218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0351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我要欣然向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獻上自己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一生一世獻上自己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765" y="5157192"/>
            <a:ext cx="1218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04373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一生一世腳步不離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765" y="5157192"/>
            <a:ext cx="121802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54729219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</TotalTime>
  <Words>157</Words>
  <Application>Microsoft Office PowerPoint</Application>
  <PresentationFormat>Widescreen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佈景主題1</vt:lpstr>
      <vt:lpstr>全然向祢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全然向你</dc:title>
  <dc:creator>大唐</dc:creator>
  <cp:lastModifiedBy>batisuoc</cp:lastModifiedBy>
  <cp:revision>7</cp:revision>
  <dcterms:created xsi:type="dcterms:W3CDTF">2018-09-15T10:48:22Z</dcterms:created>
  <dcterms:modified xsi:type="dcterms:W3CDTF">2024-07-13T14:06:21Z</dcterms:modified>
</cp:coreProperties>
</file>