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686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29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3177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6203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83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07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32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613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8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663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612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4D86C-C434-4FE7-A5EA-B91053132FA0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1B865-FF80-4080-9132-D76308D21F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546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我們愛（讓世界不一樣）</a:t>
            </a:r>
            <a:endParaRPr lang="zh-CN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16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你和我是天父愛的創造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每個人有最美的夢想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741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一路上彼此照亮  扶持擁抱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我們的愛讓世界不一樣</a:t>
            </a:r>
            <a:endParaRPr lang="vi-V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455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我們愛  因神先愛我們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114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雖你我不一樣  我們一路唱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走往祝福的方向</a:t>
            </a:r>
            <a:endParaRPr lang="vi-V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482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我們愛  因神先愛我們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心再堅強也不要獨自飛翔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297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只要微笑  只要原諒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有你愛的地方就是天堂</a:t>
            </a:r>
            <a:endParaRPr lang="vi-V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92761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140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我們愛（讓世界不一樣）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我們愛（讓世界不一樣）</dc:title>
  <dc:creator>Windows User</dc:creator>
  <cp:lastModifiedBy>batisuoc</cp:lastModifiedBy>
  <cp:revision>3</cp:revision>
  <dcterms:created xsi:type="dcterms:W3CDTF">2020-05-30T06:33:40Z</dcterms:created>
  <dcterms:modified xsi:type="dcterms:W3CDTF">2025-03-08T10:42:14Z</dcterms:modified>
</cp:coreProperties>
</file>