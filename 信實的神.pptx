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4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-61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298462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51536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378772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408062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81190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166329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032075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8859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67659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4249978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405121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A03D8-62DF-4B05-9C89-3894149A7F3C}" type="datetimeFigureOut">
              <a:rPr lang="vi-VN" smtClean="0"/>
              <a:pPr/>
              <a:t>10/09/2024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E32B5-0279-42B6-AFEF-3159C17DD89E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4219236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信實的神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41120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信實的神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永遠不改變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信實的神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永遠不改變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7229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依靠耶和華的人好像錫安山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哈利路亞  永不動搖</a:t>
            </a:r>
            <a:endParaRPr lang="vi-VN" sz="6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1030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祂的應許永不改變不落空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眾山怎樣圍繞耶路撒冷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0034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耶和華也照樣圍繞我們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從今時直到永遠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690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信實的神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永遠不改變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信實的神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永遠不改變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72291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依靠耶和華的人好像錫安山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哈利路亞  永不動搖</a:t>
            </a:r>
            <a:endParaRPr lang="vi-VN" sz="6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1030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祂的應許永不改變不落空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眾山怎樣圍繞耶路撒冷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0034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耶和華也照樣圍繞我們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從今時直到永遠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690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信實的神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41120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信實的神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永遠不改變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信實的神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永遠不改變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72291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依靠耶和華的人好像錫安山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哈利路亞  永不動搖</a:t>
            </a:r>
            <a:endParaRPr lang="vi-VN" sz="6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1030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祂的應許永不改變不落空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眾山怎樣圍繞耶路撒冷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0034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耶和華也照樣圍繞我們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從今時直到永遠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690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信實的神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永遠不改變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信實的神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永遠不改變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72291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依靠耶和華的人好像錫安山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哈利路亞  永不動搖</a:t>
            </a:r>
            <a:endParaRPr lang="vi-VN" sz="6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71030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祂的應許永不改變不落空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眾山怎樣圍繞耶路撒冷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0034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耶和華也照樣圍繞我們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從今時直到永遠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690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祂的應許永不改變不落空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眾山怎樣圍繞耶路撒冷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0034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耶和華也照樣圍繞我們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從今時直到永遠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690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從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今時直到</a:t>
            </a:r>
            <a:r>
              <a:rPr lang="zh-TW" altLang="en-US" sz="6400" b="1" dirty="0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 </a:t>
            </a:r>
            <a:r>
              <a:rPr lang="en-US" altLang="zh-TW" sz="6400" b="1" dirty="0" err="1" smtClean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x2</a:t>
            </a:r>
            <a:endParaRPr lang="vi-VN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8" y="5373218"/>
            <a:ext cx="1219182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en-US" sz="44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4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69088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301</Words>
  <Application>Microsoft Office PowerPoint</Application>
  <PresentationFormat>自訂</PresentationFormat>
  <Paragraphs>58</Paragraphs>
  <Slides>21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2" baseType="lpstr">
      <vt:lpstr>Theme1</vt:lpstr>
      <vt:lpstr>信實的神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信實的神</vt:lpstr>
      <vt:lpstr>投影片 11</vt:lpstr>
      <vt:lpstr>投影片 12</vt:lpstr>
      <vt:lpstr>投影片 13</vt:lpstr>
      <vt:lpstr>投影片 14</vt:lpstr>
      <vt:lpstr>投影片 15</vt:lpstr>
      <vt:lpstr>投影片 16</vt:lpstr>
      <vt:lpstr>投影片 17</vt:lpstr>
      <vt:lpstr>投影片 18</vt:lpstr>
      <vt:lpstr>投影片 19</vt:lpstr>
      <vt:lpstr>投影片 20</vt:lpstr>
      <vt:lpstr>投影片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信實的神</dc:title>
  <dc:creator>Windows User</dc:creator>
  <cp:lastModifiedBy>PowerPoint</cp:lastModifiedBy>
  <cp:revision>4</cp:revision>
  <dcterms:created xsi:type="dcterms:W3CDTF">2020-06-26T15:30:04Z</dcterms:created>
  <dcterms:modified xsi:type="dcterms:W3CDTF">2024-09-10T12:24:39Z</dcterms:modified>
</cp:coreProperties>
</file>