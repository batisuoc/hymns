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53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我心切慕祢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我的神  我心切慕祢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就如同鹿切慕溪水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AED9-D746-E23D-13EF-2C95F7CDB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A99B813-0855-EC75-4DE9-486129225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祢總是笑臉幫助我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我還要稱讚祢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74A07C-0930-36C7-EB2A-481A9362555D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46307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C5358-702C-286D-0A30-757B5D438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633B133-09D3-E493-8B78-48A520BDF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在白晝祢向我施慈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在黑夜我要來歌頌祢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42D0F4-4EB5-03DA-8F7B-CBDA9D7A5DB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1746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AB224-3DD9-05CC-FA0E-5A72D5E0C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4BEF45B-275B-55AD-BEEA-5E1B1507D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祢是我臉上的光榮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是我永遠的主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C22A8D-2E97-6C14-7F83-70CEC03929F4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4722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F4190-0F70-430F-A024-ACC86B12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AED9DE9C-FBF0-1D16-A943-B4E45964A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走到神的祭壇   到我的主那裏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求祢發出亮光真實引導我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4A8E0A-2046-7970-FD86-43CA3F47DBAC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055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E3D2-97E3-93D3-A5E3-B1E16EDE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2D18572-07F0-B290-0A29-E9645C6D7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祢是我的力量   我的堅固磐石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我要一生彈琴稱頌我的神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0582A-679C-65B2-24D2-D7CD772BB3E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400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2CEF8-4AD5-327B-60BA-13B0B128D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6FAE6EB-F65D-1C64-C465-BEB001B5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祢是我的依靠   我永生的盼望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除了祢我便一生無</a:t>
            </a:r>
            <a:r>
              <a:rPr lang="zh-TW" altLang="en-US" sz="6400" b="1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所求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07E9C6-6459-0C21-17A1-AF10B01956B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32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559780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7</TotalTime>
  <Words>166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Microsoft JhengHei</vt:lpstr>
      <vt:lpstr>Microsoft JhengHei</vt:lpstr>
      <vt:lpstr>Arial</vt:lpstr>
      <vt:lpstr>Calibri</vt:lpstr>
      <vt:lpstr>Theme1</vt:lpstr>
      <vt:lpstr>我心切慕祢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3</cp:revision>
  <dcterms:created xsi:type="dcterms:W3CDTF">2026-04-17T15:26:20Z</dcterms:created>
  <dcterms:modified xsi:type="dcterms:W3CDTF">2026-04-17T15:33:24Z</dcterms:modified>
</cp:coreProperties>
</file>