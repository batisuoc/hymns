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353" r:id="rId2"/>
    <p:sldId id="390" r:id="rId3"/>
    <p:sldId id="571" r:id="rId4"/>
    <p:sldId id="572" r:id="rId5"/>
    <p:sldId id="5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A8EC-2A09-46EF-AE62-B49DD18FB99A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D46CB-0B23-4B4C-B221-4E60EBC118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A8EC-2A09-46EF-AE62-B49DD18FB99A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D46CB-0B23-4B4C-B221-4E60EBC118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A8EC-2A09-46EF-AE62-B49DD18FB99A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D46CB-0B23-4B4C-B221-4E60EBC118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A8EC-2A09-46EF-AE62-B49DD18FB99A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D46CB-0B23-4B4C-B221-4E60EBC118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A8EC-2A09-46EF-AE62-B49DD18FB99A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D46CB-0B23-4B4C-B221-4E60EBC118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A8EC-2A09-46EF-AE62-B49DD18FB99A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D46CB-0B23-4B4C-B221-4E60EBC118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A8EC-2A09-46EF-AE62-B49DD18FB99A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D46CB-0B23-4B4C-B221-4E60EBC118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A8EC-2A09-46EF-AE62-B49DD18FB99A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D46CB-0B23-4B4C-B221-4E60EBC118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A8EC-2A09-46EF-AE62-B49DD18FB99A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D46CB-0B23-4B4C-B221-4E60EBC118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A8EC-2A09-46EF-AE62-B49DD18FB99A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D46CB-0B23-4B4C-B221-4E60EBC118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A8EC-2A09-46EF-AE62-B49DD18FB99A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D46CB-0B23-4B4C-B221-4E60EBC118F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3A8EC-2A09-46EF-AE62-B49DD18FB99A}" type="datetimeFigureOut">
              <a:rPr lang="en-US" smtClean="0"/>
              <a:pPr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D46CB-0B23-4B4C-B221-4E60EBC118F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無言的讚頌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無言  無語  亦無聲音可聽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神的大能  卻在世上知曉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日頭冒升  又回歸於出處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神的恩惠  又似日光普照</a:t>
            </a:r>
            <a:endParaRPr 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82084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諸天說述主的榮耀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穹蒼傳頌神大能力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6869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每日每夜發出詩句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讚美全能上帝</a:t>
            </a:r>
            <a:endParaRPr 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8004480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</TotalTime>
  <Words>91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佈景主題1</vt:lpstr>
      <vt:lpstr>無言的讚頌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無言的讚頌</dc:title>
  <dc:creator>Admin</dc:creator>
  <cp:lastModifiedBy>batisuoc</cp:lastModifiedBy>
  <cp:revision>5</cp:revision>
  <dcterms:created xsi:type="dcterms:W3CDTF">2013-02-02T13:00:55Z</dcterms:created>
  <dcterms:modified xsi:type="dcterms:W3CDTF">2024-06-22T08:35:48Z</dcterms:modified>
</cp:coreProperties>
</file>