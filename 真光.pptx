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真光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祢是世界的真光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從高天臨到地上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滿有真理恩典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住在人的中間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9689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祢像清晨的日光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照亮死蔭的幽暗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833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滿有憐憫心腸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領人到平安路上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508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我們稱謝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上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帝的羔羊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祢來帶給世人盼望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29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我們稱謝</a:t>
            </a: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上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帝的羔羊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我們生命因祢得著真光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34537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121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Microsoft JhengHei</vt:lpstr>
      <vt:lpstr>Microsoft JhengHei</vt:lpstr>
      <vt:lpstr>新細明體</vt:lpstr>
      <vt:lpstr>Arial</vt:lpstr>
      <vt:lpstr>Calibri</vt:lpstr>
      <vt:lpstr>Theme1</vt:lpstr>
      <vt:lpstr>真光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真光</dc:title>
  <dc:creator>Joe Cheng</dc:creator>
  <cp:lastModifiedBy>Joe Cheng</cp:lastModifiedBy>
  <cp:revision>1</cp:revision>
  <dcterms:created xsi:type="dcterms:W3CDTF">2025-08-16T07:27:41Z</dcterms:created>
  <dcterms:modified xsi:type="dcterms:W3CDTF">2025-08-16T07:30:34Z</dcterms:modified>
</cp:coreProperties>
</file>