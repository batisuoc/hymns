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0" y="43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9EEB5-7168-4F77-91E9-27903F5B1FCF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C096A-703A-4B13-896D-304B8D964E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9EEB5-7168-4F77-91E9-27903F5B1FCF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C096A-703A-4B13-896D-304B8D964E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9EEB5-7168-4F77-91E9-27903F5B1FCF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C096A-703A-4B13-896D-304B8D964E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9EEB5-7168-4F77-91E9-27903F5B1FCF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C096A-703A-4B13-896D-304B8D964E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9EEB5-7168-4F77-91E9-27903F5B1FCF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C096A-703A-4B13-896D-304B8D964E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9EEB5-7168-4F77-91E9-27903F5B1FCF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C096A-703A-4B13-896D-304B8D964E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9EEB5-7168-4F77-91E9-27903F5B1FCF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C096A-703A-4B13-896D-304B8D964E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9EEB5-7168-4F77-91E9-27903F5B1FCF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C096A-703A-4B13-896D-304B8D964E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9EEB5-7168-4F77-91E9-27903F5B1FCF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C096A-703A-4B13-896D-304B8D964E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9EEB5-7168-4F77-91E9-27903F5B1FCF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C096A-703A-4B13-896D-304B8D964E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9EEB5-7168-4F77-91E9-27903F5B1FCF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C096A-703A-4B13-896D-304B8D964E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39EEB5-7168-4F77-91E9-27903F5B1FCF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3C096A-703A-4B13-896D-304B8D964EA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857513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活著為要敬拜</a:t>
            </a:r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祢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20391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開我的眼睛  讓我看見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榮美彰顯吸引我心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34109"/>
            <a:ext cx="1219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590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開我的耳朵  讓我聽見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每句話都讓我更愛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zh-TW" alt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34109"/>
            <a:ext cx="1219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6009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活著為要敬拜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活著為要全心來愛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34109"/>
            <a:ext cx="1219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歌</a:t>
            </a:r>
            <a:r>
              <a:rPr 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2689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俯伏在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榮耀中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的榮美無人能及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34109"/>
            <a:ext cx="1219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79475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活著為要敬拜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活著為要全心來愛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34109"/>
            <a:ext cx="1219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40988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永遠住在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殿中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昔在今在永在的主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我愛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zh-TW" alt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34109"/>
            <a:ext cx="1219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92173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喔  我愛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喔  全心敬拜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34109"/>
            <a:ext cx="1219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歌</a:t>
            </a:r>
            <a:r>
              <a:rPr lang="zh-CN" alt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CN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23021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日夜不停歌唱  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哈利路亞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我愛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zh-TW" alt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34109"/>
            <a:ext cx="1219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16073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喔  我愛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喔  全心敬拜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34109"/>
            <a:ext cx="1219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9813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日夜不停歌唱  哈利路亞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我愛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我愛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zh-TW" alt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34109"/>
            <a:ext cx="1219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48244561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27</TotalTime>
  <Words>203</Words>
  <Application>Microsoft Office PowerPoint</Application>
  <PresentationFormat>Widescreen</PresentationFormat>
  <Paragraphs>31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Microsoft JhengHei</vt:lpstr>
      <vt:lpstr>Microsoft JhengHei</vt:lpstr>
      <vt:lpstr>Arial</vt:lpstr>
      <vt:lpstr>Calibri</vt:lpstr>
      <vt:lpstr>佈景主題1</vt:lpstr>
      <vt:lpstr>活著為要敬拜祢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活著為要敬拜你</dc:title>
  <dc:creator>大唐</dc:creator>
  <cp:lastModifiedBy>batisuoc</cp:lastModifiedBy>
  <cp:revision>5</cp:revision>
  <dcterms:created xsi:type="dcterms:W3CDTF">2018-04-07T12:21:49Z</dcterms:created>
  <dcterms:modified xsi:type="dcterms:W3CDTF">2025-07-19T09:49:22Z</dcterms:modified>
</cp:coreProperties>
</file>