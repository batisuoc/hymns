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B8A8-1C9A-4543-B952-67A8D415A7CB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3D9F5-F06E-4EB6-8B08-7A10F5F5FC6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這世代</a:t>
            </a:r>
          </a:p>
        </p:txBody>
      </p:sp>
    </p:spTree>
    <p:extLst>
      <p:ext uri="{BB962C8B-B14F-4D97-AF65-F5344CB8AC3E}">
        <p14:creationId xmlns:p14="http://schemas.microsoft.com/office/powerpoint/2010/main" val="370798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看哪  猶大獅子已得勝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眾聖徒預備朝見祂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4" y="5301208"/>
            <a:ext cx="1217834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zh-CN" alt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676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少年人看異象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老年人要作異夢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因為神的復興將來到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654" y="5301208"/>
            <a:ext cx="1217834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125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聽到錫安的號角響起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萬國萬民都要顫抖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4" y="5301208"/>
            <a:ext cx="1217834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96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耶和華日子將到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光明將除去黑暗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4" y="5301208"/>
            <a:ext cx="1217834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42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因為神的復興將來到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我們要看到神的榮耀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654" y="5301208"/>
            <a:ext cx="1217834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481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這世代  我們用敬拜爭戰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我們用禱告改變世界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4" y="5301208"/>
            <a:ext cx="1217834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354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這世代  聖靈要更新澆灌我們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這世代  是耶穌時代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4" y="5301208"/>
            <a:ext cx="1217834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04236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62</TotalTime>
  <Words>158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佈景主題1</vt:lpstr>
      <vt:lpstr>這世代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這世代</dc:title>
  <dc:creator>大唐</dc:creator>
  <cp:lastModifiedBy>batisuoc</cp:lastModifiedBy>
  <cp:revision>5</cp:revision>
  <dcterms:created xsi:type="dcterms:W3CDTF">2018-04-07T12:17:45Z</dcterms:created>
  <dcterms:modified xsi:type="dcterms:W3CDTF">2025-09-20T01:46:11Z</dcterms:modified>
</cp:coreProperties>
</file>