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88" r:id="rId2"/>
    <p:sldId id="589" r:id="rId3"/>
    <p:sldId id="590" r:id="rId4"/>
    <p:sldId id="591" r:id="rId5"/>
    <p:sldId id="592" r:id="rId6"/>
    <p:sldId id="593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90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8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6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7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9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4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7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93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81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1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7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A2BD7-00B4-4C18-A41D-B2114D41280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10CD3-B088-4A6A-8902-F144A99B8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8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全然美麗 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主啊我曾  尋求  仍要尋求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有一件事  我曾求主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要住在祢的  殿中 一生一世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尋求瞻仰  祢的榮美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123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因祢何等  榮美  喔主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無人能像祢 </a:t>
            </a:r>
            <a:r>
              <a:rPr lang="en-US" sz="5867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Beautiful to me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144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耶穌祢  是全然美麗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我最好的朋友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198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耶穌祢  是全然美麗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我最愛的良人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85239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107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Theme1</vt:lpstr>
      <vt:lpstr>全然美麗 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全然美麗 </dc:title>
  <dc:creator>batisuoc</dc:creator>
  <cp:lastModifiedBy>batisuoc</cp:lastModifiedBy>
  <cp:revision>1</cp:revision>
  <dcterms:created xsi:type="dcterms:W3CDTF">2024-04-19T19:08:18Z</dcterms:created>
  <dcterms:modified xsi:type="dcterms:W3CDTF">2024-04-19T19:08:34Z</dcterms:modified>
</cp:coreProperties>
</file>