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A548E-7098-4CE3-810E-47A3ADCC1150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F5638-3618-4DF4-8C9F-7A090890D13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276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D3661-1E76-4273-BDC4-E36D4AAA0C58}" type="datetimeFigureOut">
              <a:rPr lang="zh-TW" altLang="en-US" smtClean="0"/>
              <a:pPr/>
              <a:t>2026/1/1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93A69-5EE5-4304-B0C1-D26C66E82B9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坐在寶座上聖潔羔羊</a:t>
            </a:r>
          </a:p>
        </p:txBody>
      </p:sp>
    </p:spTree>
    <p:extLst>
      <p:ext uri="{BB962C8B-B14F-4D97-AF65-F5344CB8AC3E}">
        <p14:creationId xmlns:p14="http://schemas.microsoft.com/office/powerpoint/2010/main" val="222427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坐在寶座上聖潔羔羊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我們俯伏敬拜祢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  今在以後永在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唯有祢是全能真神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230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坐在寶座上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尊貴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羔羊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我們俯伏敬拜祢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461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頌讚  尊貴  榮耀  權勢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都歸給祢直到永遠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926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萬王之王   萬主之主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唯有祢配得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敬拜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和尊崇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25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萬王之王   萬主之主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我們高舉祢聖名直到永遠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altLang="zh-CN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424844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241</TotalTime>
  <Words>134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</vt:lpstr>
      <vt:lpstr>坐在寶座上聖潔羔羊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坐在寶座上聖潔羔羊</dc:title>
  <dc:creator>DAIDUONG</dc:creator>
  <cp:lastModifiedBy>Uncle Jo</cp:lastModifiedBy>
  <cp:revision>36</cp:revision>
  <dcterms:created xsi:type="dcterms:W3CDTF">2013-07-21T01:15:07Z</dcterms:created>
  <dcterms:modified xsi:type="dcterms:W3CDTF">2026-01-01T11:17:39Z</dcterms:modified>
</cp:coreProperties>
</file>