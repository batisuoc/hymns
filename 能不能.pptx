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B9C0F-3E49-40C5-AA70-3D537DB63101}" type="datetimeFigureOut">
              <a:rPr lang="zh-TW" altLang="en-US" smtClean="0"/>
              <a:pPr/>
              <a:t>2026/1/31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63696-3720-4495-B6B5-F8487E832D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Microsoft JhengHei" pitchFamily="34" charset="-120"/>
                <a:ea typeface="Microsoft JhengHei" pitchFamily="34" charset="-120"/>
              </a:rPr>
              <a:t>能不能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我屬於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祢  祢</a:t>
            </a: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是我永遠的福分</a:t>
            </a:r>
            <a:endParaRPr lang="en-US" altLang="zh-TW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只想日夜在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殿中獻上敬拜</a:t>
            </a:r>
            <a:endParaRPr lang="en-US" altLang="zh-TW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定睛在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的榮美  世上一切變暗淡</a:t>
            </a:r>
            <a:endParaRPr lang="en-US" altLang="zh-TW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除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以外  我還能有誰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Microsoft JhengHei" pitchFamily="34" charset="-120"/>
                <a:ea typeface="Microsoft JhengHei" pitchFamily="34" charset="-120"/>
              </a:rPr>
              <a:t>能不能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能不能</a:t>
            </a:r>
            <a:r>
              <a:rPr lang="en-US" altLang="zh-TW" sz="4800" b="1" dirty="0"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就讓我留在你的同在裡</a:t>
            </a:r>
            <a:endParaRPr lang="en-US" altLang="zh-TW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能不能</a:t>
            </a:r>
            <a:r>
              <a:rPr lang="en-US" altLang="zh-TW" sz="4800" b="1" dirty="0"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賜我力量讓我更多愛你</a:t>
            </a:r>
            <a:endParaRPr lang="en-US" altLang="zh-TW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我哪都不想去 只想日夜在你殿中</a:t>
            </a:r>
            <a:endParaRPr lang="en-US" altLang="zh-TW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latin typeface="Microsoft JhengHei" pitchFamily="34" charset="-120"/>
                <a:ea typeface="Microsoft JhengHei" pitchFamily="34" charset="-120"/>
              </a:rPr>
              <a:t>獻上敬拜  全心全意來愛你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23</TotalTime>
  <Words>104</Words>
  <Application>Microsoft Office PowerPoint</Application>
  <PresentationFormat>On-screen Show (16:9)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Microsoft JhengHei</vt:lpstr>
      <vt:lpstr>Arial</vt:lpstr>
      <vt:lpstr>Calibri</vt:lpstr>
      <vt:lpstr>chongbai</vt:lpstr>
      <vt:lpstr>能不能</vt:lpstr>
      <vt:lpstr>能不能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能不能</dc:title>
  <dc:creator>大唐</dc:creator>
  <cp:lastModifiedBy>Uncle Jo</cp:lastModifiedBy>
  <cp:revision>7</cp:revision>
  <dcterms:created xsi:type="dcterms:W3CDTF">2016-01-09T13:06:34Z</dcterms:created>
  <dcterms:modified xsi:type="dcterms:W3CDTF">2026-01-31T15:37:07Z</dcterms:modified>
</cp:coreProperties>
</file>