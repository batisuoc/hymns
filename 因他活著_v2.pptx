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1646" r:id="rId2"/>
    <p:sldId id="1647" r:id="rId3"/>
    <p:sldId id="1648" r:id="rId4"/>
    <p:sldId id="1649" r:id="rId5"/>
    <p:sldId id="1650" r:id="rId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C37-6894-4834-961F-CCC02713B510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80DDA-B288-45B4-9B4B-F436726C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011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C37-6894-4834-961F-CCC02713B510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80DDA-B288-45B4-9B4B-F436726C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102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C37-6894-4834-961F-CCC02713B510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80DDA-B288-45B4-9B4B-F436726C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17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C37-6894-4834-961F-CCC02713B510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80DDA-B288-45B4-9B4B-F436726C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961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C37-6894-4834-961F-CCC02713B510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80DDA-B288-45B4-9B4B-F436726C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392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C37-6894-4834-961F-CCC02713B510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80DDA-B288-45B4-9B4B-F436726C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156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C37-6894-4834-961F-CCC02713B510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80DDA-B288-45B4-9B4B-F436726C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926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C37-6894-4834-961F-CCC02713B510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80DDA-B288-45B4-9B4B-F436726C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373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C37-6894-4834-961F-CCC02713B510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80DDA-B288-45B4-9B4B-F436726C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86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C37-6894-4834-961F-CCC02713B510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80DDA-B288-45B4-9B4B-F436726C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172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C37-6894-4834-961F-CCC02713B510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80DDA-B288-45B4-9B4B-F436726C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182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12C37-6894-4834-961F-CCC02713B510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680DDA-B288-45B4-9B4B-F436726C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684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因祂活著</a:t>
            </a:r>
          </a:p>
        </p:txBody>
      </p:sp>
    </p:spTree>
    <p:extLst>
      <p:ext uri="{BB962C8B-B14F-4D97-AF65-F5344CB8AC3E}">
        <p14:creationId xmlns:p14="http://schemas.microsoft.com/office/powerpoint/2010/main" val="657624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神差愛子  祂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名叫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耶穌</a:t>
            </a:r>
            <a:r>
              <a:rPr 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endParaRPr lang="vi-VN" sz="6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祂賜下愛  醫治寬恕</a:t>
            </a:r>
            <a:endParaRPr lang="vi-VN" sz="6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29065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死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裡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復活  使我得自由</a:t>
            </a:r>
            <a:r>
              <a:rPr 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endParaRPr lang="vi-V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那空墳墓就是我得救的記號</a:t>
            </a:r>
            <a:endParaRPr lang="vi-V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52615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因祂活著  我能面對明天</a:t>
            </a:r>
            <a:endParaRPr lang="vi-V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因祂活著  不再懼怕</a:t>
            </a:r>
            <a:endParaRPr lang="vi-V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12928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我深知道  祂掌管明天</a:t>
            </a:r>
            <a:endParaRPr lang="vi-V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生命充滿了希望</a:t>
            </a:r>
            <a:r>
              <a:rPr lang="en-US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只因祂活著</a:t>
            </a:r>
            <a:endParaRPr lang="vi-V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8496315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97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Microsoft JhengHei</vt:lpstr>
      <vt:lpstr>Microsoft JhengHei</vt:lpstr>
      <vt:lpstr>Arial</vt:lpstr>
      <vt:lpstr>Calibri</vt:lpstr>
      <vt:lpstr>Theme1</vt:lpstr>
      <vt:lpstr>因祂活著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2024-10-12T04:44:41Z</dcterms:created>
  <dcterms:modified xsi:type="dcterms:W3CDTF">2024-10-12T04:44:59Z</dcterms:modified>
</cp:coreProperties>
</file>