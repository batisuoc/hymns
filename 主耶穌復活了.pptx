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0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631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488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205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74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36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94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03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21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05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76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9F5A9-C214-45DC-94BF-988DC142EE2C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5A7C9-BDDE-427A-9035-B008E9FC44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4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主耶穌復活了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34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百合花儿摇啊摇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樹上小鳥跳啊跳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534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原來耶穌復活了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快樂歌聲飄呀飄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8695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主耶穌復活了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復活了   復活了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主耶穌復活了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復活了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083592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55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微軟正黑體</vt:lpstr>
      <vt:lpstr>Arial</vt:lpstr>
      <vt:lpstr>Calibri</vt:lpstr>
      <vt:lpstr>Theme1</vt:lpstr>
      <vt:lpstr>主耶穌復活了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主耶穌復活了</dc:title>
  <dc:creator>User</dc:creator>
  <cp:lastModifiedBy>Uncle Jo</cp:lastModifiedBy>
  <cp:revision>3</cp:revision>
  <dcterms:created xsi:type="dcterms:W3CDTF">2017-03-27T10:47:09Z</dcterms:created>
  <dcterms:modified xsi:type="dcterms:W3CDTF">2026-03-30T16:29:54Z</dcterms:modified>
</cp:coreProperties>
</file>