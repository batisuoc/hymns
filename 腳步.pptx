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1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1C37E-70E7-48DF-B3C5-187CCDBE83A5}" type="datetimeFigureOut">
              <a:rPr lang="zh-TW" altLang="en-US" smtClean="0"/>
              <a:pPr/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B8F6A-3861-4122-AF82-0F8C3CD6A14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腳步</a:t>
            </a:r>
          </a:p>
        </p:txBody>
      </p:sp>
    </p:spTree>
    <p:extLst>
      <p:ext uri="{BB962C8B-B14F-4D97-AF65-F5344CB8AC3E}">
        <p14:creationId xmlns:p14="http://schemas.microsoft.com/office/powerpoint/2010/main" val="6858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祢的腳步 帶著我的腳步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一步一步 都有祝福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456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每個腳步 我要緊緊跟隨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走在蒙福的道路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312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求給我更多的勇氣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給我更多的信心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348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讓我勇敢踏出跟隨祢的腳步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075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跟祢行在水面上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跟祢走在曠野地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001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曲曲折折我也不在乎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4211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我只要更多信靠祢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只要更多順服祢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880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凡是出於祢的我就默然不語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2872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就算經過黑暗谷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就算遇到暴風雨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2552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在祢手中都將變成祝福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2618977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</TotalTime>
  <Words>186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佈景主題1</vt:lpstr>
      <vt:lpstr>腳步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腳步</dc:title>
  <dc:creator>大唐</dc:creator>
  <cp:lastModifiedBy>batisuoc</cp:lastModifiedBy>
  <cp:revision>3</cp:revision>
  <dcterms:created xsi:type="dcterms:W3CDTF">2017-01-15T00:36:23Z</dcterms:created>
  <dcterms:modified xsi:type="dcterms:W3CDTF">2024-04-25T11:38:41Z</dcterms:modified>
</cp:coreProperties>
</file>