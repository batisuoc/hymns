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353" r:id="rId2"/>
    <p:sldId id="390" r:id="rId3"/>
    <p:sldId id="391" r:id="rId4"/>
    <p:sldId id="392" r:id="rId5"/>
  </p:sldIdLst>
  <p:sldSz cx="12192000" cy="6858000"/>
  <p:notesSz cx="6858000" cy="9144000"/>
  <p:defaultTextStyle>
    <a:defPPr>
      <a:defRPr lang="vi-V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965" autoAdjust="0"/>
    <p:restoredTop sz="94660"/>
  </p:normalViewPr>
  <p:slideViewPr>
    <p:cSldViewPr snapToGrid="0">
      <p:cViewPr varScale="1">
        <p:scale>
          <a:sx n="57" d="100"/>
          <a:sy n="57" d="100"/>
        </p:scale>
        <p:origin x="78" y="11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altLang="zh-TW"/>
              <a:t>Click to edit Master subtitle style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52BA5-9C14-4630-A5D4-E4ABCB2DE3EF}" type="datetimeFigureOut">
              <a:rPr lang="en-US" smtClean="0"/>
              <a:t>6/25/2024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EC557F-5343-4D3F-91F4-10ED448870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27435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52BA5-9C14-4630-A5D4-E4ABCB2DE3EF}" type="datetimeFigureOut">
              <a:rPr lang="en-US" smtClean="0"/>
              <a:t>6/25/2024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EC557F-5343-4D3F-91F4-10ED448870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35037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5333" b="1" cap="all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1pPr>
            <a:lvl2pPr marL="609585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170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75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4pPr>
            <a:lvl5pPr marL="243833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5pPr>
            <a:lvl6pPr marL="304792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6pPr>
            <a:lvl7pPr marL="365750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7pPr>
            <a:lvl8pPr marL="4267093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8pPr>
            <a:lvl9pPr marL="4876678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52BA5-9C14-4630-A5D4-E4ABCB2DE3EF}" type="datetimeFigureOut">
              <a:rPr lang="en-US" smtClean="0"/>
              <a:t>6/25/2024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EC557F-5343-4D3F-91F4-10ED448870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98480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52BA5-9C14-4630-A5D4-E4ABCB2DE3EF}" type="datetimeFigureOut">
              <a:rPr lang="en-US" smtClean="0"/>
              <a:t>6/25/2024</a:t>
            </a:fld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EC557F-5343-4D3F-91F4-10ED448870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61808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93372" y="1535113"/>
            <a:ext cx="5389033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93372" y="2174875"/>
            <a:ext cx="5389033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52BA5-9C14-4630-A5D4-E4ABCB2DE3EF}" type="datetimeFigureOut">
              <a:rPr lang="en-US" smtClean="0"/>
              <a:t>6/25/2024</a:t>
            </a:fld>
            <a:endParaRPr 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EC557F-5343-4D3F-91F4-10ED448870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15574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52BA5-9C14-4630-A5D4-E4ABCB2DE3EF}" type="datetimeFigureOut">
              <a:rPr lang="en-US" smtClean="0"/>
              <a:t>6/25/2024</a:t>
            </a:fld>
            <a:endParaRPr 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EC557F-5343-4D3F-91F4-10ED448870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98387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52BA5-9C14-4630-A5D4-E4ABCB2DE3EF}" type="datetimeFigureOut">
              <a:rPr lang="en-US" smtClean="0"/>
              <a:t>6/25/2024</a:t>
            </a:fld>
            <a:endParaRPr 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EC557F-5343-4D3F-91F4-10ED448870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71915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3" y="273049"/>
            <a:ext cx="4011084" cy="1162051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9603" y="1435103"/>
            <a:ext cx="4011084" cy="46910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52BA5-9C14-4630-A5D4-E4ABCB2DE3EF}" type="datetimeFigureOut">
              <a:rPr lang="en-US" smtClean="0"/>
              <a:t>6/25/2024</a:t>
            </a:fld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EC557F-5343-4D3F-91F4-10ED448870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24955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389717" y="4800601"/>
            <a:ext cx="7315200" cy="566739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4267"/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zh-TW"/>
              <a:t>Click icon to add picture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389717" y="5367339"/>
            <a:ext cx="7315200" cy="8048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52BA5-9C14-4630-A5D4-E4ABCB2DE3EF}" type="datetimeFigureOut">
              <a:rPr lang="en-US" smtClean="0"/>
              <a:t>6/25/2024</a:t>
            </a:fld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EC557F-5343-4D3F-91F4-10ED448870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50753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52BA5-9C14-4630-A5D4-E4ABCB2DE3EF}" type="datetimeFigureOut">
              <a:rPr lang="en-US" smtClean="0"/>
              <a:t>6/25/2024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EC557F-5343-4D3F-91F4-10ED448870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23529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52BA5-9C14-4630-A5D4-E4ABCB2DE3EF}" type="datetimeFigureOut">
              <a:rPr lang="en-US" smtClean="0"/>
              <a:t>6/25/2024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EC557F-5343-4D3F-91F4-10ED448870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88207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609600" y="274637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5B52BA5-9C14-4630-A5D4-E4ABCB2DE3EF}" type="datetimeFigureOut">
              <a:rPr lang="en-US" smtClean="0"/>
              <a:t>6/25/2024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0EC557F-5343-4D3F-91F4-10ED448870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48674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1219170" rtl="0" eaLnBrk="1" latinLnBrk="0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1219170" rtl="0" eaLnBrk="1" latinLnBrk="0" hangingPunct="1">
        <a:spcBef>
          <a:spcPct val="20000"/>
        </a:spcBef>
        <a:buFont typeface="Arial" panose="02080604020202020204" pitchFamily="34" charset="0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>
          <a:xfrm>
            <a:off x="0" y="2660915"/>
            <a:ext cx="12192000" cy="1143000"/>
          </a:xfrm>
        </p:spPr>
        <p:txBody>
          <a:bodyPr>
            <a:noAutofit/>
          </a:bodyPr>
          <a:lstStyle/>
          <a:p>
            <a:r>
              <a:rPr lang="zh-CN" altLang="en-US" sz="7200" b="1" i="1" dirty="0">
                <a:solidFill>
                  <a:srgbClr val="6600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可愛小信徒</a:t>
            </a:r>
            <a:endParaRPr lang="zh-TW" altLang="en-US" sz="7200" b="1" i="1" dirty="0">
              <a:solidFill>
                <a:srgbClr val="660033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itchFamily="34" charset="-120"/>
              <a:ea typeface="微軟正黑體" pitchFamily="34" charset="-12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讀聖經心要專  禱告時心要真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主的話每一句心裡載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CN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「是」說</a:t>
            </a:r>
            <a:r>
              <a:rPr lang="en-US" altLang="zh-CN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 Yes</a:t>
            </a:r>
            <a:r>
              <a:rPr 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 ,「</a:t>
            </a:r>
            <a:r>
              <a:rPr lang="zh-CN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不」說</a:t>
            </a:r>
            <a:r>
              <a:rPr lang="en-US" altLang="zh-CN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 </a:t>
            </a:r>
            <a:r>
              <a:rPr 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No</a:t>
            </a: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只要誠實不說謊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973344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少說話，要實行，最可愛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904604974"/>
      </p:ext>
    </p:extLst>
  </p:cSld>
  <p:clrMapOvr>
    <a:masterClrMapping/>
  </p:clrMapOvr>
</p:sld>
</file>

<file path=ppt/theme/theme1.xml><?xml version="1.0" encoding="utf-8"?>
<a:theme xmlns:a="http://schemas.openxmlformats.org/drawingml/2006/main" name="Theme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eme1" id="{75BBF97F-0525-4D7F-ABA1-4CCFA07F43A2}" vid="{8D3552C7-B8E4-422B-9896-C8F00D815D1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Theme1</Template>
  <TotalTime>2</TotalTime>
  <Words>54</Words>
  <Application>Microsoft Office PowerPoint</Application>
  <PresentationFormat>Widescreen</PresentationFormat>
  <Paragraphs>6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微軟正黑體</vt:lpstr>
      <vt:lpstr>Arial</vt:lpstr>
      <vt:lpstr>Calibri</vt:lpstr>
      <vt:lpstr>Theme1</vt:lpstr>
      <vt:lpstr>可愛小信徒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batisuoc</dc:creator>
  <cp:lastModifiedBy>batisuoc</cp:lastModifiedBy>
  <cp:revision>1</cp:revision>
  <dcterms:created xsi:type="dcterms:W3CDTF">2024-06-25T16:03:59Z</dcterms:created>
  <dcterms:modified xsi:type="dcterms:W3CDTF">2024-06-25T16:06:27Z</dcterms:modified>
</cp:coreProperties>
</file>