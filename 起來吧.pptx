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53" r:id="rId2"/>
    <p:sldId id="391" r:id="rId3"/>
    <p:sldId id="394" r:id="rId4"/>
    <p:sldId id="392" r:id="rId5"/>
    <p:sldId id="393" r:id="rId6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6" autoAdjust="0"/>
    <p:restoredTop sz="94660"/>
  </p:normalViewPr>
  <p:slideViewPr>
    <p:cSldViewPr snapToGrid="0">
      <p:cViewPr varScale="1">
        <p:scale>
          <a:sx n="54" d="100"/>
          <a:sy n="54" d="100"/>
        </p:scale>
        <p:origin x="48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 smtClean="0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613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337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794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896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221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377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719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255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 smtClean="0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836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418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624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488704-7058-4526-95CD-2A163221AB6F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821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起來吧</a:t>
            </a:r>
            <a:endParaRPr lang="zh-TW" altLang="en-US" sz="7200" b="1" i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起來吧  神的兒</a:t>
            </a: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女  不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要灰心失</a:t>
            </a: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望</a:t>
            </a:r>
            <a:endParaRPr lang="en-US" altLang="zh-TW" sz="6400" b="1" dirty="0" smtClean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起來吧  神的兒</a:t>
            </a: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女  不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要沮喪 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altLang="zh-CN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1</a:t>
            </a:r>
            <a:r>
              <a:rPr lang="en-US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83525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起來吧  為主傳</a:t>
            </a: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揚  不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要失去盼望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起來吧  為主發</a:t>
            </a: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光  為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祂打仗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altLang="zh-CN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2</a:t>
            </a:r>
            <a:r>
              <a:rPr lang="en-US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158635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縱然前路迷茫  雖遇狂風巨浪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祂永遠是你的避風</a:t>
            </a: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港  祂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在你旁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562942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不畏撒旦阻擋  不怕魔鬼技倆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祂永遠是我的避風港  祂在我旁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11658988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中文詩歌儲存" id="{E0DF756C-B689-4A49-A343-6050050733AA}" vid="{979C1A4B-FDC7-484D-A782-7FA72675E23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中文詩歌儲存</Template>
  <TotalTime>4</TotalTime>
  <Words>119</Words>
  <Application>Microsoft Office PowerPoint</Application>
  <PresentationFormat>Widescreen</PresentationFormat>
  <Paragraphs>13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微軟正黑體</vt:lpstr>
      <vt:lpstr>微軟正黑體</vt:lpstr>
      <vt:lpstr>新細明體</vt:lpstr>
      <vt:lpstr>Arial</vt:lpstr>
      <vt:lpstr>Calibri</vt:lpstr>
      <vt:lpstr>Theme1</vt:lpstr>
      <vt:lpstr>起來吧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起來吧</dc:title>
  <dc:creator>Joe Cheng</dc:creator>
  <cp:lastModifiedBy>Joe Cheng</cp:lastModifiedBy>
  <cp:revision>5</cp:revision>
  <dcterms:created xsi:type="dcterms:W3CDTF">2026-03-28T03:35:15Z</dcterms:created>
  <dcterms:modified xsi:type="dcterms:W3CDTF">2026-03-28T03:39:19Z</dcterms:modified>
</cp:coreProperties>
</file>