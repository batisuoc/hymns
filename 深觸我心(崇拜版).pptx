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72" y="18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DF1E-6BA7-44B4-B91F-E3ABF1C171B9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56A4-4D77-4248-B514-95E73317809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DF1E-6BA7-44B4-B91F-E3ABF1C171B9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56A4-4D77-4248-B514-95E73317809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DF1E-6BA7-44B4-B91F-E3ABF1C171B9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56A4-4D77-4248-B514-95E73317809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DF1E-6BA7-44B4-B91F-E3ABF1C171B9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56A4-4D77-4248-B514-95E73317809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DF1E-6BA7-44B4-B91F-E3ABF1C171B9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56A4-4D77-4248-B514-95E73317809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DF1E-6BA7-44B4-B91F-E3ABF1C171B9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56A4-4D77-4248-B514-95E73317809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DF1E-6BA7-44B4-B91F-E3ABF1C171B9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56A4-4D77-4248-B514-95E73317809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DF1E-6BA7-44B4-B91F-E3ABF1C171B9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56A4-4D77-4248-B514-95E73317809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DF1E-6BA7-44B4-B91F-E3ABF1C171B9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56A4-4D77-4248-B514-95E73317809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DF1E-6BA7-44B4-B91F-E3ABF1C171B9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56A4-4D77-4248-B514-95E73317809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DF1E-6BA7-44B4-B91F-E3ABF1C171B9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56A4-4D77-4248-B514-95E73317809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0DF1E-6BA7-44B4-B91F-E3ABF1C171B9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556A4-4D77-4248-B514-95E73317809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深觸我心</a:t>
            </a:r>
          </a:p>
        </p:txBody>
      </p:sp>
    </p:spTree>
    <p:extLst>
      <p:ext uri="{BB962C8B-B14F-4D97-AF65-F5344CB8AC3E}">
        <p14:creationId xmlns:p14="http://schemas.microsoft.com/office/powerpoint/2010/main" val="2734071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耶穌誠然擔當  我們的憂患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背負我們痛苦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9319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耶穌為我們的過犯受害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為我們的罪孽壓傷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55256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受的刑罰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我們得平安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129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受的鞭傷我們得醫治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完全得醫治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02889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感謝耶穌  我的救主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我得平安  我得醫治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55219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我的耶穌  愛我的主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的恩典  深觸我心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40950264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8</TotalTime>
  <Words>124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佈景主題1</vt:lpstr>
      <vt:lpstr>深觸我心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深觸我心</dc:title>
  <dc:creator>大唐</dc:creator>
  <cp:lastModifiedBy>batisuoc</cp:lastModifiedBy>
  <cp:revision>5</cp:revision>
  <dcterms:created xsi:type="dcterms:W3CDTF">2018-03-18T01:17:58Z</dcterms:created>
  <dcterms:modified xsi:type="dcterms:W3CDTF">2025-10-31T14:37:09Z</dcterms:modified>
</cp:coreProperties>
</file>