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  <p:sldId id="267" r:id="rId9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97" d="100"/>
          <a:sy n="97" d="100"/>
        </p:scale>
        <p:origin x="78" y="732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t>2024/8/3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t>2024/8/3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t>2024/8/3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t>2024/8/3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t>2024/8/3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t>2024/8/3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t>2024/8/3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t>2024/8/3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t>2024/8/3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t>2024/8/3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t>2024/8/3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DC9DE7-1299-458E-9A51-39F41637C414}" type="datetimeFigureOut">
              <a:rPr lang="zh-TW" altLang="en-US" smtClean="0"/>
              <a:t>2024/8/3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4A426F-D02E-413A-A88D-BB0531786194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1995686"/>
            <a:ext cx="9144000" cy="857250"/>
          </a:xfrm>
        </p:spPr>
        <p:txBody>
          <a:bodyPr>
            <a:noAutofit/>
          </a:bodyPr>
          <a:lstStyle/>
          <a:p>
            <a:r>
              <a:rPr lang="zh-TW" altLang="en-US" sz="5400" b="1" i="1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我要全心讚美</a:t>
            </a:r>
          </a:p>
        </p:txBody>
      </p:sp>
    </p:spTree>
    <p:extLst>
      <p:ext uri="{BB962C8B-B14F-4D97-AF65-F5344CB8AC3E}">
        <p14:creationId xmlns:p14="http://schemas.microsoft.com/office/powerpoint/2010/main" val="2184734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全心感謝  全心讚美  </a:t>
            </a:r>
            <a:endParaRPr lang="en-US" altLang="zh-TW" sz="48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進入</a:t>
            </a:r>
            <a:r>
              <a:rPr lang="zh-CN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的院</a:t>
            </a:r>
            <a:endParaRPr lang="en-US" altLang="zh-TW" sz="48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98455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全心頌讚</a:t>
            </a:r>
            <a:r>
              <a:rPr lang="en-US" altLang="zh-TW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獻上為祭  </a:t>
            </a:r>
            <a:endParaRPr lang="en-US" altLang="zh-TW" sz="48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是嘴唇的果子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25573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在</a:t>
            </a:r>
            <a:r>
              <a:rPr lang="zh-CN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裡面  一無罣慮</a:t>
            </a:r>
            <a:r>
              <a:rPr lang="en-US" altLang="zh-TW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</a:p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喜樂滿溢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79620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常常感謝  不住禱告  </a:t>
            </a:r>
            <a:endParaRPr lang="en-US" altLang="zh-TW" sz="48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盼望在於</a:t>
            </a:r>
            <a:r>
              <a:rPr lang="zh-CN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endParaRPr lang="zh-TW" altLang="en-US" sz="48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27894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我要全心讚美  跳舞頌揚</a:t>
            </a:r>
            <a:r>
              <a:rPr lang="zh-CN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名</a:t>
            </a:r>
            <a:endParaRPr lang="en-US" altLang="zh-TW" sz="48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在</a:t>
            </a:r>
            <a:r>
              <a:rPr lang="zh-CN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殿中一日勝過</a:t>
            </a:r>
            <a:r>
              <a:rPr lang="en-US" altLang="zh-TW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在世上千日</a:t>
            </a:r>
            <a:endParaRPr lang="en-US" altLang="zh-TW" sz="48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25736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我要全心讚美</a:t>
            </a:r>
            <a:r>
              <a:rPr lang="en-US" altLang="zh-TW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</a:p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讚美還要讚美不停</a:t>
            </a:r>
            <a:endParaRPr lang="en-US" altLang="zh-TW" sz="48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7300944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義人棚裡歡呼聲永不息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8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40735095"/>
      </p:ext>
    </p:extLst>
  </p:cSld>
  <p:clrMapOvr>
    <a:masterClrMapping/>
  </p:clrMapOvr>
</p:sld>
</file>

<file path=ppt/theme/theme1.xml><?xml version="1.0" encoding="utf-8"?>
<a:theme xmlns:a="http://schemas.openxmlformats.org/drawingml/2006/main" name="佈景主題1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佈景主題11</Template>
  <TotalTime>75</TotalTime>
  <Words>135</Words>
  <Application>Microsoft Office PowerPoint</Application>
  <PresentationFormat>On-screen Show (16:9)</PresentationFormat>
  <Paragraphs>21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微軟正黑體</vt:lpstr>
      <vt:lpstr>微軟正黑體</vt:lpstr>
      <vt:lpstr>Arial</vt:lpstr>
      <vt:lpstr>Calibri</vt:lpstr>
      <vt:lpstr>佈景主題11</vt:lpstr>
      <vt:lpstr>我要全心讚美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我要全心讚美</dc:title>
  <dc:creator>User</dc:creator>
  <cp:lastModifiedBy>batisuoc</cp:lastModifiedBy>
  <cp:revision>14</cp:revision>
  <dcterms:created xsi:type="dcterms:W3CDTF">2017-07-04T12:39:52Z</dcterms:created>
  <dcterms:modified xsi:type="dcterms:W3CDTF">2024-08-02T17:16:03Z</dcterms:modified>
</cp:coreProperties>
</file>