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sldIdLst>
    <p:sldId id="260" r:id="rId2"/>
    <p:sldId id="261" r:id="rId3"/>
    <p:sldId id="262" r:id="rId4"/>
    <p:sldId id="263" r:id="rId5"/>
    <p:sldId id="264" r:id="rId6"/>
    <p:sldId id="265" r:id="rId7"/>
    <p:sldId id="266" r:id="rId8"/>
    <p:sldId id="267" r:id="rId9"/>
  </p:sldIdLst>
  <p:sldSz cx="9144000" cy="5143500" type="screen16x9"/>
  <p:notesSz cx="6858000" cy="9144000"/>
  <p:defaultTextStyle>
    <a:defPPr>
      <a:defRPr lang="zh-TW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>
      <p:cViewPr varScale="1">
        <p:scale>
          <a:sx n="93" d="100"/>
          <a:sy n="93" d="100"/>
        </p:scale>
        <p:origin x="282" y="84"/>
      </p:cViewPr>
      <p:guideLst>
        <p:guide orient="horz" pos="162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viewProps" Target="viewProps.xml"/><Relationship Id="rId5" Type="http://schemas.openxmlformats.org/officeDocument/2006/relationships/slide" Target="slides/slide4.xml"/><Relationship Id="rId10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標題投影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副標題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zh-TW" altLang="en-US"/>
              <a:t>按一下以編輯母片副標題樣式</a:t>
            </a:r>
          </a:p>
        </p:txBody>
      </p:sp>
      <p:sp>
        <p:nvSpPr>
          <p:cNvPr id="4" name="日期版面配置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4DC9DE7-1299-458E-9A51-39F41637C414}" type="datetimeFigureOut">
              <a:rPr lang="zh-TW" altLang="en-US" smtClean="0"/>
              <a:pPr/>
              <a:t>2026/1/24</a:t>
            </a:fld>
            <a:endParaRPr lang="zh-TW" altLang="en-US"/>
          </a:p>
        </p:txBody>
      </p:sp>
      <p:sp>
        <p:nvSpPr>
          <p:cNvPr id="5" name="頁尾版面配置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6" name="投影片編號版面配置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D4A426F-D02E-413A-A88D-BB0531786194}" type="slidenum">
              <a:rPr lang="zh-TW" altLang="en-US" smtClean="0"/>
              <a:pPr/>
              <a:t>‹#›</a:t>
            </a:fld>
            <a:endParaRPr lang="zh-TW" alt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標題及物件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內容版面配置區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4" name="日期版面配置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4DC9DE7-1299-458E-9A51-39F41637C414}" type="datetimeFigureOut">
              <a:rPr lang="zh-TW" altLang="en-US" smtClean="0"/>
              <a:pPr/>
              <a:t>2026/1/24</a:t>
            </a:fld>
            <a:endParaRPr lang="zh-TW" altLang="en-US"/>
          </a:p>
        </p:txBody>
      </p:sp>
      <p:sp>
        <p:nvSpPr>
          <p:cNvPr id="5" name="頁尾版面配置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6" name="投影片編號版面配置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D4A426F-D02E-413A-A88D-BB0531786194}" type="slidenum">
              <a:rPr lang="zh-TW" altLang="en-US" smtClean="0"/>
              <a:pPr/>
              <a:t>‹#›</a:t>
            </a:fld>
            <a:endParaRPr lang="zh-TW" alt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區段標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文字版面配置區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4" name="日期版面配置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4DC9DE7-1299-458E-9A51-39F41637C414}" type="datetimeFigureOut">
              <a:rPr lang="zh-TW" altLang="en-US" smtClean="0"/>
              <a:pPr/>
              <a:t>2026/1/24</a:t>
            </a:fld>
            <a:endParaRPr lang="zh-TW" altLang="en-US"/>
          </a:p>
        </p:txBody>
      </p:sp>
      <p:sp>
        <p:nvSpPr>
          <p:cNvPr id="5" name="頁尾版面配置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6" name="投影片編號版面配置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D4A426F-D02E-413A-A88D-BB0531786194}" type="slidenum">
              <a:rPr lang="zh-TW" altLang="en-US" smtClean="0"/>
              <a:pPr/>
              <a:t>‹#›</a:t>
            </a:fld>
            <a:endParaRPr lang="zh-TW" alt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兩項物件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內容版面配置區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4" name="內容版面配置區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5" name="日期版面配置區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4DC9DE7-1299-458E-9A51-39F41637C414}" type="datetimeFigureOut">
              <a:rPr lang="zh-TW" altLang="en-US" smtClean="0"/>
              <a:pPr/>
              <a:t>2026/1/24</a:t>
            </a:fld>
            <a:endParaRPr lang="zh-TW" altLang="en-US"/>
          </a:p>
        </p:txBody>
      </p:sp>
      <p:sp>
        <p:nvSpPr>
          <p:cNvPr id="6" name="頁尾版面配置區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7" name="投影片編號版面配置區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D4A426F-D02E-413A-A88D-BB0531786194}" type="slidenum">
              <a:rPr lang="zh-TW" altLang="en-US" smtClean="0"/>
              <a:pPr/>
              <a:t>‹#›</a:t>
            </a:fld>
            <a:endParaRPr lang="zh-TW" alt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對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文字版面配置區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4" name="內容版面配置區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5" name="文字版面配置區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6" name="內容版面配置區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7" name="日期版面配置區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4DC9DE7-1299-458E-9A51-39F41637C414}" type="datetimeFigureOut">
              <a:rPr lang="zh-TW" altLang="en-US" smtClean="0"/>
              <a:pPr/>
              <a:t>2026/1/24</a:t>
            </a:fld>
            <a:endParaRPr lang="zh-TW" altLang="en-US"/>
          </a:p>
        </p:txBody>
      </p:sp>
      <p:sp>
        <p:nvSpPr>
          <p:cNvPr id="8" name="頁尾版面配置區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9" name="投影片編號版面配置區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D4A426F-D02E-413A-A88D-BB0531786194}" type="slidenum">
              <a:rPr lang="zh-TW" altLang="en-US" smtClean="0"/>
              <a:pPr/>
              <a:t>‹#›</a:t>
            </a:fld>
            <a:endParaRPr lang="zh-TW" alt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只有標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日期版面配置區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4DC9DE7-1299-458E-9A51-39F41637C414}" type="datetimeFigureOut">
              <a:rPr lang="zh-TW" altLang="en-US" smtClean="0"/>
              <a:pPr/>
              <a:t>2026/1/24</a:t>
            </a:fld>
            <a:endParaRPr lang="zh-TW" altLang="en-US"/>
          </a:p>
        </p:txBody>
      </p:sp>
      <p:sp>
        <p:nvSpPr>
          <p:cNvPr id="4" name="頁尾版面配置區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5" name="投影片編號版面配置區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D4A426F-D02E-413A-A88D-BB0531786194}" type="slidenum">
              <a:rPr lang="zh-TW" altLang="en-US" smtClean="0"/>
              <a:pPr/>
              <a:t>‹#›</a:t>
            </a:fld>
            <a:endParaRPr lang="zh-TW" alt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期版面配置區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4DC9DE7-1299-458E-9A51-39F41637C414}" type="datetimeFigureOut">
              <a:rPr lang="zh-TW" altLang="en-US" smtClean="0"/>
              <a:pPr/>
              <a:t>2026/1/24</a:t>
            </a:fld>
            <a:endParaRPr lang="zh-TW" altLang="en-US"/>
          </a:p>
        </p:txBody>
      </p:sp>
      <p:sp>
        <p:nvSpPr>
          <p:cNvPr id="3" name="頁尾版面配置區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D4A426F-D02E-413A-A88D-BB0531786194}" type="slidenum">
              <a:rPr lang="zh-TW" altLang="en-US" smtClean="0"/>
              <a:pPr/>
              <a:t>‹#›</a:t>
            </a:fld>
            <a:endParaRPr lang="zh-TW" alt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含標題的內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內容版面配置區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4" name="文字版面配置區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5" name="日期版面配置區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4DC9DE7-1299-458E-9A51-39F41637C414}" type="datetimeFigureOut">
              <a:rPr lang="zh-TW" altLang="en-US" smtClean="0"/>
              <a:pPr/>
              <a:t>2026/1/24</a:t>
            </a:fld>
            <a:endParaRPr lang="zh-TW" altLang="en-US"/>
          </a:p>
        </p:txBody>
      </p:sp>
      <p:sp>
        <p:nvSpPr>
          <p:cNvPr id="6" name="頁尾版面配置區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7" name="投影片編號版面配置區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D4A426F-D02E-413A-A88D-BB0531786194}" type="slidenum">
              <a:rPr lang="zh-TW" altLang="en-US" smtClean="0"/>
              <a:pPr/>
              <a:t>‹#›</a:t>
            </a:fld>
            <a:endParaRPr lang="zh-TW" alt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含標題的圖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圖片版面配置區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zh-TW" altLang="en-US"/>
              <a:t>按一下圖示以新增圖片</a:t>
            </a:r>
          </a:p>
        </p:txBody>
      </p:sp>
      <p:sp>
        <p:nvSpPr>
          <p:cNvPr id="4" name="文字版面配置區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5" name="日期版面配置區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4DC9DE7-1299-458E-9A51-39F41637C414}" type="datetimeFigureOut">
              <a:rPr lang="zh-TW" altLang="en-US" smtClean="0"/>
              <a:pPr/>
              <a:t>2026/1/24</a:t>
            </a:fld>
            <a:endParaRPr lang="zh-TW" altLang="en-US"/>
          </a:p>
        </p:txBody>
      </p:sp>
      <p:sp>
        <p:nvSpPr>
          <p:cNvPr id="6" name="頁尾版面配置區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7" name="投影片編號版面配置區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D4A426F-D02E-413A-A88D-BB0531786194}" type="slidenum">
              <a:rPr lang="zh-TW" altLang="en-US" smtClean="0"/>
              <a:pPr/>
              <a:t>‹#›</a:t>
            </a:fld>
            <a:endParaRPr lang="zh-TW" alt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標題及直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直排文字版面配置區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4" name="日期版面配置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4DC9DE7-1299-458E-9A51-39F41637C414}" type="datetimeFigureOut">
              <a:rPr lang="zh-TW" altLang="en-US" smtClean="0"/>
              <a:pPr/>
              <a:t>2026/1/24</a:t>
            </a:fld>
            <a:endParaRPr lang="zh-TW" altLang="en-US"/>
          </a:p>
        </p:txBody>
      </p:sp>
      <p:sp>
        <p:nvSpPr>
          <p:cNvPr id="5" name="頁尾版面配置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6" name="投影片編號版面配置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D4A426F-D02E-413A-A88D-BB0531786194}" type="slidenum">
              <a:rPr lang="zh-TW" altLang="en-US" smtClean="0"/>
              <a:pPr/>
              <a:t>‹#›</a:t>
            </a:fld>
            <a:endParaRPr lang="zh-TW" alt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直排標題及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直排標題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直排文字版面配置區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4" name="日期版面配置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4DC9DE7-1299-458E-9A51-39F41637C414}" type="datetimeFigureOut">
              <a:rPr lang="zh-TW" altLang="en-US" smtClean="0"/>
              <a:pPr/>
              <a:t>2026/1/24</a:t>
            </a:fld>
            <a:endParaRPr lang="zh-TW" altLang="en-US"/>
          </a:p>
        </p:txBody>
      </p:sp>
      <p:sp>
        <p:nvSpPr>
          <p:cNvPr id="5" name="頁尾版面配置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6" name="投影片編號版面配置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D4A426F-D02E-413A-A88D-BB0531786194}" type="slidenum">
              <a:rPr lang="zh-TW" altLang="en-US" smtClean="0"/>
              <a:pPr/>
              <a:t>‹#›</a:t>
            </a:fld>
            <a:endParaRPr lang="zh-TW" alt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image" Target="../media/image1.jpeg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13"/>
          <a:srcRect/>
          <a:tile tx="0" ty="0" sx="100000" sy="100000" flip="none" algn="tl"/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版面配置區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文字版面配置區 2"/>
          <p:cNvSpPr>
            <a:spLocks noGrp="1"/>
          </p:cNvSpPr>
          <p:nvPr>
            <p:ph type="body" idx="1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4" name="日期版面配置區 3"/>
          <p:cNvSpPr>
            <a:spLocks noGrp="1"/>
          </p:cNvSpPr>
          <p:nvPr>
            <p:ph type="dt" sz="half" idx="2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F4DC9DE7-1299-458E-9A51-39F41637C414}" type="datetimeFigureOut">
              <a:rPr lang="zh-TW" altLang="en-US" smtClean="0"/>
              <a:pPr/>
              <a:t>2026/1/24</a:t>
            </a:fld>
            <a:endParaRPr lang="zh-TW" altLang="en-US"/>
          </a:p>
        </p:txBody>
      </p:sp>
      <p:sp>
        <p:nvSpPr>
          <p:cNvPr id="5" name="頁尾版面配置區 4"/>
          <p:cNvSpPr>
            <a:spLocks noGrp="1"/>
          </p:cNvSpPr>
          <p:nvPr>
            <p:ph type="ftr" sz="quarter" idx="3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zh-TW" altLang="en-US"/>
          </a:p>
        </p:txBody>
      </p:sp>
      <p:sp>
        <p:nvSpPr>
          <p:cNvPr id="6" name="投影片編號版面配置區 5"/>
          <p:cNvSpPr>
            <a:spLocks noGrp="1"/>
          </p:cNvSpPr>
          <p:nvPr>
            <p:ph type="sldNum" sz="quarter" idx="4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AD4A426F-D02E-413A-A88D-BB0531786194}" type="slidenum">
              <a:rPr lang="zh-TW" altLang="en-US" smtClean="0"/>
              <a:pPr/>
              <a:t>‹#›</a:t>
            </a:fld>
            <a:endParaRPr lang="zh-TW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TW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標題 3"/>
          <p:cNvSpPr>
            <a:spLocks noGrp="1"/>
          </p:cNvSpPr>
          <p:nvPr>
            <p:ph type="title"/>
          </p:nvPr>
        </p:nvSpPr>
        <p:spPr>
          <a:xfrm>
            <a:off x="0" y="1995686"/>
            <a:ext cx="9144000" cy="857250"/>
          </a:xfrm>
        </p:spPr>
        <p:txBody>
          <a:bodyPr>
            <a:noAutofit/>
          </a:bodyPr>
          <a:lstStyle/>
          <a:p>
            <a:r>
              <a:rPr lang="zh-TW" altLang="en-US" sz="5400" b="1" i="1" dirty="0">
                <a:solidFill>
                  <a:srgbClr val="000066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微軟正黑體" pitchFamily="34" charset="-120"/>
                <a:ea typeface="微軟正黑體" pitchFamily="34" charset="-120"/>
              </a:rPr>
              <a:t>我要全心讚美</a:t>
            </a:r>
          </a:p>
        </p:txBody>
      </p:sp>
    </p:spTree>
    <p:extLst>
      <p:ext uri="{BB962C8B-B14F-4D97-AF65-F5344CB8AC3E}">
        <p14:creationId xmlns:p14="http://schemas.microsoft.com/office/powerpoint/2010/main" val="2184734766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內容版面配置區 4"/>
          <p:cNvSpPr>
            <a:spLocks noGrp="1"/>
          </p:cNvSpPr>
          <p:nvPr>
            <p:ph idx="1"/>
          </p:nvPr>
        </p:nvSpPr>
        <p:spPr>
          <a:xfrm>
            <a:off x="0" y="1563638"/>
            <a:ext cx="9144000" cy="1803647"/>
          </a:xfrm>
        </p:spPr>
        <p:txBody>
          <a:bodyPr anchor="ctr">
            <a:normAutofit/>
          </a:bodyPr>
          <a:lstStyle/>
          <a:p>
            <a:pPr algn="ctr">
              <a:buNone/>
            </a:pPr>
            <a:r>
              <a:rPr lang="zh-TW" altLang="en-US" sz="4800" b="1" dirty="0">
                <a:solidFill>
                  <a:srgbClr val="000066"/>
                </a:solidFill>
                <a:latin typeface="微軟正黑體" pitchFamily="34" charset="-120"/>
                <a:ea typeface="微軟正黑體" pitchFamily="34" charset="-120"/>
              </a:rPr>
              <a:t>全心感謝  全心讚美  </a:t>
            </a:r>
            <a:endParaRPr lang="en-US" altLang="zh-TW" sz="4800" b="1" dirty="0">
              <a:solidFill>
                <a:srgbClr val="000066"/>
              </a:solidFill>
              <a:latin typeface="微軟正黑體" pitchFamily="34" charset="-120"/>
              <a:ea typeface="微軟正黑體" pitchFamily="34" charset="-120"/>
            </a:endParaRPr>
          </a:p>
          <a:p>
            <a:pPr algn="ctr">
              <a:buNone/>
            </a:pPr>
            <a:r>
              <a:rPr lang="zh-TW" altLang="en-US" sz="4800" b="1" dirty="0">
                <a:solidFill>
                  <a:srgbClr val="000066"/>
                </a:solidFill>
                <a:latin typeface="微軟正黑體" pitchFamily="34" charset="-120"/>
                <a:ea typeface="微軟正黑體" pitchFamily="34" charset="-120"/>
              </a:rPr>
              <a:t>進入</a:t>
            </a:r>
            <a:r>
              <a:rPr lang="zh-CN" altLang="en-US" sz="4800" b="1" dirty="0">
                <a:solidFill>
                  <a:srgbClr val="000066"/>
                </a:solidFill>
                <a:latin typeface="微軟正黑體" pitchFamily="34" charset="-120"/>
                <a:ea typeface="微軟正黑體" pitchFamily="34" charset="-120"/>
              </a:rPr>
              <a:t>祢</a:t>
            </a:r>
            <a:r>
              <a:rPr lang="zh-TW" altLang="en-US" sz="4800" b="1" dirty="0">
                <a:solidFill>
                  <a:srgbClr val="000066"/>
                </a:solidFill>
                <a:latin typeface="微軟正黑體" pitchFamily="34" charset="-120"/>
                <a:ea typeface="微軟正黑體" pitchFamily="34" charset="-120"/>
              </a:rPr>
              <a:t>的院</a:t>
            </a:r>
            <a:endParaRPr lang="en-US" altLang="zh-TW" sz="4800" b="1" dirty="0">
              <a:solidFill>
                <a:srgbClr val="000066"/>
              </a:solidFill>
              <a:latin typeface="微軟正黑體" pitchFamily="34" charset="-120"/>
              <a:ea typeface="微軟正黑體" pitchFamily="34" charset="-120"/>
            </a:endParaRPr>
          </a:p>
        </p:txBody>
      </p:sp>
      <p:sp>
        <p:nvSpPr>
          <p:cNvPr id="3" name="TextBox 2"/>
          <p:cNvSpPr txBox="1"/>
          <p:nvPr/>
        </p:nvSpPr>
        <p:spPr>
          <a:xfrm>
            <a:off x="0" y="3867894"/>
            <a:ext cx="914400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400" b="1" dirty="0">
                <a:solidFill>
                  <a:srgbClr val="000066"/>
                </a:solidFill>
                <a:latin typeface="Microsoft JhengHei" panose="020B0604030504040204" pitchFamily="34" charset="-120"/>
                <a:ea typeface="Microsoft JhengHei" panose="020B0604030504040204" pitchFamily="34" charset="-120"/>
              </a:rPr>
              <a:t>( </a:t>
            </a:r>
            <a:r>
              <a:rPr lang="zh-CN" altLang="en-US" sz="2400" b="1" dirty="0">
                <a:solidFill>
                  <a:srgbClr val="000066"/>
                </a:solidFill>
                <a:latin typeface="Microsoft JhengHei" panose="020B0604030504040204" pitchFamily="34" charset="-120"/>
                <a:ea typeface="Microsoft JhengHei" panose="020B0604030504040204" pitchFamily="34" charset="-120"/>
              </a:rPr>
              <a:t>正歌</a:t>
            </a:r>
            <a:r>
              <a:rPr lang="en-US" sz="2400" b="1" dirty="0">
                <a:solidFill>
                  <a:srgbClr val="000066"/>
                </a:solidFill>
                <a:latin typeface="Microsoft JhengHei" panose="020B0604030504040204" pitchFamily="34" charset="-120"/>
                <a:ea typeface="Microsoft JhengHei" panose="020B0604030504040204" pitchFamily="34" charset="-120"/>
              </a:rPr>
              <a:t> )</a:t>
            </a:r>
            <a:endParaRPr lang="vi-VN" sz="2400" b="1" dirty="0">
              <a:solidFill>
                <a:srgbClr val="000066"/>
              </a:solidFill>
              <a:ea typeface="Microsoft JhengHei" panose="020B0604030504040204" pitchFamily="34" charset="-120"/>
            </a:endParaRPr>
          </a:p>
        </p:txBody>
      </p:sp>
    </p:spTree>
    <p:extLst>
      <p:ext uri="{BB962C8B-B14F-4D97-AF65-F5344CB8AC3E}">
        <p14:creationId xmlns:p14="http://schemas.microsoft.com/office/powerpoint/2010/main" val="189845593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內容版面配置區 4"/>
          <p:cNvSpPr>
            <a:spLocks noGrp="1"/>
          </p:cNvSpPr>
          <p:nvPr>
            <p:ph idx="1"/>
          </p:nvPr>
        </p:nvSpPr>
        <p:spPr>
          <a:xfrm>
            <a:off x="0" y="1563638"/>
            <a:ext cx="9144000" cy="1803647"/>
          </a:xfrm>
        </p:spPr>
        <p:txBody>
          <a:bodyPr anchor="ctr">
            <a:normAutofit/>
          </a:bodyPr>
          <a:lstStyle/>
          <a:p>
            <a:pPr algn="ctr">
              <a:buNone/>
            </a:pPr>
            <a:r>
              <a:rPr lang="zh-TW" altLang="en-US" sz="4800" b="1" dirty="0">
                <a:solidFill>
                  <a:srgbClr val="000066"/>
                </a:solidFill>
                <a:latin typeface="微軟正黑體" pitchFamily="34" charset="-120"/>
                <a:ea typeface="微軟正黑體" pitchFamily="34" charset="-120"/>
              </a:rPr>
              <a:t>全心頌讚</a:t>
            </a:r>
            <a:r>
              <a:rPr lang="en-US" altLang="zh-TW" sz="4800" b="1" dirty="0">
                <a:solidFill>
                  <a:srgbClr val="000066"/>
                </a:solidFill>
                <a:latin typeface="微軟正黑體" pitchFamily="34" charset="-120"/>
                <a:ea typeface="微軟正黑體" pitchFamily="34" charset="-120"/>
              </a:rPr>
              <a:t>  </a:t>
            </a:r>
            <a:r>
              <a:rPr lang="zh-TW" altLang="en-US" sz="4800" b="1" dirty="0">
                <a:solidFill>
                  <a:srgbClr val="000066"/>
                </a:solidFill>
                <a:latin typeface="微軟正黑體" pitchFamily="34" charset="-120"/>
                <a:ea typeface="微軟正黑體" pitchFamily="34" charset="-120"/>
              </a:rPr>
              <a:t>獻上為祭  </a:t>
            </a:r>
            <a:endParaRPr lang="en-US" altLang="zh-TW" sz="4800" b="1" dirty="0">
              <a:solidFill>
                <a:srgbClr val="000066"/>
              </a:solidFill>
              <a:latin typeface="微軟正黑體" pitchFamily="34" charset="-120"/>
              <a:ea typeface="微軟正黑體" pitchFamily="34" charset="-120"/>
            </a:endParaRPr>
          </a:p>
          <a:p>
            <a:pPr algn="ctr">
              <a:buNone/>
            </a:pPr>
            <a:r>
              <a:rPr lang="zh-TW" altLang="en-US" sz="4800" b="1" dirty="0">
                <a:solidFill>
                  <a:srgbClr val="000066"/>
                </a:solidFill>
                <a:latin typeface="微軟正黑體" pitchFamily="34" charset="-120"/>
                <a:ea typeface="微軟正黑體" pitchFamily="34" charset="-120"/>
              </a:rPr>
              <a:t>是嘴唇的果子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0" y="3867894"/>
            <a:ext cx="914400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400" b="1" dirty="0">
                <a:solidFill>
                  <a:srgbClr val="000066"/>
                </a:solidFill>
                <a:latin typeface="Microsoft JhengHei" panose="020B0604030504040204" pitchFamily="34" charset="-120"/>
                <a:ea typeface="Microsoft JhengHei" panose="020B0604030504040204" pitchFamily="34" charset="-120"/>
              </a:rPr>
              <a:t>( </a:t>
            </a:r>
            <a:r>
              <a:rPr lang="zh-CN" altLang="en-US" sz="2400" b="1" dirty="0">
                <a:solidFill>
                  <a:srgbClr val="000066"/>
                </a:solidFill>
                <a:latin typeface="Microsoft JhengHei" panose="020B0604030504040204" pitchFamily="34" charset="-120"/>
                <a:ea typeface="Microsoft JhengHei" panose="020B0604030504040204" pitchFamily="34" charset="-120"/>
              </a:rPr>
              <a:t>正歌</a:t>
            </a:r>
            <a:r>
              <a:rPr lang="en-US" sz="2400" b="1" dirty="0">
                <a:solidFill>
                  <a:srgbClr val="000066"/>
                </a:solidFill>
                <a:latin typeface="Microsoft JhengHei" panose="020B0604030504040204" pitchFamily="34" charset="-120"/>
                <a:ea typeface="Microsoft JhengHei" panose="020B0604030504040204" pitchFamily="34" charset="-120"/>
              </a:rPr>
              <a:t> )</a:t>
            </a:r>
            <a:endParaRPr lang="vi-VN" sz="2400" b="1" dirty="0">
              <a:solidFill>
                <a:srgbClr val="000066"/>
              </a:solidFill>
              <a:ea typeface="Microsoft JhengHei" panose="020B0604030504040204" pitchFamily="34" charset="-120"/>
            </a:endParaRPr>
          </a:p>
        </p:txBody>
      </p:sp>
    </p:spTree>
    <p:extLst>
      <p:ext uri="{BB962C8B-B14F-4D97-AF65-F5344CB8AC3E}">
        <p14:creationId xmlns:p14="http://schemas.microsoft.com/office/powerpoint/2010/main" val="625573592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內容版面配置區 4"/>
          <p:cNvSpPr>
            <a:spLocks noGrp="1"/>
          </p:cNvSpPr>
          <p:nvPr>
            <p:ph idx="1"/>
          </p:nvPr>
        </p:nvSpPr>
        <p:spPr>
          <a:xfrm>
            <a:off x="0" y="1563638"/>
            <a:ext cx="9144000" cy="1803647"/>
          </a:xfrm>
        </p:spPr>
        <p:txBody>
          <a:bodyPr anchor="ctr">
            <a:normAutofit/>
          </a:bodyPr>
          <a:lstStyle/>
          <a:p>
            <a:pPr algn="ctr">
              <a:buNone/>
            </a:pPr>
            <a:r>
              <a:rPr lang="zh-TW" altLang="en-US" sz="4800" b="1" dirty="0">
                <a:solidFill>
                  <a:srgbClr val="000066"/>
                </a:solidFill>
                <a:latin typeface="微軟正黑體" pitchFamily="34" charset="-120"/>
                <a:ea typeface="微軟正黑體" pitchFamily="34" charset="-120"/>
              </a:rPr>
              <a:t>在</a:t>
            </a:r>
            <a:r>
              <a:rPr lang="zh-CN" altLang="en-US" sz="4800" b="1" dirty="0">
                <a:solidFill>
                  <a:srgbClr val="000066"/>
                </a:solidFill>
                <a:latin typeface="微軟正黑體" pitchFamily="34" charset="-120"/>
                <a:ea typeface="微軟正黑體" pitchFamily="34" charset="-120"/>
              </a:rPr>
              <a:t>祢</a:t>
            </a:r>
            <a:r>
              <a:rPr lang="zh-TW" altLang="en-US" sz="4800" b="1" dirty="0">
                <a:solidFill>
                  <a:srgbClr val="000066"/>
                </a:solidFill>
                <a:latin typeface="微軟正黑體" pitchFamily="34" charset="-120"/>
                <a:ea typeface="微軟正黑體" pitchFamily="34" charset="-120"/>
              </a:rPr>
              <a:t>裡面  一無罣慮</a:t>
            </a:r>
            <a:r>
              <a:rPr lang="en-US" altLang="zh-TW" sz="4800" b="1" dirty="0">
                <a:solidFill>
                  <a:srgbClr val="000066"/>
                </a:solidFill>
                <a:latin typeface="微軟正黑體" pitchFamily="34" charset="-120"/>
                <a:ea typeface="微軟正黑體" pitchFamily="34" charset="-120"/>
              </a:rPr>
              <a:t>  </a:t>
            </a:r>
          </a:p>
          <a:p>
            <a:pPr algn="ctr">
              <a:buNone/>
            </a:pPr>
            <a:r>
              <a:rPr lang="zh-TW" altLang="en-US" sz="4800" b="1" dirty="0">
                <a:solidFill>
                  <a:srgbClr val="000066"/>
                </a:solidFill>
                <a:latin typeface="微軟正黑體" pitchFamily="34" charset="-120"/>
                <a:ea typeface="微軟正黑體" pitchFamily="34" charset="-120"/>
              </a:rPr>
              <a:t>喜樂滿溢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0" y="3867894"/>
            <a:ext cx="914400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400" b="1" dirty="0">
                <a:solidFill>
                  <a:srgbClr val="000066"/>
                </a:solidFill>
                <a:latin typeface="Microsoft JhengHei" panose="020B0604030504040204" pitchFamily="34" charset="-120"/>
                <a:ea typeface="Microsoft JhengHei" panose="020B0604030504040204" pitchFamily="34" charset="-120"/>
              </a:rPr>
              <a:t>( </a:t>
            </a:r>
            <a:r>
              <a:rPr lang="zh-CN" altLang="en-US" sz="2400" b="1" dirty="0">
                <a:solidFill>
                  <a:srgbClr val="000066"/>
                </a:solidFill>
                <a:latin typeface="Microsoft JhengHei" panose="020B0604030504040204" pitchFamily="34" charset="-120"/>
                <a:ea typeface="Microsoft JhengHei" panose="020B0604030504040204" pitchFamily="34" charset="-120"/>
              </a:rPr>
              <a:t>正歌</a:t>
            </a:r>
            <a:r>
              <a:rPr lang="en-US" sz="2400" b="1" dirty="0">
                <a:solidFill>
                  <a:srgbClr val="000066"/>
                </a:solidFill>
                <a:latin typeface="Microsoft JhengHei" panose="020B0604030504040204" pitchFamily="34" charset="-120"/>
                <a:ea typeface="Microsoft JhengHei" panose="020B0604030504040204" pitchFamily="34" charset="-120"/>
              </a:rPr>
              <a:t> )</a:t>
            </a:r>
            <a:endParaRPr lang="vi-VN" sz="2400" b="1" dirty="0">
              <a:solidFill>
                <a:srgbClr val="000066"/>
              </a:solidFill>
              <a:ea typeface="Microsoft JhengHei" panose="020B0604030504040204" pitchFamily="34" charset="-120"/>
            </a:endParaRPr>
          </a:p>
        </p:txBody>
      </p:sp>
    </p:spTree>
    <p:extLst>
      <p:ext uri="{BB962C8B-B14F-4D97-AF65-F5344CB8AC3E}">
        <p14:creationId xmlns:p14="http://schemas.microsoft.com/office/powerpoint/2010/main" val="2179620692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內容版面配置區 4"/>
          <p:cNvSpPr>
            <a:spLocks noGrp="1"/>
          </p:cNvSpPr>
          <p:nvPr>
            <p:ph idx="1"/>
          </p:nvPr>
        </p:nvSpPr>
        <p:spPr>
          <a:xfrm>
            <a:off x="0" y="1563638"/>
            <a:ext cx="9144000" cy="1803647"/>
          </a:xfrm>
        </p:spPr>
        <p:txBody>
          <a:bodyPr anchor="ctr">
            <a:normAutofit/>
          </a:bodyPr>
          <a:lstStyle/>
          <a:p>
            <a:pPr algn="ctr">
              <a:buNone/>
            </a:pPr>
            <a:r>
              <a:rPr lang="zh-TW" altLang="en-US" sz="4800" b="1" dirty="0">
                <a:solidFill>
                  <a:srgbClr val="000066"/>
                </a:solidFill>
                <a:latin typeface="微軟正黑體" pitchFamily="34" charset="-120"/>
                <a:ea typeface="微軟正黑體" pitchFamily="34" charset="-120"/>
              </a:rPr>
              <a:t>常常感謝  不住禱告  </a:t>
            </a:r>
            <a:endParaRPr lang="en-US" altLang="zh-TW" sz="4800" b="1" dirty="0">
              <a:solidFill>
                <a:srgbClr val="000066"/>
              </a:solidFill>
              <a:latin typeface="微軟正黑體" pitchFamily="34" charset="-120"/>
              <a:ea typeface="微軟正黑體" pitchFamily="34" charset="-120"/>
            </a:endParaRPr>
          </a:p>
          <a:p>
            <a:pPr algn="ctr">
              <a:buNone/>
            </a:pPr>
            <a:r>
              <a:rPr lang="zh-TW" altLang="en-US" sz="4800" b="1" dirty="0">
                <a:solidFill>
                  <a:srgbClr val="000066"/>
                </a:solidFill>
                <a:latin typeface="微軟正黑體" pitchFamily="34" charset="-120"/>
                <a:ea typeface="微軟正黑體" pitchFamily="34" charset="-120"/>
              </a:rPr>
              <a:t>盼望在於</a:t>
            </a:r>
            <a:r>
              <a:rPr lang="zh-CN" altLang="en-US" sz="4800" b="1" dirty="0">
                <a:solidFill>
                  <a:srgbClr val="000066"/>
                </a:solidFill>
                <a:latin typeface="微軟正黑體" pitchFamily="34" charset="-120"/>
                <a:ea typeface="微軟正黑體" pitchFamily="34" charset="-120"/>
              </a:rPr>
              <a:t>祢</a:t>
            </a:r>
            <a:endParaRPr lang="zh-TW" altLang="en-US" sz="4800" b="1" dirty="0">
              <a:solidFill>
                <a:srgbClr val="000066"/>
              </a:solidFill>
              <a:latin typeface="微軟正黑體" pitchFamily="34" charset="-120"/>
              <a:ea typeface="微軟正黑體" pitchFamily="34" charset="-120"/>
            </a:endParaRPr>
          </a:p>
        </p:txBody>
      </p:sp>
      <p:sp>
        <p:nvSpPr>
          <p:cNvPr id="3" name="TextBox 2"/>
          <p:cNvSpPr txBox="1"/>
          <p:nvPr/>
        </p:nvSpPr>
        <p:spPr>
          <a:xfrm>
            <a:off x="0" y="3867894"/>
            <a:ext cx="914400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400" b="1" dirty="0">
                <a:solidFill>
                  <a:srgbClr val="000066"/>
                </a:solidFill>
                <a:latin typeface="Microsoft JhengHei" panose="020B0604030504040204" pitchFamily="34" charset="-120"/>
                <a:ea typeface="Microsoft JhengHei" panose="020B0604030504040204" pitchFamily="34" charset="-120"/>
              </a:rPr>
              <a:t>( </a:t>
            </a:r>
            <a:r>
              <a:rPr lang="zh-CN" altLang="en-US" sz="2400" b="1" dirty="0">
                <a:solidFill>
                  <a:srgbClr val="000066"/>
                </a:solidFill>
                <a:latin typeface="Microsoft JhengHei" panose="020B0604030504040204" pitchFamily="34" charset="-120"/>
                <a:ea typeface="Microsoft JhengHei" panose="020B0604030504040204" pitchFamily="34" charset="-120"/>
              </a:rPr>
              <a:t>正歌</a:t>
            </a:r>
            <a:r>
              <a:rPr lang="en-US" sz="2400" b="1" dirty="0">
                <a:solidFill>
                  <a:srgbClr val="000066"/>
                </a:solidFill>
                <a:latin typeface="Microsoft JhengHei" panose="020B0604030504040204" pitchFamily="34" charset="-120"/>
                <a:ea typeface="Microsoft JhengHei" panose="020B0604030504040204" pitchFamily="34" charset="-120"/>
              </a:rPr>
              <a:t> )</a:t>
            </a:r>
            <a:endParaRPr lang="vi-VN" sz="2400" b="1" dirty="0">
              <a:solidFill>
                <a:srgbClr val="000066"/>
              </a:solidFill>
              <a:ea typeface="Microsoft JhengHei" panose="020B0604030504040204" pitchFamily="34" charset="-120"/>
            </a:endParaRPr>
          </a:p>
        </p:txBody>
      </p:sp>
    </p:spTree>
    <p:extLst>
      <p:ext uri="{BB962C8B-B14F-4D97-AF65-F5344CB8AC3E}">
        <p14:creationId xmlns:p14="http://schemas.microsoft.com/office/powerpoint/2010/main" val="2327894863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內容版面配置區 4"/>
          <p:cNvSpPr>
            <a:spLocks noGrp="1"/>
          </p:cNvSpPr>
          <p:nvPr>
            <p:ph idx="1"/>
          </p:nvPr>
        </p:nvSpPr>
        <p:spPr>
          <a:xfrm>
            <a:off x="0" y="1563638"/>
            <a:ext cx="9144000" cy="1803647"/>
          </a:xfrm>
        </p:spPr>
        <p:txBody>
          <a:bodyPr anchor="ctr">
            <a:normAutofit/>
          </a:bodyPr>
          <a:lstStyle/>
          <a:p>
            <a:pPr algn="ctr">
              <a:buNone/>
            </a:pPr>
            <a:r>
              <a:rPr lang="zh-TW" altLang="en-US" sz="4800" b="1" dirty="0">
                <a:solidFill>
                  <a:srgbClr val="000066"/>
                </a:solidFill>
                <a:latin typeface="微軟正黑體" pitchFamily="34" charset="-120"/>
                <a:ea typeface="微軟正黑體" pitchFamily="34" charset="-120"/>
              </a:rPr>
              <a:t>我要全心讚美  跳舞頌揚</a:t>
            </a:r>
            <a:r>
              <a:rPr lang="zh-CN" altLang="en-US" sz="4800" b="1" dirty="0">
                <a:solidFill>
                  <a:srgbClr val="000066"/>
                </a:solidFill>
                <a:latin typeface="微軟正黑體" pitchFamily="34" charset="-120"/>
                <a:ea typeface="微軟正黑體" pitchFamily="34" charset="-120"/>
              </a:rPr>
              <a:t>祢</a:t>
            </a:r>
            <a:r>
              <a:rPr lang="zh-TW" altLang="en-US" sz="4800" b="1" dirty="0">
                <a:solidFill>
                  <a:srgbClr val="000066"/>
                </a:solidFill>
                <a:latin typeface="微軟正黑體" pitchFamily="34" charset="-120"/>
                <a:ea typeface="微軟正黑體" pitchFamily="34" charset="-120"/>
              </a:rPr>
              <a:t>名</a:t>
            </a:r>
            <a:endParaRPr lang="en-US" altLang="zh-TW" sz="4800" b="1" dirty="0">
              <a:solidFill>
                <a:srgbClr val="000066"/>
              </a:solidFill>
              <a:latin typeface="微軟正黑體" pitchFamily="34" charset="-120"/>
              <a:ea typeface="微軟正黑體" pitchFamily="34" charset="-120"/>
            </a:endParaRPr>
          </a:p>
          <a:p>
            <a:pPr algn="ctr">
              <a:buNone/>
            </a:pPr>
            <a:r>
              <a:rPr lang="zh-TW" altLang="en-US" sz="4800" b="1" dirty="0">
                <a:solidFill>
                  <a:srgbClr val="000066"/>
                </a:solidFill>
                <a:latin typeface="微軟正黑體" pitchFamily="34" charset="-120"/>
                <a:ea typeface="微軟正黑體" pitchFamily="34" charset="-120"/>
              </a:rPr>
              <a:t>在</a:t>
            </a:r>
            <a:r>
              <a:rPr lang="zh-CN" altLang="en-US" sz="4800" b="1" dirty="0">
                <a:solidFill>
                  <a:srgbClr val="000066"/>
                </a:solidFill>
                <a:latin typeface="微軟正黑體" pitchFamily="34" charset="-120"/>
                <a:ea typeface="微軟正黑體" pitchFamily="34" charset="-120"/>
              </a:rPr>
              <a:t>祢</a:t>
            </a:r>
            <a:r>
              <a:rPr lang="zh-TW" altLang="en-US" sz="4800" b="1" dirty="0">
                <a:solidFill>
                  <a:srgbClr val="000066"/>
                </a:solidFill>
                <a:latin typeface="微軟正黑體" pitchFamily="34" charset="-120"/>
                <a:ea typeface="微軟正黑體" pitchFamily="34" charset="-120"/>
              </a:rPr>
              <a:t>殿中一日勝過</a:t>
            </a:r>
            <a:r>
              <a:rPr lang="en-US" altLang="zh-TW" sz="4800" b="1" dirty="0">
                <a:solidFill>
                  <a:srgbClr val="000066"/>
                </a:solidFill>
                <a:latin typeface="微軟正黑體" pitchFamily="34" charset="-120"/>
                <a:ea typeface="微軟正黑體" pitchFamily="34" charset="-120"/>
              </a:rPr>
              <a:t>  </a:t>
            </a:r>
            <a:r>
              <a:rPr lang="zh-TW" altLang="en-US" sz="4800" b="1" dirty="0">
                <a:solidFill>
                  <a:srgbClr val="000066"/>
                </a:solidFill>
                <a:latin typeface="微軟正黑體" pitchFamily="34" charset="-120"/>
                <a:ea typeface="微軟正黑體" pitchFamily="34" charset="-120"/>
              </a:rPr>
              <a:t>在世上千日</a:t>
            </a:r>
            <a:endParaRPr lang="en-US" altLang="zh-TW" sz="4800" b="1" dirty="0">
              <a:solidFill>
                <a:srgbClr val="000066"/>
              </a:solidFill>
              <a:latin typeface="微軟正黑體" pitchFamily="34" charset="-120"/>
              <a:ea typeface="微軟正黑體" pitchFamily="34" charset="-120"/>
            </a:endParaRPr>
          </a:p>
        </p:txBody>
      </p:sp>
      <p:sp>
        <p:nvSpPr>
          <p:cNvPr id="3" name="TextBox 2"/>
          <p:cNvSpPr txBox="1"/>
          <p:nvPr/>
        </p:nvSpPr>
        <p:spPr>
          <a:xfrm>
            <a:off x="0" y="3867894"/>
            <a:ext cx="914400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400" b="1" dirty="0">
                <a:solidFill>
                  <a:srgbClr val="000066"/>
                </a:solidFill>
                <a:latin typeface="Microsoft JhengHei" panose="020B0604030504040204" pitchFamily="34" charset="-120"/>
                <a:ea typeface="Microsoft JhengHei" panose="020B0604030504040204" pitchFamily="34" charset="-120"/>
              </a:rPr>
              <a:t>( </a:t>
            </a:r>
            <a:r>
              <a:rPr lang="zh-CN" altLang="en-US" sz="2400" b="1" dirty="0">
                <a:solidFill>
                  <a:srgbClr val="000066"/>
                </a:solidFill>
                <a:latin typeface="Microsoft JhengHei" panose="020B0604030504040204" pitchFamily="34" charset="-120"/>
                <a:ea typeface="Microsoft JhengHei" panose="020B0604030504040204" pitchFamily="34" charset="-120"/>
              </a:rPr>
              <a:t>副歌</a:t>
            </a:r>
            <a:r>
              <a:rPr lang="en-US" sz="2400" b="1" dirty="0">
                <a:solidFill>
                  <a:srgbClr val="000066"/>
                </a:solidFill>
                <a:latin typeface="Microsoft JhengHei" panose="020B0604030504040204" pitchFamily="34" charset="-120"/>
                <a:ea typeface="Microsoft JhengHei" panose="020B0604030504040204" pitchFamily="34" charset="-120"/>
              </a:rPr>
              <a:t> )</a:t>
            </a:r>
            <a:endParaRPr lang="vi-VN" sz="2400" b="1" dirty="0">
              <a:solidFill>
                <a:srgbClr val="000066"/>
              </a:solidFill>
              <a:latin typeface="Microsoft JhengHei" panose="020B0604030504040204" pitchFamily="34" charset="-120"/>
              <a:ea typeface="Microsoft JhengHei" panose="020B0604030504040204" pitchFamily="34" charset="-120"/>
            </a:endParaRPr>
          </a:p>
        </p:txBody>
      </p:sp>
    </p:spTree>
    <p:extLst>
      <p:ext uri="{BB962C8B-B14F-4D97-AF65-F5344CB8AC3E}">
        <p14:creationId xmlns:p14="http://schemas.microsoft.com/office/powerpoint/2010/main" val="3225736631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內容版面配置區 4"/>
          <p:cNvSpPr>
            <a:spLocks noGrp="1"/>
          </p:cNvSpPr>
          <p:nvPr>
            <p:ph idx="1"/>
          </p:nvPr>
        </p:nvSpPr>
        <p:spPr>
          <a:xfrm>
            <a:off x="0" y="1563638"/>
            <a:ext cx="9144000" cy="1803647"/>
          </a:xfrm>
        </p:spPr>
        <p:txBody>
          <a:bodyPr anchor="ctr">
            <a:normAutofit/>
          </a:bodyPr>
          <a:lstStyle/>
          <a:p>
            <a:pPr algn="ctr">
              <a:buNone/>
            </a:pPr>
            <a:r>
              <a:rPr lang="zh-TW" altLang="en-US" sz="4800" b="1" dirty="0">
                <a:solidFill>
                  <a:srgbClr val="000066"/>
                </a:solidFill>
                <a:latin typeface="微軟正黑體" pitchFamily="34" charset="-120"/>
                <a:ea typeface="微軟正黑體" pitchFamily="34" charset="-120"/>
              </a:rPr>
              <a:t>我要全心讚美</a:t>
            </a:r>
            <a:r>
              <a:rPr lang="en-US" altLang="zh-TW" sz="4800" b="1" dirty="0">
                <a:solidFill>
                  <a:srgbClr val="000066"/>
                </a:solidFill>
                <a:latin typeface="微軟正黑體" pitchFamily="34" charset="-120"/>
                <a:ea typeface="微軟正黑體" pitchFamily="34" charset="-120"/>
              </a:rPr>
              <a:t>  </a:t>
            </a:r>
          </a:p>
          <a:p>
            <a:pPr algn="ctr">
              <a:buNone/>
            </a:pPr>
            <a:r>
              <a:rPr lang="zh-TW" altLang="en-US" sz="4800" b="1" dirty="0">
                <a:solidFill>
                  <a:srgbClr val="000066"/>
                </a:solidFill>
                <a:latin typeface="微軟正黑體" pitchFamily="34" charset="-120"/>
                <a:ea typeface="微軟正黑體" pitchFamily="34" charset="-120"/>
              </a:rPr>
              <a:t>讚美還要讚美不停</a:t>
            </a:r>
            <a:endParaRPr lang="en-US" altLang="zh-TW" sz="4800" b="1" dirty="0">
              <a:solidFill>
                <a:srgbClr val="000066"/>
              </a:solidFill>
              <a:latin typeface="微軟正黑體" pitchFamily="34" charset="-120"/>
              <a:ea typeface="微軟正黑體" pitchFamily="34" charset="-120"/>
            </a:endParaRPr>
          </a:p>
        </p:txBody>
      </p:sp>
      <p:sp>
        <p:nvSpPr>
          <p:cNvPr id="3" name="TextBox 2"/>
          <p:cNvSpPr txBox="1"/>
          <p:nvPr/>
        </p:nvSpPr>
        <p:spPr>
          <a:xfrm>
            <a:off x="0" y="3867894"/>
            <a:ext cx="914400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400" b="1" dirty="0">
                <a:solidFill>
                  <a:srgbClr val="000066"/>
                </a:solidFill>
                <a:latin typeface="Microsoft JhengHei" panose="020B0604030504040204" pitchFamily="34" charset="-120"/>
                <a:ea typeface="Microsoft JhengHei" panose="020B0604030504040204" pitchFamily="34" charset="-120"/>
              </a:rPr>
              <a:t>( </a:t>
            </a:r>
            <a:r>
              <a:rPr lang="zh-CN" altLang="en-US" sz="2400" b="1" dirty="0">
                <a:solidFill>
                  <a:srgbClr val="000066"/>
                </a:solidFill>
                <a:latin typeface="Microsoft JhengHei" panose="020B0604030504040204" pitchFamily="34" charset="-120"/>
                <a:ea typeface="Microsoft JhengHei" panose="020B0604030504040204" pitchFamily="34" charset="-120"/>
              </a:rPr>
              <a:t>副歌</a:t>
            </a:r>
            <a:r>
              <a:rPr lang="en-US" sz="2400" b="1" dirty="0">
                <a:solidFill>
                  <a:srgbClr val="000066"/>
                </a:solidFill>
                <a:latin typeface="Microsoft JhengHei" panose="020B0604030504040204" pitchFamily="34" charset="-120"/>
                <a:ea typeface="Microsoft JhengHei" panose="020B0604030504040204" pitchFamily="34" charset="-120"/>
              </a:rPr>
              <a:t> )</a:t>
            </a:r>
            <a:endParaRPr lang="vi-VN" sz="2400" b="1" dirty="0">
              <a:solidFill>
                <a:srgbClr val="000066"/>
              </a:solidFill>
              <a:latin typeface="Microsoft JhengHei" panose="020B0604030504040204" pitchFamily="34" charset="-120"/>
              <a:ea typeface="Microsoft JhengHei" panose="020B0604030504040204" pitchFamily="34" charset="-120"/>
            </a:endParaRPr>
          </a:p>
        </p:txBody>
      </p:sp>
    </p:spTree>
    <p:extLst>
      <p:ext uri="{BB962C8B-B14F-4D97-AF65-F5344CB8AC3E}">
        <p14:creationId xmlns:p14="http://schemas.microsoft.com/office/powerpoint/2010/main" val="1730094437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內容版面配置區 4"/>
          <p:cNvSpPr>
            <a:spLocks noGrp="1"/>
          </p:cNvSpPr>
          <p:nvPr>
            <p:ph idx="1"/>
          </p:nvPr>
        </p:nvSpPr>
        <p:spPr>
          <a:xfrm>
            <a:off x="0" y="1563638"/>
            <a:ext cx="9144000" cy="1803647"/>
          </a:xfrm>
        </p:spPr>
        <p:txBody>
          <a:bodyPr anchor="ctr">
            <a:normAutofit/>
          </a:bodyPr>
          <a:lstStyle/>
          <a:p>
            <a:pPr algn="ctr">
              <a:buNone/>
            </a:pPr>
            <a:r>
              <a:rPr lang="zh-TW" altLang="en-US" sz="4800" b="1" dirty="0">
                <a:solidFill>
                  <a:srgbClr val="000066"/>
                </a:solidFill>
                <a:latin typeface="微軟正黑體" pitchFamily="34" charset="-120"/>
                <a:ea typeface="微軟正黑體" pitchFamily="34" charset="-120"/>
              </a:rPr>
              <a:t>義人棚裡歡呼聲永不息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0" y="3867894"/>
            <a:ext cx="914400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400" b="1" dirty="0">
                <a:solidFill>
                  <a:srgbClr val="000066"/>
                </a:solidFill>
                <a:latin typeface="Microsoft JhengHei" panose="020B0604030504040204" pitchFamily="34" charset="-120"/>
                <a:ea typeface="Microsoft JhengHei" panose="020B0604030504040204" pitchFamily="34" charset="-120"/>
              </a:rPr>
              <a:t>( </a:t>
            </a:r>
            <a:r>
              <a:rPr lang="zh-CN" altLang="en-US" sz="2400" b="1" dirty="0">
                <a:solidFill>
                  <a:srgbClr val="000066"/>
                </a:solidFill>
                <a:latin typeface="Microsoft JhengHei" panose="020B0604030504040204" pitchFamily="34" charset="-120"/>
                <a:ea typeface="Microsoft JhengHei" panose="020B0604030504040204" pitchFamily="34" charset="-120"/>
              </a:rPr>
              <a:t>副歌</a:t>
            </a:r>
            <a:r>
              <a:rPr lang="en-US" sz="2400" b="1" dirty="0">
                <a:solidFill>
                  <a:srgbClr val="000066"/>
                </a:solidFill>
                <a:latin typeface="Microsoft JhengHei" panose="020B0604030504040204" pitchFamily="34" charset="-120"/>
                <a:ea typeface="Microsoft JhengHei" panose="020B0604030504040204" pitchFamily="34" charset="-120"/>
              </a:rPr>
              <a:t> )</a:t>
            </a:r>
            <a:endParaRPr lang="vi-VN" sz="2400" b="1" dirty="0">
              <a:solidFill>
                <a:srgbClr val="000066"/>
              </a:solidFill>
              <a:latin typeface="Microsoft JhengHei" panose="020B0604030504040204" pitchFamily="34" charset="-120"/>
              <a:ea typeface="Microsoft JhengHei" panose="020B0604030504040204" pitchFamily="34" charset="-120"/>
            </a:endParaRPr>
          </a:p>
        </p:txBody>
      </p:sp>
    </p:spTree>
    <p:extLst>
      <p:ext uri="{BB962C8B-B14F-4D97-AF65-F5344CB8AC3E}">
        <p14:creationId xmlns:p14="http://schemas.microsoft.com/office/powerpoint/2010/main" val="640735095"/>
      </p:ext>
    </p:extLst>
  </p:cSld>
  <p:clrMapOvr>
    <a:masterClrMapping/>
  </p:clrMapOvr>
</p:sld>
</file>

<file path=ppt/theme/theme1.xml><?xml version="1.0" encoding="utf-8"?>
<a:theme xmlns:a="http://schemas.openxmlformats.org/drawingml/2006/main" name="佈景主題11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>佈景主題11</Template>
  <TotalTime>95</TotalTime>
  <Words>135</Words>
  <Application>Microsoft Office PowerPoint</Application>
  <PresentationFormat>On-screen Show (16:9)</PresentationFormat>
  <Paragraphs>21</Paragraphs>
  <Slides>8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3" baseType="lpstr">
      <vt:lpstr>微軟正黑體</vt:lpstr>
      <vt:lpstr>微軟正黑體</vt:lpstr>
      <vt:lpstr>Arial</vt:lpstr>
      <vt:lpstr>Calibri</vt:lpstr>
      <vt:lpstr>佈景主題11</vt:lpstr>
      <vt:lpstr>我要全心讚美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我要全心讚美</dc:title>
  <dc:creator>User</dc:creator>
  <cp:lastModifiedBy>Uncle Jo</cp:lastModifiedBy>
  <cp:revision>16</cp:revision>
  <dcterms:created xsi:type="dcterms:W3CDTF">2017-07-04T12:39:52Z</dcterms:created>
  <dcterms:modified xsi:type="dcterms:W3CDTF">2026-01-24T09:05:31Z</dcterms:modified>
</cp:coreProperties>
</file>