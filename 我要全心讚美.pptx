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-738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C9DE7-1299-458E-9A51-39F41637C414}" type="datetimeFigureOut">
              <a:rPr lang="zh-TW" altLang="en-US" smtClean="0"/>
              <a:pPr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A426F-D02E-413A-A88D-BB053178619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要全心讚美</a:t>
            </a:r>
          </a:p>
        </p:txBody>
      </p:sp>
    </p:spTree>
    <p:extLst>
      <p:ext uri="{BB962C8B-B14F-4D97-AF65-F5344CB8AC3E}">
        <p14:creationId xmlns:p14="http://schemas.microsoft.com/office/powerpoint/2010/main" xmlns="" val="218473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全心感謝  全心讚美 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進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入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院</a:t>
            </a:r>
            <a:endParaRPr lang="en-US" altLang="zh-TW" sz="4800" b="1" dirty="0" smtClean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9845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全心頌讚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獻上為祭 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是嘴唇的果子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5573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裡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面  一無罣慮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喜樂滿溢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962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常常感謝  不住禱告 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盼望在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於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2789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我要全心讚美 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跳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舞頌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揚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名</a:t>
            </a:r>
            <a:endParaRPr lang="en-US" altLang="zh-TW" sz="4800" b="1" dirty="0" smtClean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殿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中一日勝過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在世上千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日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573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我要全心讚美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讚美還要讚美不停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3009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義人棚裡歡呼聲永不息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24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0735095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82</TotalTime>
  <Words>98</Words>
  <Application>Microsoft Office PowerPoint</Application>
  <PresentationFormat>如螢幕大小 (16:9)</PresentationFormat>
  <Paragraphs>21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佈景主題11</vt:lpstr>
      <vt:lpstr>我要全心讚美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我要全心讚美</dc:title>
  <dc:creator>User</dc:creator>
  <cp:lastModifiedBy>PowerPoint</cp:lastModifiedBy>
  <cp:revision>14</cp:revision>
  <dcterms:created xsi:type="dcterms:W3CDTF">2017-07-04T12:39:52Z</dcterms:created>
  <dcterms:modified xsi:type="dcterms:W3CDTF">2024-09-08T05:26:35Z</dcterms:modified>
</cp:coreProperties>
</file>