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  <p:sldId id="400" r:id="rId11"/>
    <p:sldId id="401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一千次頌讚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頌讚主與聖父聖靈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高舉祂至聖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5CE8A-4244-4E56-6A44-F4FAF7F83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544821-19F7-C181-DCFF-4597ABC17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歌唱讚美祂  全能主宰最可敬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萬國萬眾和應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720F9C-E3E8-6158-D981-75DEA776142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2008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A0047-6985-8669-06E2-D2054C6F9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097E823-697D-B028-CFAB-78D18FA76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定意高舉上帝聖名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萬國萬眾和應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B44E35-06B1-BF74-115F-35024E07F77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568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E7C69-3951-D6C8-48F0-D89F6F7A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92F81E9-35D3-BBC9-0B55-3C6749D5F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頌讚一千次  神犧牲的愛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我願虔誠敬拜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F23817-7A97-5329-A68C-02BA70D0507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9445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80F43-D31F-740C-1BEF-CF7BDE89C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0A2E6CA-6732-97E0-2442-EDDDDCAD8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美名與尊貴  由恩主披戴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萬國萬眾下拜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D51D73-FA55-CA80-3C48-700B0FC313C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45716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3846D-3714-37D1-238A-E79985715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EBAF131-C397-4D8C-B6AD-0FDF4A57D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萬世歡騰  無分遠近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是讚美聲音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89AFF5-FEC1-F08E-BE70-BBFB52DF3CE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83356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64BF0-F953-3B76-8627-81CC263F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A3A08D6-D463-AB0A-BC57-B3F8199E8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列國千民  和聲震撼     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讚美我上帝深恩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BBB88-8B17-74D8-2817-D3B81E3BA40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09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8E3D8-7FFE-D107-125C-EF7F800BD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A16525F-D191-F806-2630-3FEB33F5D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頌讚一千次   神豐足賞賜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我願虔誠敬拜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5A1605-7B46-DF72-A59F-AAF22F1C92F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13800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4ADBD-DC19-EBE7-0652-8234DBE03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CA11B0D-E071-89DD-BB34-B4B6FE283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聖袍與冠冕  由恩主披戴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萬國萬眾下拜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16C3B7-3F00-C3C6-ECB4-83133A8306E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2665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E2D99-8E36-AF7F-F9D9-40AEDE90D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FE94141-0589-FD67-BEDB-013FECD84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定意高舉上帝聖名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6F72C3-1A1A-36A4-362C-552E64D9756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857648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7</TotalTime>
  <Words>193</Words>
  <Application>Microsoft Office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Microsoft JhengHei</vt:lpstr>
      <vt:lpstr>Microsoft JhengHei</vt:lpstr>
      <vt:lpstr>Arial</vt:lpstr>
      <vt:lpstr>Calibri</vt:lpstr>
      <vt:lpstr>Theme1</vt:lpstr>
      <vt:lpstr>一千次頌讚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2025-04-28T16:46:05Z</dcterms:created>
  <dcterms:modified xsi:type="dcterms:W3CDTF">2025-04-28T16:53:33Z</dcterms:modified>
</cp:coreProperties>
</file>