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3" r:id="rId2"/>
    <p:sldId id="390" r:id="rId3"/>
    <p:sldId id="625" r:id="rId4"/>
    <p:sldId id="626" r:id="rId5"/>
    <p:sldId id="627" r:id="rId6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55" autoAdjust="0"/>
    <p:restoredTop sz="94660"/>
  </p:normalViewPr>
  <p:slideViewPr>
    <p:cSldViewPr snapToGrid="0">
      <p:cViewPr varScale="1">
        <p:scale>
          <a:sx n="39" d="100"/>
          <a:sy n="39" d="100"/>
        </p:scale>
        <p:origin x="103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7AF57-2D8C-4297-AE66-F962BDB1B803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7150C-BCCC-4A8A-8D62-EAACD726A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052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7AF57-2D8C-4297-AE66-F962BDB1B803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7150C-BCCC-4A8A-8D62-EAACD726A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840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7AF57-2D8C-4297-AE66-F962BDB1B803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7150C-BCCC-4A8A-8D62-EAACD726A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502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7AF57-2D8C-4297-AE66-F962BDB1B803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7150C-BCCC-4A8A-8D62-EAACD726A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642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7AF57-2D8C-4297-AE66-F962BDB1B803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7150C-BCCC-4A8A-8D62-EAACD726A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319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7AF57-2D8C-4297-AE66-F962BDB1B803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7150C-BCCC-4A8A-8D62-EAACD726A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616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7AF57-2D8C-4297-AE66-F962BDB1B803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7150C-BCCC-4A8A-8D62-EAACD726A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469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7AF57-2D8C-4297-AE66-F962BDB1B803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7150C-BCCC-4A8A-8D62-EAACD726A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00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7AF57-2D8C-4297-AE66-F962BDB1B803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7150C-BCCC-4A8A-8D62-EAACD726A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451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7AF57-2D8C-4297-AE66-F962BDB1B803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7150C-BCCC-4A8A-8D62-EAACD726A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646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7AF57-2D8C-4297-AE66-F962BDB1B803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7150C-BCCC-4A8A-8D62-EAACD726A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838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87AF57-2D8C-4297-AE66-F962BDB1B803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C7150C-BCCC-4A8A-8D62-EAACD726A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783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祢的同在</a:t>
            </a:r>
            <a:endParaRPr lang="zh-TW" altLang="en-US" sz="72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主祢充滿在這地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我屈膝敬拜祢  我心單單屬祢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我從心深處呼求  要得見祢的面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喔主  祢是我的一切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93772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我高舉雙手來尊崇祢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我高聲歌頌  主我愛祢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62593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主祢榮耀  如雲彩圍繞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我俯伏來敬拜祢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9506499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6A402C77-026D-4881-BB2B-7B34BF23C32C}" vid="{541AE848-6608-42F9-97E1-D16C833B781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0</TotalTime>
  <Words>92</Words>
  <Application>Microsoft Office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Microsoft JhengHei</vt:lpstr>
      <vt:lpstr>Microsoft JhengHei</vt:lpstr>
      <vt:lpstr>Arial</vt:lpstr>
      <vt:lpstr>Calibri</vt:lpstr>
      <vt:lpstr>Theme1</vt:lpstr>
      <vt:lpstr>祢的同在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 Cheng</dc:creator>
  <cp:lastModifiedBy>Joe Cheng</cp:lastModifiedBy>
  <cp:revision>1</cp:revision>
  <dcterms:created xsi:type="dcterms:W3CDTF">2024-10-19T03:50:01Z</dcterms:created>
  <dcterms:modified xsi:type="dcterms:W3CDTF">2024-10-19T03:50:32Z</dcterms:modified>
</cp:coreProperties>
</file>