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419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11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03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45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13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46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16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64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10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277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67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65DC9-25DB-4D45-A2C5-A87C7239C765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D7F66-3570-4977-A3FC-987F7A0A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42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像榮美川流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神完全的平安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像榮美川流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日日向前湧進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永無盡無休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D4D2-F3F5-C513-30AB-8551CBB2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1931F10-86D8-16B3-C5A4-3E3E133AB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神完全的平安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越久越豐盛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神完全的平安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越久越深厚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62FAF-692C-DA26-8A60-AF00D8635BB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746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3A1CF-A5F5-F345-C36C-EB928F30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09EBB1D-37BF-5EE1-DB36-1F1C6E440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倚靠主耶和華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心靈得福祉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祂的應許真實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你必得安息</a:t>
            </a:r>
          </a:p>
        </p:txBody>
      </p:sp>
    </p:spTree>
    <p:extLst>
      <p:ext uri="{BB962C8B-B14F-4D97-AF65-F5344CB8AC3E}">
        <p14:creationId xmlns:p14="http://schemas.microsoft.com/office/powerpoint/2010/main" val="231185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6040-9098-2AF3-27A1-FBF8D841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BE324C-CC56-D1B0-6B03-F4F78AF5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藏在恩主手中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安穩又歡欣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仇敵不能臨近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惡勢不能侵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6DD08-5F5F-3BE5-6629-72543A6A7E6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3486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6AD0-A43B-D5F1-CDA4-9ACE7175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FD1AF9B-5784-7CB7-4438-3A15417C7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沒有一點掛慮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無些微憂愁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沒有絲毫焦急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騷擾我心頭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E2F60-7F58-3478-21D3-2254BF5348F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869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C587-D90E-6205-AF87-9380811B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EEAC86D-F2EC-042A-AB6C-51CDC6B4D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倚靠主耶和華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心靈得福祉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祂的應許真實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你必得安息</a:t>
            </a:r>
          </a:p>
        </p:txBody>
      </p:sp>
    </p:spTree>
    <p:extLst>
      <p:ext uri="{BB962C8B-B14F-4D97-AF65-F5344CB8AC3E}">
        <p14:creationId xmlns:p14="http://schemas.microsoft.com/office/powerpoint/2010/main" val="1279523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220B-98B4-C071-E9C9-FB18A020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58D5A35-0023-5DA3-D159-DF05AC336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不論喜樂試煉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是從上主來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每時刻的遭遇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都有主慈愛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89E30-42B7-61A2-BE4F-2DE1AC47BE0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835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DB2F-72E3-A528-DF61-01E66D19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DAB9B3D-810F-4A67-5613-3D116AB82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信賴主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祂成全萬事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誰完全信靠祂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必知祂信實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EB7E1-C8D8-C7E0-0F2D-CFCF31F385B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4154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B90A-A61A-23CF-6E77-5FFFAD47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B67AD82-AD9F-EC9D-1D9C-3678CDE4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倚靠主耶和華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心靈得福祉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祂的應許真實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你必得安息</a:t>
            </a:r>
          </a:p>
        </p:txBody>
      </p:sp>
    </p:spTree>
    <p:extLst>
      <p:ext uri="{BB962C8B-B14F-4D97-AF65-F5344CB8AC3E}">
        <p14:creationId xmlns:p14="http://schemas.microsoft.com/office/powerpoint/2010/main" val="39635857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233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微軟正黑體</vt:lpstr>
      <vt:lpstr>Arial</vt:lpstr>
      <vt:lpstr>Calibri</vt:lpstr>
      <vt:lpstr>Theme1</vt:lpstr>
      <vt:lpstr>像榮美川流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像榮美川流</dc:title>
  <dc:creator>大唐</dc:creator>
  <cp:lastModifiedBy>Uncle Jo</cp:lastModifiedBy>
  <cp:revision>11</cp:revision>
  <dcterms:created xsi:type="dcterms:W3CDTF">2016-01-09T12:22:39Z</dcterms:created>
  <dcterms:modified xsi:type="dcterms:W3CDTF">2026-04-24T15:43:43Z</dcterms:modified>
</cp:coreProperties>
</file>