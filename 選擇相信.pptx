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6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A76A-8AAB-40C7-807F-FA7898E03B8A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6F35A-A6C1-496E-BC44-B13FA74B6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2031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A76A-8AAB-40C7-807F-FA7898E03B8A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6F35A-A6C1-496E-BC44-B13FA74B6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83946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A76A-8AAB-40C7-807F-FA7898E03B8A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6F35A-A6C1-496E-BC44-B13FA74B6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703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A76A-8AAB-40C7-807F-FA7898E03B8A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6F35A-A6C1-496E-BC44-B13FA74B6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14394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A76A-8AAB-40C7-807F-FA7898E03B8A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6F35A-A6C1-496E-BC44-B13FA74B6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6405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A76A-8AAB-40C7-807F-FA7898E03B8A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6F35A-A6C1-496E-BC44-B13FA74B6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02162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A76A-8AAB-40C7-807F-FA7898E03B8A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6F35A-A6C1-496E-BC44-B13FA74B6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38408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A76A-8AAB-40C7-807F-FA7898E03B8A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6F35A-A6C1-496E-BC44-B13FA74B6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6239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A76A-8AAB-40C7-807F-FA7898E03B8A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6F35A-A6C1-496E-BC44-B13FA74B6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95941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A76A-8AAB-40C7-807F-FA7898E03B8A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6F35A-A6C1-496E-BC44-B13FA74B6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6857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A76A-8AAB-40C7-807F-FA7898E03B8A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6F35A-A6C1-496E-BC44-B13FA74B6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7281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4A76A-8AAB-40C7-807F-FA7898E03B8A}" type="datetimeFigureOut">
              <a:rPr lang="vi-VN" smtClean="0"/>
              <a:t>07/11/2025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6F35A-A6C1-496E-BC44-B13FA74B697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0803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選擇相信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573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我選擇相信祢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我選擇不放棄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3644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賜給我一顆永永遠遠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倚靠祢的心</a:t>
            </a:r>
            <a:endParaRPr lang="vi-V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626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我選擇相信祢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我選擇不放棄</a:t>
            </a:r>
            <a:endParaRPr lang="vi-V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5535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主祢將我再次舉起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我的終身在祢的手裡</a:t>
            </a:r>
            <a:endParaRPr lang="vi-V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1452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我稱謝祢  歌頌祢的名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我敬拜祢  高舉得勝旌旗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47705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我讚美祢  直到地極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我榮耀祢  用我生命來愛祢</a:t>
            </a:r>
            <a:endParaRPr lang="vi-V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637345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</TotalTime>
  <Words>121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選擇相信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選擇相信</dc:title>
  <dc:creator>Windows User</dc:creator>
  <cp:lastModifiedBy>batisuoc</cp:lastModifiedBy>
  <cp:revision>5</cp:revision>
  <dcterms:created xsi:type="dcterms:W3CDTF">2020-10-09T10:08:49Z</dcterms:created>
  <dcterms:modified xsi:type="dcterms:W3CDTF">2025-11-07T15:59:26Z</dcterms:modified>
</cp:coreProperties>
</file>