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34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493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8899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841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13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1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025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3414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948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039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051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D1104-18C5-49B1-AF15-C303001C0ACC}" type="datetimeFigureOut">
              <a:rPr lang="zh-TW" altLang="en-US" smtClean="0"/>
              <a:pPr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2143A-AA03-4323-AB18-1F1FC477D4A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28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雲上太陽</a:t>
            </a:r>
          </a:p>
        </p:txBody>
      </p:sp>
    </p:spTree>
    <p:extLst>
      <p:ext uri="{BB962C8B-B14F-4D97-AF65-F5344CB8AC3E}">
        <p14:creationId xmlns:p14="http://schemas.microsoft.com/office/powerpoint/2010/main" val="143121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455989" indent="-455989" algn="ctr" eaLnBrk="0" fontAlgn="base" hangingPunct="0">
              <a:spcBef>
                <a:spcPts val="1536"/>
              </a:spcBef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無論是住在  美麗的高山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455989" indent="-455989" algn="ctr" eaLnBrk="0" fontAlgn="base" hangingPunct="0">
              <a:spcBef>
                <a:spcPts val="1536"/>
              </a:spcBef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或是躺臥在  陰暗的幽谷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94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455989" indent="-455989" algn="ctr" eaLnBrk="0" fontAlgn="base" hangingPunct="0">
              <a:spcBef>
                <a:spcPts val="1536"/>
              </a:spcBef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當你抬起頭 你將會發現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455989" indent="-455989" algn="ctr" eaLnBrk="0" fontAlgn="base" hangingPunct="0">
              <a:spcBef>
                <a:spcPts val="1536"/>
              </a:spcBef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主已為你我而預備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7870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455989" indent="-455989" algn="ctr" eaLnBrk="0" fontAlgn="base" hangingPunct="0">
              <a:spcBef>
                <a:spcPts val="1536"/>
              </a:spcBef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雲上太陽  它總不改變</a:t>
            </a:r>
          </a:p>
          <a:p>
            <a:pPr marL="455989" indent="-455989" algn="ctr" eaLnBrk="0" fontAlgn="base" hangingPunct="0">
              <a:spcBef>
                <a:spcPts val="1536"/>
              </a:spcBef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雖然小雨灑在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臉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456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455989" indent="-455989" algn="ctr" eaLnBrk="0" fontAlgn="base" hangingPunct="0">
              <a:spcBef>
                <a:spcPts val="1536"/>
              </a:spcBef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雲上太陽  它總不改變</a:t>
            </a:r>
          </a:p>
          <a:p>
            <a:pPr marL="455989" indent="-455989" algn="ctr" eaLnBrk="0" fontAlgn="base" hangingPunct="0">
              <a:spcBef>
                <a:spcPts val="1536"/>
              </a:spcBef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~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 它不改變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900801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24</TotalTime>
  <Words>90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雲上太陽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batisuoc</cp:lastModifiedBy>
  <cp:revision>10</cp:revision>
  <dcterms:created xsi:type="dcterms:W3CDTF">2017-04-21T10:57:06Z</dcterms:created>
  <dcterms:modified xsi:type="dcterms:W3CDTF">2024-04-12T19:09:33Z</dcterms:modified>
</cp:coreProperties>
</file>