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1" r:id="rId4"/>
    <p:sldId id="272" r:id="rId5"/>
    <p:sldId id="273" r:id="rId6"/>
    <p:sldId id="266" r:id="rId7"/>
    <p:sldId id="274" r:id="rId8"/>
    <p:sldId id="275" r:id="rId9"/>
    <p:sldId id="276" r:id="rId10"/>
    <p:sldId id="27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4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2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9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23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63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04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67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29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09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96ABB-A8F6-4FF0-B464-9BB49CF65F9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EE1B6-4C45-472A-8335-E1C61007D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0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主祢犧牲的愛</a:t>
            </a:r>
          </a:p>
        </p:txBody>
      </p:sp>
    </p:spTree>
    <p:extLst>
      <p:ext uri="{BB962C8B-B14F-4D97-AF65-F5344CB8AC3E}">
        <p14:creationId xmlns:p14="http://schemas.microsoft.com/office/powerpoint/2010/main" val="881781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  祢犧牲的愛  已賜給我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  我不願為己  留下什麼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640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愛中景仰  將我心還償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今將供物獻上  奉獻與祢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692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主在施恩座上  為我求父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我的信心軟弱祗望耶穌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4815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助我十架背上  將主秒愛宣揚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以禱告或歌唱  奉獻與祢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784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主祢犧牲的愛</a:t>
            </a:r>
          </a:p>
        </p:txBody>
      </p:sp>
    </p:spTree>
    <p:extLst>
      <p:ext uri="{BB962C8B-B14F-4D97-AF65-F5344CB8AC3E}">
        <p14:creationId xmlns:p14="http://schemas.microsoft.com/office/powerpoint/2010/main" val="157944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  祢犧牲的愛  已賜給我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  我不願為己  留下什麼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8259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愛中景仰  將我心還償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今將供物獻上  奉獻與祢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02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主在施恩座上  為我求父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我的信心軟弱祗望耶穌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81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助我十架背上  將主秒愛宣揚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以禱告或歌唱  奉獻與祢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725AE-D86F-D33A-D58F-984D35767F04}"/>
              </a:ext>
            </a:extLst>
          </p:cNvPr>
          <p:cNvSpPr txBox="1"/>
          <p:nvPr/>
        </p:nvSpPr>
        <p:spPr>
          <a:xfrm>
            <a:off x="3639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2576745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24D0CB3-8EA6-4A1B-A2B3-C8AF54CED1ED}" vid="{99F5462B-3621-4A0E-85FE-64977290B83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210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Theme1</vt:lpstr>
      <vt:lpstr>主祢犧牲的愛</vt:lpstr>
      <vt:lpstr>PowerPoint Presentation</vt:lpstr>
      <vt:lpstr>PowerPoint Presentation</vt:lpstr>
      <vt:lpstr>PowerPoint Presentation</vt:lpstr>
      <vt:lpstr>PowerPoint Presentation</vt:lpstr>
      <vt:lpstr>主祢犧牲的愛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唯有耶穌</dc:title>
  <dc:creator>Joe Cheng</dc:creator>
  <cp:lastModifiedBy>Uncle Jo</cp:lastModifiedBy>
  <cp:revision>16</cp:revision>
  <dcterms:created xsi:type="dcterms:W3CDTF">2026-08-21T14:24:34Z</dcterms:created>
  <dcterms:modified xsi:type="dcterms:W3CDTF">2026-10-15T15:16:45Z</dcterms:modified>
</cp:coreProperties>
</file>