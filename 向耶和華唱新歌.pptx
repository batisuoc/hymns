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719" r:id="rId2"/>
    <p:sldId id="720" r:id="rId3"/>
    <p:sldId id="721" r:id="rId4"/>
    <p:sldId id="722" r:id="rId5"/>
    <p:sldId id="723" r:id="rId6"/>
    <p:sldId id="724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B840E-4CA1-456E-BCF5-F0E669317627}" type="datetimeFigureOut">
              <a:rPr lang="zh-TW" altLang="en-US" smtClean="0"/>
              <a:pPr/>
              <a:t>2024/3/16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4219E-794C-4B5C-ADA7-BD7552EB10F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向耶和華唱新歌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你們要向耶和華唱新歌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全地都要向耶和華歌唱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要向耶和華歌唱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稱頌祂的名</a:t>
            </a:r>
            <a:r>
              <a:rPr 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祂的名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269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天天傳揚祂的救恩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天天傳揚祂的救恩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444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在列邦中述說祂的榮耀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在萬民中訴說祂的奇事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839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因耶和華為大</a:t>
            </a:r>
            <a:r>
              <a:rPr 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當受極大的讚美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祂在萬神之上  當受敬畏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004712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121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佈景主題1</vt:lpstr>
      <vt:lpstr>向耶和華唱新歌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向耶和華唱新歌</dc:title>
  <dc:creator>DAIDUONG</dc:creator>
  <cp:lastModifiedBy>batisuoc</cp:lastModifiedBy>
  <cp:revision>5</cp:revision>
  <dcterms:created xsi:type="dcterms:W3CDTF">2014-01-18T23:57:52Z</dcterms:created>
  <dcterms:modified xsi:type="dcterms:W3CDTF">2024-03-16T04:41:52Z</dcterms:modified>
</cp:coreProperties>
</file>