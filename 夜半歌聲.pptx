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夜半歌聲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回想當年深夜時刻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傳來榮耀歌聲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6EE2-4949-96CE-511C-61537A061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12DBD5E-DCB2-631E-52D5-592123A5F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天使屈身俯視世界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歡然彈琴歌唱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63E52-1127-A594-5835-D4CA654A6F70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45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9832-1E4F-D3E4-1D79-5E9198F7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10F93BE-0093-2496-F8DA-E776A7C99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基督降生帶來福音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天賜救贖奇恩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7A050-3474-B666-766D-32B8AEDC580E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83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CBD5-F9CE-297E-BB56-947B7287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5B81CB-DC37-E0FE-ECAB-816E2C742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在寧靜的夜晚時刻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細聽天使歌聲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15D3D-CFA8-7922-EF7A-79FA28C5B80A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50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A5435-1B5D-FC6F-C5F1-AC955BE1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8FC8368-2D73-F5E8-93E5-E41AD168D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世界千萬勞苦民眾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人生擔壓身心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33F7A-24E8-7979-206C-AF15705DB617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84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9E16-34DF-A713-5E65-8FBEDCB9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BD484F0-EBC2-4891-5343-6E78C7CB0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日夜奔跑勞碌謀生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難享一刻安寧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555BA-6E3A-26D5-F04B-0223FAC95C6B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342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493D-1D7A-9C22-FC41-7771DB75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B7546B0-0FBF-E904-37CF-7B327FA6A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救恩帶來永生盼望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帶來心靈安寧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12E16-7FB2-B080-3DFB-3FFBC6EE9610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027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398AE-042C-E88E-62A1-827E69AB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7EDC8AE-C13B-F372-2365-1C4C9F32B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天路行客休息片刻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同聽天使歌聲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A87EE-AEDA-B210-033C-696F56E62EC1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59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B663-0BF9-B316-B0D6-7229E621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9B8D081-612F-2025-D907-C0497D100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歲月車輪周行不息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世事依舊變遷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77DFB-8C0F-61BB-09A3-27E10F8611BA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95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63FA-3697-7F21-3FD1-BF05D84D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524A04A-694C-025D-7237-F3E8D3884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榮耀時刻定會來臨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聖經早已言明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ECC82-8C7A-4993-4C61-18DE959DFE79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909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33A20-DFC3-59BA-0129-E443D5EA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5E2B718-F9CE-434A-AE9C-15EE0CBB9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得贖時日萬事更新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共頌榮耀之君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A4DB2-3828-C623-7724-D90F59F65B3B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5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EA57-1F32-E082-4966-9C279626C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20D3EEA-4F7D-BD4E-8F4E-6234F7536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得贖子民齊聲同應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今夜天使歌聲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9823D-6400-6682-A407-D9DA9E84DA36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61562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13</TotalTime>
  <Words>232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夜半歌聲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2024-12-14T06:06:24Z</dcterms:created>
  <dcterms:modified xsi:type="dcterms:W3CDTF">2024-12-14T06:20:20Z</dcterms:modified>
</cp:coreProperties>
</file>