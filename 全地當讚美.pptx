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94" r:id="rId2"/>
    <p:sldId id="595" r:id="rId3"/>
    <p:sldId id="596" r:id="rId4"/>
    <p:sldId id="597" r:id="rId5"/>
    <p:sldId id="598" r:id="rId6"/>
    <p:sldId id="599" r:id="rId7"/>
    <p:sldId id="600" r:id="rId8"/>
    <p:sldId id="601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36D-FEF9-4AFD-9CB6-690637EF096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370-B66F-45BA-BCA1-928665B9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9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36D-FEF9-4AFD-9CB6-690637EF096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370-B66F-45BA-BCA1-928665B9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8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36D-FEF9-4AFD-9CB6-690637EF096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370-B66F-45BA-BCA1-928665B9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76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36D-FEF9-4AFD-9CB6-690637EF096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370-B66F-45BA-BCA1-928665B9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0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36D-FEF9-4AFD-9CB6-690637EF096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370-B66F-45BA-BCA1-928665B9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2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36D-FEF9-4AFD-9CB6-690637EF096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370-B66F-45BA-BCA1-928665B9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99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36D-FEF9-4AFD-9CB6-690637EF096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370-B66F-45BA-BCA1-928665B9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19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36D-FEF9-4AFD-9CB6-690637EF096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370-B66F-45BA-BCA1-928665B9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6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36D-FEF9-4AFD-9CB6-690637EF096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370-B66F-45BA-BCA1-928665B9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15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36D-FEF9-4AFD-9CB6-690637EF096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370-B66F-45BA-BCA1-928665B9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35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36D-FEF9-4AFD-9CB6-690637EF096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370-B66F-45BA-BCA1-928665B9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04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DB36D-FEF9-4AFD-9CB6-690637EF096D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D4370-B66F-45BA-BCA1-928665B9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37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全地當讚美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全地當向神歡呼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歌頌那榮耀的名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配得所有的讚美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當受全地的敬畏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0553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尊榮  威嚴在祢面前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能力  華美在祢聖殿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3328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祢使天拍掌  祢使地歡欣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我要歌頌讚美榮耀祢的名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3838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祢使我靈歡唱  來稱頌祢作為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主耶和華永遠當讚美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8324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諸山都向祢跪拜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大海也為祢澎湃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3190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萬物都跳躍歡欣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榮耀君王的降臨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292875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152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Theme1</vt:lpstr>
      <vt:lpstr>全地當讚美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2024-09-13T18:25:21Z</dcterms:created>
  <dcterms:modified xsi:type="dcterms:W3CDTF">2024-09-13T18:25:35Z</dcterms:modified>
</cp:coreProperties>
</file>