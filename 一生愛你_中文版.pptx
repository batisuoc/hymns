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78" y="73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9DBD-F3C4-41A6-8963-2EABA132BA7E}" type="datetimeFigureOut">
              <a:rPr lang="zh-TW" altLang="en-US" smtClean="0"/>
              <a:pPr/>
              <a:t>2024/8/3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6D-BB75-428F-892D-9E06EF7E30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9DBD-F3C4-41A6-8963-2EABA132BA7E}" type="datetimeFigureOut">
              <a:rPr lang="zh-TW" altLang="en-US" smtClean="0"/>
              <a:pPr/>
              <a:t>2024/8/3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6D-BB75-428F-892D-9E06EF7E30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9DBD-F3C4-41A6-8963-2EABA132BA7E}" type="datetimeFigureOut">
              <a:rPr lang="zh-TW" altLang="en-US" smtClean="0"/>
              <a:pPr/>
              <a:t>2024/8/3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6D-BB75-428F-892D-9E06EF7E30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9DBD-F3C4-41A6-8963-2EABA132BA7E}" type="datetimeFigureOut">
              <a:rPr lang="zh-TW" altLang="en-US" smtClean="0"/>
              <a:pPr/>
              <a:t>2024/8/3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6D-BB75-428F-892D-9E06EF7E30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9DBD-F3C4-41A6-8963-2EABA132BA7E}" type="datetimeFigureOut">
              <a:rPr lang="zh-TW" altLang="en-US" smtClean="0"/>
              <a:pPr/>
              <a:t>2024/8/3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6D-BB75-428F-892D-9E06EF7E30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9DBD-F3C4-41A6-8963-2EABA132BA7E}" type="datetimeFigureOut">
              <a:rPr lang="zh-TW" altLang="en-US" smtClean="0"/>
              <a:pPr/>
              <a:t>2024/8/3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6D-BB75-428F-892D-9E06EF7E30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9DBD-F3C4-41A6-8963-2EABA132BA7E}" type="datetimeFigureOut">
              <a:rPr lang="zh-TW" altLang="en-US" smtClean="0"/>
              <a:pPr/>
              <a:t>2024/8/3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6D-BB75-428F-892D-9E06EF7E30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9DBD-F3C4-41A6-8963-2EABA132BA7E}" type="datetimeFigureOut">
              <a:rPr lang="zh-TW" altLang="en-US" smtClean="0"/>
              <a:pPr/>
              <a:t>2024/8/3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6D-BB75-428F-892D-9E06EF7E30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9DBD-F3C4-41A6-8963-2EABA132BA7E}" type="datetimeFigureOut">
              <a:rPr lang="zh-TW" altLang="en-US" smtClean="0"/>
              <a:pPr/>
              <a:t>2024/8/3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6D-BB75-428F-892D-9E06EF7E30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9DBD-F3C4-41A6-8963-2EABA132BA7E}" type="datetimeFigureOut">
              <a:rPr lang="zh-TW" altLang="en-US" smtClean="0"/>
              <a:pPr/>
              <a:t>2024/8/3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6D-BB75-428F-892D-9E06EF7E30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9DBD-F3C4-41A6-8963-2EABA132BA7E}" type="datetimeFigureOut">
              <a:rPr lang="zh-TW" altLang="en-US" smtClean="0"/>
              <a:pPr/>
              <a:t>2024/8/3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6D-BB75-428F-892D-9E06EF7E30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29DBD-F3C4-41A6-8963-2EABA132BA7E}" type="datetimeFigureOut">
              <a:rPr lang="zh-TW" altLang="en-US" smtClean="0"/>
              <a:pPr/>
              <a:t>2024/8/3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5066D-BB75-428F-892D-9E06EF7E30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一生愛</a:t>
            </a:r>
            <a:r>
              <a:rPr lang="zh-CN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5515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親愛的寶貴耶穌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愛何等地甘甜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1757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我的心深深被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吸引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是我的喜樂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411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一生愛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一生敬拜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一生愛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一生榮耀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8577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一生奉獻  一生不回頭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一生愛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跟隨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158491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佈景主題4</Template>
  <TotalTime>3</TotalTime>
  <Words>84</Words>
  <Application>Microsoft Office PowerPoint</Application>
  <PresentationFormat>On-screen Show (16:9)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佈景主題4</vt:lpstr>
      <vt:lpstr>一生愛祢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一生愛你</dc:title>
  <dc:creator>大唐</dc:creator>
  <cp:lastModifiedBy>batisuoc</cp:lastModifiedBy>
  <cp:revision>6</cp:revision>
  <dcterms:created xsi:type="dcterms:W3CDTF">2018-06-05T12:08:28Z</dcterms:created>
  <dcterms:modified xsi:type="dcterms:W3CDTF">2024-08-02T17:21:41Z</dcterms:modified>
</cp:coreProperties>
</file>