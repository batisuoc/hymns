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2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全地至高是我主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喚醒我的靈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主光照我的心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投進祢的翅膀  降服祢的引領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05C01-C4F2-19A0-26CB-09D712082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A0F876B-15F6-D22A-0702-18B5657F1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榮耀歸祢  用心歌讚美祢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鼓瑟彈琴相迎  歡呼歌聲不停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01D02C-FE62-78A7-8ACA-95E6605F9CD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7472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A74AD-42FC-B823-FFC9-888BDFB1B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B581B82-29C7-80B5-6D8F-882F417DD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頌讚全地至高主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萬民都舉手敬拜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FAF14-22E8-C031-09F2-52585814F4A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5105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540A7-EB83-5534-ABC6-F1632AF30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2D5D381-CEEC-448A-E21E-59466E8B6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祢的愛高於天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祢名配受擁戴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6528F8-3E27-1A13-769F-7A143FD2EE9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2437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35DA5-DC46-E961-EADB-36794E2A1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BC28E8E-73F6-15F4-E2DF-5D45F3287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祢信實遍達穹蒼  恩賜永在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恩惠滿足我心懷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7BF4BF-1586-4F75-E89E-816CE16F412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501440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3</TotalTime>
  <Words>116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微軟正黑體</vt:lpstr>
      <vt:lpstr>微軟正黑體</vt:lpstr>
      <vt:lpstr>Arial</vt:lpstr>
      <vt:lpstr>Calibri</vt:lpstr>
      <vt:lpstr>Theme1</vt:lpstr>
      <vt:lpstr>全地至高是我主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3</cp:revision>
  <dcterms:created xsi:type="dcterms:W3CDTF">2026-03-26T16:36:08Z</dcterms:created>
  <dcterms:modified xsi:type="dcterms:W3CDTF">2026-03-26T16:39:15Z</dcterms:modified>
</cp:coreProperties>
</file>