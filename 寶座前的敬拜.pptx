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577" r:id="rId4"/>
    <p:sldId id="578" r:id="rId5"/>
    <p:sldId id="579" r:id="rId6"/>
    <p:sldId id="580" r:id="rId7"/>
    <p:sldId id="581" r:id="rId8"/>
    <p:sldId id="582" r:id="rId9"/>
    <p:sldId id="583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2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4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32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91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6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77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98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64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8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6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0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954D4-B6F5-468C-908D-AD6CFA237845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74141-F17C-4B6D-B7BF-DE83E4D37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3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寶座前的敬拜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進入祢至聖所  瞻仰祢榮美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獻上馨香之祭  唯願天父喜悅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祢的榮光  祢聖潔  我心愛慕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主祢榮耀至聖名  配得讚美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547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眾天使屈膝  稱頌祢聖名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至高者寶座前  生命活水湧流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462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眾水揚聲歡呼  群山跪拜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聖潔榮耀奇妙主  昔在永在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9365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天父  天父  榮耀的天父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天父  天父  榮耀的天父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130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聖哉  聖哉  聖哉全能主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聖哉  聖哉  聖哉全能主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36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耶穌  我心所愛慕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耶穌  我心所愛慕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4467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  榮耀  榮耀神羔羊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  榮耀  榮耀神羔羊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861478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206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寶座前的敬拜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寶座前的敬拜 </dc:title>
  <dc:creator>batisuoc</dc:creator>
  <cp:lastModifiedBy>batisuoc</cp:lastModifiedBy>
  <cp:revision>1</cp:revision>
  <dcterms:created xsi:type="dcterms:W3CDTF">2024-04-19T18:54:56Z</dcterms:created>
  <dcterms:modified xsi:type="dcterms:W3CDTF">2024-04-19T18:55:10Z</dcterms:modified>
</cp:coreProperties>
</file>