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5E20-3E34-4D3C-8C56-1984FD333C0F}" type="datetimeFigureOut">
              <a:rPr lang="zh-TW" altLang="en-US" smtClean="0"/>
              <a:pPr/>
              <a:t>2025/4/18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AADC-019D-4F93-BD73-B8B137A238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170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5E20-3E34-4D3C-8C56-1984FD333C0F}" type="datetimeFigureOut">
              <a:rPr lang="zh-TW" altLang="en-US" smtClean="0"/>
              <a:pPr/>
              <a:t>2025/4/18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AADC-019D-4F93-BD73-B8B137A238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6028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5E20-3E34-4D3C-8C56-1984FD333C0F}" type="datetimeFigureOut">
              <a:rPr lang="zh-TW" altLang="en-US" smtClean="0"/>
              <a:pPr/>
              <a:t>2025/4/18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AADC-019D-4F93-BD73-B8B137A238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421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5E20-3E34-4D3C-8C56-1984FD333C0F}" type="datetimeFigureOut">
              <a:rPr lang="zh-TW" altLang="en-US" smtClean="0"/>
              <a:pPr/>
              <a:t>2025/4/18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AADC-019D-4F93-BD73-B8B137A238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903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5E20-3E34-4D3C-8C56-1984FD333C0F}" type="datetimeFigureOut">
              <a:rPr lang="zh-TW" altLang="en-US" smtClean="0"/>
              <a:pPr/>
              <a:t>2025/4/18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AADC-019D-4F93-BD73-B8B137A238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5847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5E20-3E34-4D3C-8C56-1984FD333C0F}" type="datetimeFigureOut">
              <a:rPr lang="zh-TW" altLang="en-US" smtClean="0"/>
              <a:pPr/>
              <a:t>2025/4/18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AADC-019D-4F93-BD73-B8B137A238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8124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5E20-3E34-4D3C-8C56-1984FD333C0F}" type="datetimeFigureOut">
              <a:rPr lang="zh-TW" altLang="en-US" smtClean="0"/>
              <a:pPr/>
              <a:t>2025/4/18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AADC-019D-4F93-BD73-B8B137A238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378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5E20-3E34-4D3C-8C56-1984FD333C0F}" type="datetimeFigureOut">
              <a:rPr lang="zh-TW" altLang="en-US" smtClean="0"/>
              <a:pPr/>
              <a:t>2025/4/18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AADC-019D-4F93-BD73-B8B137A238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2227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5E20-3E34-4D3C-8C56-1984FD333C0F}" type="datetimeFigureOut">
              <a:rPr lang="zh-TW" altLang="en-US" smtClean="0"/>
              <a:pPr/>
              <a:t>2025/4/18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AADC-019D-4F93-BD73-B8B137A238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056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5E20-3E34-4D3C-8C56-1984FD333C0F}" type="datetimeFigureOut">
              <a:rPr lang="zh-TW" altLang="en-US" smtClean="0"/>
              <a:pPr/>
              <a:t>2025/4/18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AADC-019D-4F93-BD73-B8B137A238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3986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5E20-3E34-4D3C-8C56-1984FD333C0F}" type="datetimeFigureOut">
              <a:rPr lang="zh-TW" altLang="en-US" smtClean="0"/>
              <a:pPr/>
              <a:t>2025/4/18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AADC-019D-4F93-BD73-B8B137A238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773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A5E20-3E34-4D3C-8C56-1984FD333C0F}" type="datetimeFigureOut">
              <a:rPr lang="zh-TW" altLang="en-US" smtClean="0"/>
              <a:pPr/>
              <a:t>2025/4/18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1AADC-019D-4F93-BD73-B8B137A238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2978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奇妙雙手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一雙手為我   將祝福賜下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恩光今天心中照亮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933FC-9C29-8DCB-67D7-EF1E98C9C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E2F620E-8FCD-BAAB-CC39-DD2DF55DA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活著沒罪擔   枷鎖都脫落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義路樂意走上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28C03B-2D18-2173-5C3C-71CB495206D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7123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2B462-E0D9-AF55-2754-3914250E4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F856C45-A900-D4A5-48B9-13DF89640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身心得拯救  拋開苦與憂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靠祢奇妙雙手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EE9004-E486-B0FA-771A-14C94E69CA4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6323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62AC4-C5F5-3EA2-CD9B-25FB22B57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E3B4698-8A11-EA4F-107E-8FD9381BB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高山可遷走  祢愛不變舊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有祢一生快樂透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24BEE-9D97-39F1-C4BE-87A633D4770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7996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53AA9-1220-44B0-11D1-C28DDFBF1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AA969F1-E4C2-E67E-4E62-826BD3AEA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是祢   一雙恩手救贖我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是祢   一雙恩手祝福我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4CC2FC-28E6-9363-7BE5-023D4DE1781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9685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23219-690B-71DF-0A94-0B027EEE2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C98C767-799C-EBF2-0F2A-1D69FC5B0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身心得拯救   拋開苦與憂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靠祢奇妙雙手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8579FE-CFB6-5A7A-F9FF-AFF4C9DD78C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1423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8CA3B-6D7B-4397-56C1-8A3E5733A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30E152F-BB4B-A9E0-7BEF-AF4EF24A1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高山可遷走  祢愛不變舊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有祢一生快樂透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01F65E-BC3D-4A13-C6E8-9FDEECBFFF6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9307536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</TotalTime>
  <Words>154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Theme1</vt:lpstr>
      <vt:lpstr>奇妙雙手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奇妙雙手</dc:title>
  <dc:creator>大唐</dc:creator>
  <cp:lastModifiedBy>batisuoc</cp:lastModifiedBy>
  <cp:revision>3</cp:revision>
  <dcterms:created xsi:type="dcterms:W3CDTF">2015-10-31T02:12:18Z</dcterms:created>
  <dcterms:modified xsi:type="dcterms:W3CDTF">2025-04-18T15:42:13Z</dcterms:modified>
</cp:coreProperties>
</file>