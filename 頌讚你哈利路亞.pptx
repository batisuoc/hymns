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0" r:id="rId2"/>
    <p:sldId id="261" r:id="rId3"/>
    <p:sldId id="262" r:id="rId4"/>
    <p:sldId id="263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-708" y="-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5E853-9233-4ECB-AA3F-F9C5E9CFBDB1}" type="datetimeFigureOut">
              <a:rPr lang="zh-TW" altLang="en-US" smtClean="0"/>
              <a:pPr/>
              <a:t>2023/12/31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1DFC-4EB2-49C9-A38F-430D4B8CBA9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5E853-9233-4ECB-AA3F-F9C5E9CFBDB1}" type="datetimeFigureOut">
              <a:rPr lang="zh-TW" altLang="en-US" smtClean="0"/>
              <a:pPr/>
              <a:t>2023/12/31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1DFC-4EB2-49C9-A38F-430D4B8CBA9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5E853-9233-4ECB-AA3F-F9C5E9CFBDB1}" type="datetimeFigureOut">
              <a:rPr lang="zh-TW" altLang="en-US" smtClean="0"/>
              <a:pPr/>
              <a:t>2023/12/31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1DFC-4EB2-49C9-A38F-430D4B8CBA9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5E853-9233-4ECB-AA3F-F9C5E9CFBDB1}" type="datetimeFigureOut">
              <a:rPr lang="zh-TW" altLang="en-US" smtClean="0"/>
              <a:pPr/>
              <a:t>2023/12/31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1DFC-4EB2-49C9-A38F-430D4B8CBA9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5E853-9233-4ECB-AA3F-F9C5E9CFBDB1}" type="datetimeFigureOut">
              <a:rPr lang="zh-TW" altLang="en-US" smtClean="0"/>
              <a:pPr/>
              <a:t>2023/12/31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1DFC-4EB2-49C9-A38F-430D4B8CBA9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5E853-9233-4ECB-AA3F-F9C5E9CFBDB1}" type="datetimeFigureOut">
              <a:rPr lang="zh-TW" altLang="en-US" smtClean="0"/>
              <a:pPr/>
              <a:t>2023/12/31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1DFC-4EB2-49C9-A38F-430D4B8CBA9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5E853-9233-4ECB-AA3F-F9C5E9CFBDB1}" type="datetimeFigureOut">
              <a:rPr lang="zh-TW" altLang="en-US" smtClean="0"/>
              <a:pPr/>
              <a:t>2023/12/31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1DFC-4EB2-49C9-A38F-430D4B8CBA9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5E853-9233-4ECB-AA3F-F9C5E9CFBDB1}" type="datetimeFigureOut">
              <a:rPr lang="zh-TW" altLang="en-US" smtClean="0"/>
              <a:pPr/>
              <a:t>2023/12/31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1DFC-4EB2-49C9-A38F-430D4B8CBA9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5E853-9233-4ECB-AA3F-F9C5E9CFBDB1}" type="datetimeFigureOut">
              <a:rPr lang="zh-TW" altLang="en-US" smtClean="0"/>
              <a:pPr/>
              <a:t>2023/12/31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1DFC-4EB2-49C9-A38F-430D4B8CBA9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5E853-9233-4ECB-AA3F-F9C5E9CFBDB1}" type="datetimeFigureOut">
              <a:rPr lang="zh-TW" altLang="en-US" smtClean="0"/>
              <a:pPr/>
              <a:t>2023/12/31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1DFC-4EB2-49C9-A38F-430D4B8CBA9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5E853-9233-4ECB-AA3F-F9C5E9CFBDB1}" type="datetimeFigureOut">
              <a:rPr lang="zh-TW" altLang="en-US" smtClean="0"/>
              <a:pPr/>
              <a:t>2023/12/31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1DFC-4EB2-49C9-A38F-430D4B8CBA9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35E853-9233-4ECB-AA3F-F9C5E9CFBDB1}" type="datetimeFigureOut">
              <a:rPr lang="zh-TW" altLang="en-US" smtClean="0"/>
              <a:pPr/>
              <a:t>2023/12/31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F01DFC-4EB2-49C9-A38F-430D4B8CBA9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22357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 smtClean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頌讚</a:t>
            </a:r>
            <a:r>
              <a:rPr lang="zh-CN" altLang="en-US" sz="7200" b="1" i="1" smtClean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祢  </a:t>
            </a:r>
            <a:r>
              <a:rPr lang="zh-TW" altLang="en-US" sz="7200" b="1" i="1" smtClean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哈</a:t>
            </a:r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利路亞</a:t>
            </a:r>
          </a:p>
        </p:txBody>
      </p:sp>
    </p:spTree>
    <p:extLst>
      <p:ext uri="{BB962C8B-B14F-4D97-AF65-F5344CB8AC3E}">
        <p14:creationId xmlns:p14="http://schemas.microsoft.com/office/powerpoint/2010/main" xmlns="" val="3947312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感激基督帶領   恩典賜予我未停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日日服事主我心歡喜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3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8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</a:t>
            </a:r>
            <a:r>
              <a:rPr lang="en-US" sz="48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8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04284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讓讚美聲跨千里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要唱唱唱莫停   哈利路亞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3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8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</a:t>
            </a:r>
            <a:r>
              <a:rPr lang="en-US" sz="48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8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42554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頌讚</a:t>
            </a:r>
            <a:r>
              <a:rPr lang="zh-CN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  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哈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利路亞</a:t>
            </a:r>
          </a:p>
          <a:p>
            <a:pPr marL="0" indent="0" algn="ctr">
              <a:buNone/>
            </a:pP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稱讚</a:t>
            </a:r>
            <a:r>
              <a:rPr lang="zh-CN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  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哈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利路亞   哈利路亞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3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8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</a:t>
            </a:r>
            <a:r>
              <a:rPr lang="en-US" sz="48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)( x2 )</a:t>
            </a:r>
            <a:endParaRPr lang="vi-VN" sz="48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359463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佈景主題1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佈景主題11</Template>
  <TotalTime>13</TotalTime>
  <Words>63</Words>
  <Application>Microsoft Office PowerPoint</Application>
  <PresentationFormat>自訂</PresentationFormat>
  <Paragraphs>10</Paragraphs>
  <Slides>4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5" baseType="lpstr">
      <vt:lpstr>佈景主題11</vt:lpstr>
      <vt:lpstr>頌讚祢  哈利路亞</vt:lpstr>
      <vt:lpstr>投影片 2</vt:lpstr>
      <vt:lpstr>投影片 3</vt:lpstr>
      <vt:lpstr>投影片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頌讚你 哈利路亞</dc:title>
  <dc:creator>DAIDUONG</dc:creator>
  <cp:lastModifiedBy>PowerPoint</cp:lastModifiedBy>
  <cp:revision>5</cp:revision>
  <dcterms:created xsi:type="dcterms:W3CDTF">2014-03-16T00:27:18Z</dcterms:created>
  <dcterms:modified xsi:type="dcterms:W3CDTF">2023-12-31T00:38:17Z</dcterms:modified>
</cp:coreProperties>
</file>