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72" r:id="rId1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660"/>
  </p:normalViewPr>
  <p:slideViewPr>
    <p:cSldViewPr snapToGrid="0">
      <p:cViewPr varScale="1">
        <p:scale>
          <a:sx n="79" d="100"/>
          <a:sy n="79" d="100"/>
        </p:scale>
        <p:origin x="106" y="9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BD437-85B3-4481-AA76-91928C368383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F450-DD07-4F80-9A2E-10ACC46EFF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23619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BD437-85B3-4481-AA76-91928C368383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F450-DD07-4F80-9A2E-10ACC46EFF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525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BD437-85B3-4481-AA76-91928C368383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F450-DD07-4F80-9A2E-10ACC46EFF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035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BD437-85B3-4481-AA76-91928C368383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F450-DD07-4F80-9A2E-10ACC46EFF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28590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2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BD437-85B3-4481-AA76-91928C368383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F450-DD07-4F80-9A2E-10ACC46EFF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7793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BD437-85B3-4481-AA76-91928C368383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F450-DD07-4F80-9A2E-10ACC46EFF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46249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BD437-85B3-4481-AA76-91928C368383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F450-DD07-4F80-9A2E-10ACC46EFF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15047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BD437-85B3-4481-AA76-91928C368383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F450-DD07-4F80-9A2E-10ACC46EFF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2584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 dirty="0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Click to 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BD437-85B3-4481-AA76-91928C368383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F450-DD07-4F80-9A2E-10ACC46EFF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30045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BD437-85B3-4481-AA76-91928C368383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F450-DD07-4F80-9A2E-10ACC46EFF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426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Click to 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BD437-85B3-4481-AA76-91928C368383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2F450-DD07-4F80-9A2E-10ACC46EFF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71928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7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1BD437-85B3-4481-AA76-91928C368383}" type="datetimeFigureOut">
              <a:rPr lang="en-US" smtClean="0"/>
              <a:t>9/12/2024</a:t>
            </a:fld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92F450-DD07-4F80-9A2E-10ACC46EFF1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10806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8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3"/>
          <p:cNvSpPr txBox="1">
            <a:spLocks/>
          </p:cNvSpPr>
          <p:nvPr/>
        </p:nvSpPr>
        <p:spPr>
          <a:xfrm>
            <a:off x="-2048" y="2138065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全新的你</a:t>
            </a:r>
          </a:p>
        </p:txBody>
      </p:sp>
      <p:sp>
        <p:nvSpPr>
          <p:cNvPr id="7" name="標題 3"/>
          <p:cNvSpPr txBox="1">
            <a:spLocks/>
          </p:cNvSpPr>
          <p:nvPr/>
        </p:nvSpPr>
        <p:spPr>
          <a:xfrm>
            <a:off x="0" y="3075871"/>
            <a:ext cx="12192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1219170" rtl="0" eaLnBrk="1" latinLnBrk="0" hangingPunct="1">
              <a:spcBef>
                <a:spcPct val="0"/>
              </a:spcBef>
              <a:buNone/>
              <a:defRPr sz="58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vi-VN" sz="48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微軟正黑體" pitchFamily="34" charset="-120"/>
                <a:cs typeface="Times New Roman" panose="02020603050405020304" pitchFamily="18" charset="0"/>
              </a:rPr>
              <a:t>Một con người mới</a:t>
            </a:r>
            <a:endParaRPr lang="zh-TW" altLang="en-US" sz="48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微軟正黑體" pitchFamily="34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7098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你說陰天代表你的心情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Bạn nói tâm trạng của bạn như tiết trời âm u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971942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雨天更是你對生命的反應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trời mưa là phản ứng của bạn đối với cuộc sống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402543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你說每天生活一樣平靜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Bạn nói cuộc sống mỗi ngày đều tĩnh lặng 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41866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對於未來沒有一點信心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không có chút niềm tin nào vào tương lai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060739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親愛朋友你是否曾經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Bạn thân mến, liệu bạn đã từng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767235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曾經觀看滿天的星星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ngắm nhìn bầu trời đầy sao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723499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期待有人能夠了解你心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mong chờ có ai đó hiểu được trái tim bạn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645625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能夠愛你賜你力量更新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có thể yêu bạn, cho bạn sức mạnh đổi mới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2032333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耶穌能夠  叫一切都更新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Giê-su có thể làm mới tất cả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946866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耶穌能夠  體會你的心情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Giê-su có thể thấu hiểu tâm trạng của bạn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335426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耶穌能夠  改變你的曾經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Giê-su có thể thay đổi quá khứ của bạn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36756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耶穌愛你  耶穌疼你 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Giê-su Ngài yêu thương bạn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108540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內容版面配置區 4"/>
          <p:cNvSpPr>
            <a:spLocks noGrp="1"/>
          </p:cNvSpPr>
          <p:nvPr>
            <p:ph idx="1"/>
          </p:nvPr>
        </p:nvSpPr>
        <p:spPr>
          <a:xfrm>
            <a:off x="0" y="2137501"/>
            <a:ext cx="12192000" cy="1318225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耶穌能造一個全新的你</a:t>
            </a:r>
            <a:endParaRPr lang="en-US" altLang="zh-CN" sz="6400" b="1" dirty="0">
              <a:solidFill>
                <a:srgbClr val="000066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7" name="內容版面配置區 4"/>
          <p:cNvSpPr txBox="1">
            <a:spLocks/>
          </p:cNvSpPr>
          <p:nvPr/>
        </p:nvSpPr>
        <p:spPr>
          <a:xfrm>
            <a:off x="0" y="3087050"/>
            <a:ext cx="12192000" cy="13182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457189" indent="-457189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42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90575" indent="-380990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vi-VN" sz="3600" b="1" dirty="0">
                <a:solidFill>
                  <a:srgbClr val="660033"/>
                </a:solidFill>
                <a:latin typeface="+mj-lt"/>
                <a:ea typeface="微軟正黑體" pitchFamily="34" charset="-120"/>
                <a:cs typeface="Calibri" panose="020F0502020204030204" pitchFamily="34" charset="0"/>
              </a:rPr>
              <a:t>Chúa Giê-su có thể dựng nên một con người mới trong bạn</a:t>
            </a:r>
            <a:endParaRPr lang="en-US" sz="3600" b="1" dirty="0">
              <a:solidFill>
                <a:srgbClr val="660033"/>
              </a:solidFill>
              <a:latin typeface="+mj-lt"/>
              <a:ea typeface="微軟正黑體" pitchFamily="34" charset="-120"/>
              <a:cs typeface="Calibri" panose="020F050202020403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0" y="5253203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800" b="1" dirty="0">
                <a:solidFill>
                  <a:srgbClr val="000066"/>
                </a:solidFill>
                <a:effectLst/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800" b="1" dirty="0">
              <a:solidFill>
                <a:srgbClr val="000066"/>
              </a:solidFill>
              <a:effectLst/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6618927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738D8F6F-6129-41E9-80AF-4E746BDFC17F}" vid="{E4AAB2FA-26E6-40FD-A36C-53E99E71030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11</TotalTime>
  <Words>308</Words>
  <Application>Microsoft Office PowerPoint</Application>
  <PresentationFormat>Widescreen</PresentationFormat>
  <Paragraphs>41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Microsoft JhengHei</vt:lpstr>
      <vt:lpstr>Microsoft JhengHei</vt:lpstr>
      <vt:lpstr>Arial</vt:lpstr>
      <vt:lpstr>Calibri</vt:lpstr>
      <vt:lpstr>Times New Roman</vt:lpstr>
      <vt:lpstr>Theme1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Cheng</dc:creator>
  <cp:lastModifiedBy>Joe Cheng</cp:lastModifiedBy>
  <cp:revision>1</cp:revision>
  <dcterms:created xsi:type="dcterms:W3CDTF">2024-09-12T05:48:10Z</dcterms:created>
  <dcterms:modified xsi:type="dcterms:W3CDTF">2024-09-12T05:59:13Z</dcterms:modified>
</cp:coreProperties>
</file>