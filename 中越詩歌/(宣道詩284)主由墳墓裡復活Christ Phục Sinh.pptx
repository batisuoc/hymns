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73" r:id="rId17"/>
    <p:sldId id="274" r:id="rId18"/>
    <p:sldId id="267" r:id="rId19"/>
    <p:sldId id="268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396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91B63-5384-4D93-BE21-63F47D41B8DE}" type="datetimeFigureOut">
              <a:rPr lang="zh-TW" altLang="en-US" smtClean="0"/>
              <a:pPr/>
              <a:t>2025/4/19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971-0BDD-4AFF-AEF5-7044EB9996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2555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91B63-5384-4D93-BE21-63F47D41B8DE}" type="datetimeFigureOut">
              <a:rPr lang="zh-TW" altLang="en-US" smtClean="0"/>
              <a:pPr/>
              <a:t>2025/4/19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971-0BDD-4AFF-AEF5-7044EB9996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4843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91B63-5384-4D93-BE21-63F47D41B8DE}" type="datetimeFigureOut">
              <a:rPr lang="zh-TW" altLang="en-US" smtClean="0"/>
              <a:pPr/>
              <a:t>2025/4/19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971-0BDD-4AFF-AEF5-7044EB9996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8844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91B63-5384-4D93-BE21-63F47D41B8DE}" type="datetimeFigureOut">
              <a:rPr lang="zh-TW" altLang="en-US" smtClean="0"/>
              <a:pPr/>
              <a:t>2025/4/19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971-0BDD-4AFF-AEF5-7044EB9996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148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91B63-5384-4D93-BE21-63F47D41B8DE}" type="datetimeFigureOut">
              <a:rPr lang="zh-TW" altLang="en-US" smtClean="0"/>
              <a:pPr/>
              <a:t>2025/4/19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971-0BDD-4AFF-AEF5-7044EB9996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7913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91B63-5384-4D93-BE21-63F47D41B8DE}" type="datetimeFigureOut">
              <a:rPr lang="zh-TW" altLang="en-US" smtClean="0"/>
              <a:pPr/>
              <a:t>2025/4/19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971-0BDD-4AFF-AEF5-7044EB9996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116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91B63-5384-4D93-BE21-63F47D41B8DE}" type="datetimeFigureOut">
              <a:rPr lang="zh-TW" altLang="en-US" smtClean="0"/>
              <a:pPr/>
              <a:t>2025/4/19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971-0BDD-4AFF-AEF5-7044EB9996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6894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91B63-5384-4D93-BE21-63F47D41B8DE}" type="datetimeFigureOut">
              <a:rPr lang="zh-TW" altLang="en-US" smtClean="0"/>
              <a:pPr/>
              <a:t>2025/4/19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971-0BDD-4AFF-AEF5-7044EB9996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609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91B63-5384-4D93-BE21-63F47D41B8DE}" type="datetimeFigureOut">
              <a:rPr lang="zh-TW" altLang="en-US" smtClean="0"/>
              <a:pPr/>
              <a:t>2025/4/19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971-0BDD-4AFF-AEF5-7044EB9996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01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91B63-5384-4D93-BE21-63F47D41B8DE}" type="datetimeFigureOut">
              <a:rPr lang="zh-TW" altLang="en-US" smtClean="0"/>
              <a:pPr/>
              <a:t>2025/4/19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971-0BDD-4AFF-AEF5-7044EB9996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0820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91B63-5384-4D93-BE21-63F47D41B8DE}" type="datetimeFigureOut">
              <a:rPr lang="zh-TW" altLang="en-US" smtClean="0"/>
              <a:pPr/>
              <a:t>2025/4/19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9971-0BDD-4AFF-AEF5-7044EB9996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9340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91B63-5384-4D93-BE21-63F47D41B8DE}" type="datetimeFigureOut">
              <a:rPr lang="zh-TW" altLang="en-US" smtClean="0"/>
              <a:pPr/>
              <a:t>2025/4/19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29971-0BDD-4AFF-AEF5-7044EB99966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9651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284</a:t>
            </a:r>
            <a:r>
              <a:rPr lang="en-US" altLang="zh-CN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- </a:t>
            </a:r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主由墳墓裡復活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CHRIST PHỤC SINH (TC 103)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941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安睡在墳墓裡</a:t>
            </a:r>
            <a:r>
              <a:rPr lang="en-US" altLang="zh-TW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   </a:t>
            </a: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耶穌我救主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733" b="1" dirty="0">
                <a:solidFill>
                  <a:srgbClr val="660033"/>
                </a:solidFill>
                <a:effectLst/>
                <a:ea typeface="微軟正黑體" pitchFamily="34" charset="-120"/>
              </a:rPr>
              <a:t>Chôn sâu dưới mã u minh, Jesus Cứu Chúa tôi!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</a:rPr>
              <a:t>( 1 / 3 )</a:t>
            </a:r>
            <a:endParaRPr lang="vi-VN" sz="4267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42734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等待那復活日</a:t>
            </a:r>
            <a:r>
              <a:rPr lang="en-US" altLang="zh-TW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  </a:t>
            </a:r>
            <a:r>
              <a:rPr lang="vi-VN" altLang="zh-TW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 </a:t>
            </a: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耶穌我主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Chờ đợi đến phút quang vinh</a:t>
            </a:r>
            <a:r>
              <a:rPr lang="vi-VN" sz="3733" b="1" spc="-1" dirty="0">
                <a:solidFill>
                  <a:srgbClr val="6600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Chúa Jesus tôi</a:t>
            </a:r>
            <a:endParaRPr lang="vi-VN" sz="3733" b="1" dirty="0">
              <a:solidFill>
                <a:srgbClr val="660033"/>
              </a:solidFill>
              <a:ea typeface="微軟正黑體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</a:rPr>
              <a:t>( 1 / 3 )</a:t>
            </a:r>
            <a:endParaRPr lang="vi-VN" sz="4267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08717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主由墳墓裡復活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Vượt từ phần mộ Ngài phục sinh</a:t>
            </a:r>
            <a:endParaRPr lang="vi-VN" sz="3733" b="1" dirty="0">
              <a:solidFill>
                <a:srgbClr val="660033"/>
              </a:solidFill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3780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一切仇敵罪惡全勝過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Phục sinh hiển vinh thắng bao quân thù mình</a:t>
            </a:r>
          </a:p>
        </p:txBody>
      </p:sp>
    </p:spTree>
    <p:extLst>
      <p:ext uri="{BB962C8B-B14F-4D97-AF65-F5344CB8AC3E}">
        <p14:creationId xmlns:p14="http://schemas.microsoft.com/office/powerpoint/2010/main" val="365277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主耶穌復活</a:t>
            </a:r>
            <a:r>
              <a:rPr lang="en-US" altLang="zh-TW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  </a:t>
            </a:r>
            <a:r>
              <a:rPr lang="vi-VN" altLang="zh-TW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 </a:t>
            </a: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勝過黑暗惡魔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Ngài phục sinh đem oai quyền ra đánh tan tử thần</a:t>
            </a:r>
          </a:p>
        </p:txBody>
      </p:sp>
    </p:spTree>
    <p:extLst>
      <p:ext uri="{BB962C8B-B14F-4D97-AF65-F5344CB8AC3E}">
        <p14:creationId xmlns:p14="http://schemas.microsoft.com/office/powerpoint/2010/main" val="2294361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從此永與聖徒掌權在天國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Và Ngài còn đời đời để thống trị</a:t>
            </a:r>
            <a:r>
              <a:rPr lang="en-US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 </a:t>
            </a: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cùng chư thánh</a:t>
            </a:r>
          </a:p>
        </p:txBody>
      </p:sp>
    </p:spTree>
    <p:extLst>
      <p:ext uri="{BB962C8B-B14F-4D97-AF65-F5344CB8AC3E}">
        <p14:creationId xmlns:p14="http://schemas.microsoft.com/office/powerpoint/2010/main" val="2743501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主復活  主復活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Ngài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lại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sống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,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Chúa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lại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sống</a:t>
            </a:r>
            <a:endParaRPr lang="vi-VN" b="1" spc="-1" dirty="0">
              <a:solidFill>
                <a:srgbClr val="660033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1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哈利路亞  主復活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Ha-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lê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-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lu-gia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, Christ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phục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sinh</a:t>
            </a:r>
            <a:endParaRPr lang="vi-VN" b="1" spc="-1" dirty="0">
              <a:solidFill>
                <a:srgbClr val="660033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651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兵丁守墓無用   耶穌我救主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Niêm phong mả Chúa dư công, Jesus Cứu Chúa tôi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</a:rPr>
              <a:t>( 2 / 3 )</a:t>
            </a:r>
            <a:endParaRPr lang="vi-VN" sz="4267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17554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封石也歸虛空</a:t>
            </a:r>
            <a:r>
              <a:rPr lang="vi-VN" altLang="zh-TW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   </a:t>
            </a: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耶穌我主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Thật canh mả Chúa hư không, Chúa Jesus tôi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</a:rPr>
              <a:t>( 2 / 3 )</a:t>
            </a:r>
            <a:endParaRPr lang="vi-VN" sz="4267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84055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主由墳墓裡復活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Vượt từ phần mộ Ngài phục sinh</a:t>
            </a:r>
            <a:endParaRPr lang="vi-VN" sz="3733" b="1" dirty="0">
              <a:solidFill>
                <a:srgbClr val="660033"/>
              </a:solidFill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52024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一切仇敵罪惡全勝過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Phục sinh hiển vinh thắng bao quân thù mình</a:t>
            </a:r>
          </a:p>
        </p:txBody>
      </p:sp>
    </p:spTree>
    <p:extLst>
      <p:ext uri="{BB962C8B-B14F-4D97-AF65-F5344CB8AC3E}">
        <p14:creationId xmlns:p14="http://schemas.microsoft.com/office/powerpoint/2010/main" val="1275680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主耶穌復活</a:t>
            </a:r>
            <a:r>
              <a:rPr lang="en-US" altLang="zh-TW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  </a:t>
            </a:r>
            <a:r>
              <a:rPr lang="vi-VN" altLang="zh-TW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 </a:t>
            </a: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勝過黑暗惡魔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Ngài phục sinh đem oai quyền ra đánh tan tử thần</a:t>
            </a:r>
          </a:p>
        </p:txBody>
      </p:sp>
    </p:spTree>
    <p:extLst>
      <p:ext uri="{BB962C8B-B14F-4D97-AF65-F5344CB8AC3E}">
        <p14:creationId xmlns:p14="http://schemas.microsoft.com/office/powerpoint/2010/main" val="2435444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從此永與聖徒掌權在天國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Và Ngài còn đời đời để thống trị</a:t>
            </a:r>
            <a:r>
              <a:rPr lang="en-US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 </a:t>
            </a: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cùng chư thánh</a:t>
            </a:r>
          </a:p>
        </p:txBody>
      </p:sp>
    </p:spTree>
    <p:extLst>
      <p:ext uri="{BB962C8B-B14F-4D97-AF65-F5344CB8AC3E}">
        <p14:creationId xmlns:p14="http://schemas.microsoft.com/office/powerpoint/2010/main" val="1725301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主復活  主復活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Ngài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lại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sống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,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Chúa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lại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sống</a:t>
            </a:r>
            <a:endParaRPr lang="vi-VN" b="1" spc="-1" dirty="0">
              <a:solidFill>
                <a:srgbClr val="660033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73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哈利路亞  主復活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Ha-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lê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-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lu-gia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, Christ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phục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sinh</a:t>
            </a:r>
            <a:endParaRPr lang="vi-VN" b="1" spc="-1" dirty="0">
              <a:solidFill>
                <a:srgbClr val="660033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585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死權不能捆主   耶穌我救主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Âm ti giữ Chúa vô năng, Jesus Cứu Chúa tôi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</a:rPr>
              <a:t>( 3 / 3 )</a:t>
            </a:r>
            <a:endParaRPr lang="vi-VN" sz="4267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50790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破壞地獄牢困</a:t>
            </a:r>
            <a:r>
              <a:rPr lang="en-US" altLang="zh-TW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  </a:t>
            </a:r>
            <a:r>
              <a:rPr lang="vi-VN" altLang="zh-TW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 </a:t>
            </a: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耶穌我主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Ngài đã bẻ khóa tung then, Chúa Jesus tôi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253204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effectLst/>
              </a:rPr>
              <a:t>( 3 / 3 )</a:t>
            </a:r>
            <a:endParaRPr lang="vi-VN" sz="4267" b="1" dirty="0">
              <a:solidFill>
                <a:srgbClr val="000066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27230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主由墳墓裡復活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Vượt từ phần mộ Ngài phục sinh</a:t>
            </a:r>
            <a:endParaRPr lang="vi-VN" sz="3733" b="1" dirty="0">
              <a:solidFill>
                <a:srgbClr val="660033"/>
              </a:solidFill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31937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一切仇敵罪惡全勝過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Phục sinh hiển vinh thắng bao quân thù mình</a:t>
            </a:r>
          </a:p>
        </p:txBody>
      </p:sp>
    </p:spTree>
    <p:extLst>
      <p:ext uri="{BB962C8B-B14F-4D97-AF65-F5344CB8AC3E}">
        <p14:creationId xmlns:p14="http://schemas.microsoft.com/office/powerpoint/2010/main" val="3646911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主耶穌復活</a:t>
            </a:r>
            <a:r>
              <a:rPr lang="en-US" altLang="zh-TW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  </a:t>
            </a:r>
            <a:r>
              <a:rPr lang="vi-VN" altLang="zh-TW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 </a:t>
            </a: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勝過黑暗惡魔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Ngài phục sinh đem oai quyền ra đánh tan tử thần</a:t>
            </a:r>
          </a:p>
        </p:txBody>
      </p:sp>
    </p:spTree>
    <p:extLst>
      <p:ext uri="{BB962C8B-B14F-4D97-AF65-F5344CB8AC3E}">
        <p14:creationId xmlns:p14="http://schemas.microsoft.com/office/powerpoint/2010/main" val="870452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從此永與聖徒掌權在天國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Và Ngài còn đời đời để thống trị</a:t>
            </a:r>
            <a:r>
              <a:rPr lang="en-US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 </a:t>
            </a:r>
            <a:r>
              <a:rPr lang="vi-VN" sz="3733" b="1" spc="-1" dirty="0">
                <a:solidFill>
                  <a:srgbClr val="660033"/>
                </a:solidFill>
                <a:cs typeface="Arial" panose="020B0604020202020204" pitchFamily="34" charset="0"/>
              </a:rPr>
              <a:t>cùng chư thánh</a:t>
            </a:r>
          </a:p>
        </p:txBody>
      </p:sp>
    </p:spTree>
    <p:extLst>
      <p:ext uri="{BB962C8B-B14F-4D97-AF65-F5344CB8AC3E}">
        <p14:creationId xmlns:p14="http://schemas.microsoft.com/office/powerpoint/2010/main" val="9832617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主復活  主復活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Ngài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lại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sống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,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Chúa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lại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sống</a:t>
            </a:r>
            <a:endParaRPr lang="vi-VN" b="1" spc="-1" dirty="0">
              <a:solidFill>
                <a:srgbClr val="660033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888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spc="-1" dirty="0">
                <a:solidFill>
                  <a:srgbClr val="000066"/>
                </a:solidFill>
                <a:latin typeface="微軟正黑體"/>
                <a:ea typeface="微軟正黑體"/>
              </a:rPr>
              <a:t>哈利路亞  主復活</a:t>
            </a:r>
            <a:endParaRPr lang="en-US" altLang="zh-CN" sz="6400" b="1" spc="-1" dirty="0">
              <a:solidFill>
                <a:srgbClr val="000066"/>
              </a:solidFill>
              <a:latin typeface="微軟正黑體"/>
              <a:ea typeface="微軟正黑體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9585">
              <a:spcAft>
                <a:spcPts val="800"/>
              </a:spcAft>
              <a:buClr>
                <a:schemeClr val="tx2"/>
              </a:buClr>
              <a:buNone/>
            </a:pP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Ha-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lê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-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lu-gia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, Christ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phục</a:t>
            </a:r>
            <a:r>
              <a:rPr lang="en-US" b="1" spc="-1" dirty="0">
                <a:solidFill>
                  <a:srgbClr val="660033"/>
                </a:solidFill>
                <a:cs typeface="Arial" panose="020B0604020202020204" pitchFamily="34" charset="0"/>
              </a:rPr>
              <a:t> </a:t>
            </a:r>
            <a:r>
              <a:rPr lang="en-US" b="1" spc="-1" dirty="0" err="1">
                <a:solidFill>
                  <a:srgbClr val="660033"/>
                </a:solidFill>
                <a:cs typeface="Arial" panose="020B0604020202020204" pitchFamily="34" charset="0"/>
              </a:rPr>
              <a:t>sinh</a:t>
            </a:r>
            <a:endParaRPr lang="vi-VN" b="1" spc="-1" dirty="0">
              <a:solidFill>
                <a:srgbClr val="660033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3397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56</TotalTime>
  <Words>477</Words>
  <Application>Microsoft Office PowerPoint</Application>
  <PresentationFormat>Widescreen</PresentationFormat>
  <Paragraphs>56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微軟正黑體</vt:lpstr>
      <vt:lpstr>Arial</vt:lpstr>
      <vt:lpstr>Calibri</vt:lpstr>
      <vt:lpstr>Theme1</vt:lpstr>
      <vt:lpstr>宣 284 - 主由墳墓裡復活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主由墳墓裡復活</dc:title>
  <dc:creator>User</dc:creator>
  <cp:lastModifiedBy>Joe Cheng</cp:lastModifiedBy>
  <cp:revision>13</cp:revision>
  <dcterms:created xsi:type="dcterms:W3CDTF">2017-04-01T05:30:39Z</dcterms:created>
  <dcterms:modified xsi:type="dcterms:W3CDTF">2025-04-19T04:05:47Z</dcterms:modified>
</cp:coreProperties>
</file>