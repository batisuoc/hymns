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1265" r:id="rId4"/>
    <p:sldId id="1266" r:id="rId5"/>
    <p:sldId id="1267" r:id="rId6"/>
    <p:sldId id="1268" r:id="rId7"/>
    <p:sldId id="1269" r:id="rId8"/>
    <p:sldId id="1270" r:id="rId9"/>
    <p:sldId id="1271" r:id="rId10"/>
    <p:sldId id="1272" r:id="rId11"/>
    <p:sldId id="1273" r:id="rId12"/>
    <p:sldId id="1274" r:id="rId13"/>
    <p:sldId id="271" r:id="rId14"/>
    <p:sldId id="272" r:id="rId15"/>
    <p:sldId id="273" r:id="rId16"/>
    <p:sldId id="274" r:id="rId17"/>
    <p:sldId id="275" r:id="rId18"/>
    <p:sldId id="276" r:id="rId19"/>
    <p:sldId id="1275" r:id="rId20"/>
    <p:sldId id="1276" r:id="rId21"/>
    <p:sldId id="1277" r:id="rId22"/>
    <p:sldId id="1278" r:id="rId23"/>
    <p:sldId id="1279" r:id="rId24"/>
    <p:sldId id="1280" r:id="rId25"/>
    <p:sldId id="283" r:id="rId2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感謝神" id="{D70BF598-3C0C-42D5-B1EA-D4E903B77E91}">
          <p14:sldIdLst>
            <p14:sldId id="259"/>
            <p14:sldId id="260"/>
            <p14:sldId id="1265"/>
            <p14:sldId id="1266"/>
            <p14:sldId id="1267"/>
            <p14:sldId id="1268"/>
            <p14:sldId id="1269"/>
            <p14:sldId id="1270"/>
            <p14:sldId id="1271"/>
            <p14:sldId id="1272"/>
            <p14:sldId id="1273"/>
            <p14:sldId id="1274"/>
            <p14:sldId id="271"/>
            <p14:sldId id="272"/>
            <p14:sldId id="273"/>
            <p14:sldId id="274"/>
            <p14:sldId id="275"/>
            <p14:sldId id="276"/>
            <p14:sldId id="1275"/>
            <p14:sldId id="1276"/>
            <p14:sldId id="1277"/>
            <p14:sldId id="1278"/>
            <p14:sldId id="1279"/>
            <p14:sldId id="1280"/>
            <p14:sldId id="28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3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0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8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281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59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96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0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1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38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15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9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88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42C7C-01BC-4AFB-AA04-C7D56DD8C8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3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感謝神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Dâng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Lời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812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感謝神賜我救贖主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Dâng lời hát ngợi ca Chúa nhân từ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0716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4D306-0AAC-3CAD-7BEF-43DD0D33F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5973CF6-C9F3-E881-7D0E-8C593E164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  豐富預備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3C9508B-41F5-F1B4-9414-D4CC6E3E5A1F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cho đời sống thỏa vui bình an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5D8E04-7444-C5CD-5728-A609741203C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61424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B01D2-349C-3708-0FCF-E761EEFE5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99780B7-2D18-DEAB-DFA4-FB76F6E2B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  過去的同在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971CC05-A96C-C5B3-8D08-2D7EBF92B526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Ơn lành Chúa ban xuống ôi vô bờ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5DC80E-4717-1FE8-5CD0-EED6227CD67B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456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102ED-9492-7E5B-4FBB-055C4B9B2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C4043D4-630D-3384-8728-733421D5B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  主在我旁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45ECE82-8678-A0BB-3E06-A6D2530B0816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cho tâm hồn hằng được hân hoan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1DD70C-0D80-F693-240A-BB8FC3008C1E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0397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819AC-1B45-E529-3C1A-F7AB206C4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FF19F32-2537-7197-2E7A-BBC112966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感謝神賜溫暖春天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BBB0A17-B085-4598-1471-5B6B5BE61BC9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Sáng ra đi toan tính bao công việc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0139CE-A34E-00F1-B12F-A32B5EF91AE8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23951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E6DE7-6998-0501-36E0-CD8498B22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789EB4F-62A9-E202-AB4C-F512E95DB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  淒涼秋景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651946B-F046-0F89-57FE-63162E2A95DD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rồi đêm tới gia đình ấm êm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88DAF-4FF6-B868-B87C-EA321A407F04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2179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4F7B6-DAEC-0018-D0D3-4A85F57EC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D6C67A0-0753-831F-8470-1B29EDD7D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  抹乾我眼淚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CCA1BB1-10ED-CCBD-583A-9332A831C5C2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Cám ơn Cha đức yêu thương dìu dắt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200F04-EAC9-D8DB-E886-6BA3AB9E0430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6946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00280-AB9F-A5D7-CD0C-D42BE25E0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C972268-06AE-A888-943C-A3A141BAC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感謝神賜我安寧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7F77E92-2FD4-0B1A-92EA-4449ED0E6FB4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mỗi bước đi và suốt cả đời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49D303-4122-903C-2147-0F894D094D92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672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C8DEE-3240-FE58-EAFA-70278C764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3FFBD88-EB61-E5B7-1476-A10C89F2F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感謝神禱告蒙應允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E199C11-D8A8-F897-8232-A202CDCFA8B0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Dâng lời hát dù đang sống cơ hàn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F5C711-7FA7-7CE6-A8CE-3D29123786FF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8433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2E160-AF56-5960-74D0-F946D1E1B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371872F-3D87-432E-438D-5B48B34A3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感謝神未蒙垂聽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571BF23-A192-95E9-0658-C2151BA8576F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tâm tình Chúa ta quên được sao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096FD8-5982-158E-9924-5E975E4F3142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9698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68BE8-9C85-CAFC-8EB7-B3FC01D13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980B16A-2BF5-84C1-798A-BC3AD9483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  我曾經風暴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CC75730-2F82-2184-A99D-A5FFA2719410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Ðôi ngày sống u ám như mây mờ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CA0109-016A-C743-4A53-6D98199620BA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67096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5FFA4-38C7-1E7C-ADF7-32F659D6C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FA014FD-CE2C-7341-9435-AA22D9E28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感謝神豐富供應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041BBCE-FD41-70A0-D762-3602BD7F57E0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sẽ rạng ngời vầng dương yêu thương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EAC665-918C-C669-2D73-0EC17891461A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6827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8551C-AFA7-CD19-C4D1-29FC31CF9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D798F58-89FD-8D46-559B-91741E712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感謝神賜我苦與樂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89CE220-59D4-D742-F6BA-EF6947D6056F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Dẫu chông gai mưa gió không nao sờn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6C419F-F8C7-3882-A6DF-87C9C6169405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3073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EC61E-3283-F8E0-87A4-40BE418B5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4A5DCE8-A2FE-50F6-09D3-88D19B258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在絕望裏得安慰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9F3D96C-2D13-853F-04A7-A8DF5ED74867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nhìn lên Chúa tâm hồn biết ơn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71CA59-B41B-ACEE-8BC0-4C9D1DF11F8D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520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50A41-8CD8-C370-FDF1-CEAC6B537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F8D6CF0-772C-FB9B-E9CA-E8E677DB5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  賜無限恩典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E5A8636-924C-5CF0-D0DC-7C1790B859E6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Tiếng yêu thương nhắc khuyên khi buồn chán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1F9914-8103-1D2A-8614-182BFF26F702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50755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BDB3C-7B83-924D-FA42-9FBBC2298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4361252-A376-A1D3-1375-191FA71BD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  無比慈愛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655CC75-DED2-DDFA-5529-E15576535639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ánh sáng soi vào lối nguy nàn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43383F-2E9C-D807-0423-D44F1B992821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783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EE21E-2F18-C9EA-6436-88D35591B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F889FEA-87FB-BB27-07AE-AD0987A35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感謝神賜路旁玫瑰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B6CF148-B55D-FE25-F349-DA5C0204C527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Dâng lời hát hòa vui vơi gia đình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297FE-BC1D-5EB2-F5E8-79F37B7F87F9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5182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89310-6BE2-9541-A2B6-DB91E0205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49C3746-D2A7-3FF7-F9DC-FF76F0B82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感謝神玫瑰有刺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138F5C9-BAD8-47BE-88AD-75ECDE82C6F3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quây quần sống với bao tình thương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E3328F-312B-C62D-B396-BCD7E780BD24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7126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A8E25-62B6-F97F-276E-2FB0BF3F5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C650215-97EE-3CE8-268D-E708B2321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感謝神賜家庭溫暖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F3541D2-3A2C-FF96-59B7-63A3C6619E77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Dâng lời hát khi đến nơi sum họp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3BACBB-CFA5-9D30-40D0-A5B897FE52E2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4573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A1FB1-1B66-8F03-7335-8902C8AAF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5D95858-E9FA-0C78-01B8-07533EDE4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  有福盼望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76F6C3F-7B2E-D2E0-D472-5D9F0F5E5932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với bao người cùng một lòng tin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A23EDA-8D84-49B6-F9F8-0F06A96BEC8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73065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1F0A7-CAA4-28BA-FC5F-72855C013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4B46EC1-816B-2FAC-47A2-741A6E21D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感謝神賜喜樂憂愁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2031C11-F41A-E486-7504-B83A30233038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Vẫn vững tin khi sống xa quê nhà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84F7E5-8E69-A125-4680-FA25D79E0CE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1140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6AF61-C590-F244-9707-761217AB2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780BCAB-9746-F991-2D35-DCE82040A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  屬天安寧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4F8D0DA-6E9D-D0D8-0BD2-1E56418ADBEB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hoặc ngăn cách bao người mến thương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2A77F1-E6EE-BAFC-C93F-00C6D774DF8F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11168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34D71-B1D6-AA32-1292-F71B2E9E7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7DC8B84-F204-FD8F-222F-54B5BC7D1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感謝神賜明天盼望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8EE4755-E0F4-D8DA-5E9A-752E8B6EEEAE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vẫn ban đức tin khi mềm yếu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D5F949-2210-D15A-FDC9-DB6E0D7098A2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37706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8DFE1-ECA1-E11E-2AA1-0446068AD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1B71FDC-F836-75B9-6085-DA21CE848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要感謝  直到永遠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BAF240F-2ED9-347C-A996-B621AB7DCC8A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vẫn thắm tươi bừng sáng hy vọng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A5B273-00F6-03F9-CFEA-4991FCF6DBB3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8492284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</TotalTime>
  <Words>488</Words>
  <Application>Microsoft Office PowerPoint</Application>
  <PresentationFormat>Widescreen</PresentationFormat>
  <Paragraphs>74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微軟正黑體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2025-01-25T01:33:14Z</dcterms:created>
  <dcterms:modified xsi:type="dcterms:W3CDTF">2025-01-25T01:34:54Z</dcterms:modified>
</cp:coreProperties>
</file>