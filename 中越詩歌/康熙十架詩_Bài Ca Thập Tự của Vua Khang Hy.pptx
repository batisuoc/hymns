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44" r:id="rId2"/>
    <p:sldId id="645" r:id="rId3"/>
    <p:sldId id="646" r:id="rId4"/>
    <p:sldId id="647" r:id="rId5"/>
    <p:sldId id="648" r:id="rId6"/>
    <p:sldId id="649" r:id="rId7"/>
    <p:sldId id="650" r:id="rId8"/>
    <p:sldId id="651" r:id="rId9"/>
    <p:sldId id="65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9ADC4-85FD-44C3-B583-323D4898BB9C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5C0C-566F-43C9-A02B-A4651167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58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9ADC4-85FD-44C3-B583-323D4898BB9C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5C0C-566F-43C9-A02B-A4651167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99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9ADC4-85FD-44C3-B583-323D4898BB9C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5C0C-566F-43C9-A02B-A4651167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514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9ADC4-85FD-44C3-B583-323D4898BB9C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5C0C-566F-43C9-A02B-A4651167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37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9ADC4-85FD-44C3-B583-323D4898BB9C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5C0C-566F-43C9-A02B-A4651167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88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9ADC4-85FD-44C3-B583-323D4898BB9C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5C0C-566F-43C9-A02B-A4651167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06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9ADC4-85FD-44C3-B583-323D4898BB9C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5C0C-566F-43C9-A02B-A4651167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9ADC4-85FD-44C3-B583-323D4898BB9C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5C0C-566F-43C9-A02B-A4651167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5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9ADC4-85FD-44C3-B583-323D4898BB9C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5C0C-566F-43C9-A02B-A4651167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50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9ADC4-85FD-44C3-B583-323D4898BB9C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5C0C-566F-43C9-A02B-A4651167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910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9ADC4-85FD-44C3-B583-323D4898BB9C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5C0C-566F-43C9-A02B-A4651167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14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9ADC4-85FD-44C3-B583-323D4898BB9C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F5C0C-566F-43C9-A02B-A4651167A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9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-2048" y="220316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康熙十架詩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0" y="3140968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Bài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ca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Thập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Tự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của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vua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Khang Hy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907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4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功成十架血成溪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44958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Thập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giá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chuộc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suối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huyết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tuôn</a:t>
            </a:r>
            <a:r>
              <a:rPr lang="zh-TW" altLang="zh-TW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711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4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百丈恩流分自西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44958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Ân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điển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diệu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kỳ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phương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tây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truyền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30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4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身列四衙半夜路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44958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Nửa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đêm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tra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xử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nơi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quan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phủ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18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4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徒方三背兩番雞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44958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Ba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lần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chối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Thầy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gà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gáy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vang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158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4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五千鞭撻寸膚裂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44958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Năm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lằn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roi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thân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tan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nát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832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4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六尺懸垂二盜齊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44958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Sáu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thước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bị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treo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cùng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tử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tù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951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4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慘慟八垓驚九品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44958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Thầy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đội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chứng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kiến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rung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cảm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902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4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七言一畢萬靈啼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44958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Bảy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câu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vừa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dứt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trút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linh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hồn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96288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2E98354-FDCA-4F16-8434-B8FFDCC28569}" vid="{87D20A73-D182-4D3C-8C05-7CB05E0581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</TotalTime>
  <Words>125</Words>
  <Application>Microsoft Office PowerPoint</Application>
  <PresentationFormat>Widescreen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微軟正黑體</vt:lpstr>
      <vt:lpstr>Arial</vt:lpstr>
      <vt:lpstr>Calibri</vt:lpstr>
      <vt:lpstr>Theme1</vt:lpstr>
      <vt:lpstr>康熙十架詩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康熙十架詩</dc:title>
  <dc:creator>batisuoc</dc:creator>
  <cp:lastModifiedBy>batisuoc</cp:lastModifiedBy>
  <cp:revision>2</cp:revision>
  <dcterms:created xsi:type="dcterms:W3CDTF">2023-04-06T17:33:19Z</dcterms:created>
  <dcterms:modified xsi:type="dcterms:W3CDTF">2024-03-25T17:21:13Z</dcterms:modified>
</cp:coreProperties>
</file>