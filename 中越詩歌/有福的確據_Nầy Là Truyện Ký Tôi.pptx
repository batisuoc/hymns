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4" r:id="rId15"/>
    <p:sldId id="275" r:id="rId16"/>
    <p:sldId id="276" r:id="rId17"/>
    <p:sldId id="277" r:id="rId18"/>
    <p:sldId id="270" r:id="rId19"/>
    <p:sldId id="271" r:id="rId20"/>
    <p:sldId id="272" r:id="rId21"/>
    <p:sldId id="273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1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81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638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124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905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13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515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443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411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1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870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027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F67E25-0EB7-49C6-B24B-548DF23EC124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B93C55-3519-4505-893A-36ED385A9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48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299173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宣 </a:t>
            </a:r>
            <a:r>
              <a:rPr lang="en-US" altLang="zh-CN" sz="7200" b="1" i="1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103 - </a:t>
            </a:r>
            <a:r>
              <a:rPr lang="zh-TW" altLang="en-US" sz="7200" b="1" i="1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有</a:t>
            </a:r>
            <a:r>
              <a:rPr lang="zh-TW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福的確據</a:t>
            </a:r>
          </a:p>
        </p:txBody>
      </p:sp>
      <p:sp>
        <p:nvSpPr>
          <p:cNvPr id="3" name="標題 3"/>
          <p:cNvSpPr txBox="1">
            <a:spLocks/>
          </p:cNvSpPr>
          <p:nvPr/>
        </p:nvSpPr>
        <p:spPr>
          <a:xfrm>
            <a:off x="2048" y="3236979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 Là Truyện Ký Tôi</a:t>
            </a:r>
            <a:r>
              <a:rPr lang="en-US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(TC 269)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131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lvl="0"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有福的確據  耶穌屬我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thuộc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về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nguyện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tin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sắc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son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( 1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63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何等的榮耀  向我顯明</a:t>
            </a:r>
            <a:endParaRPr lang="en-US" altLang="zh-TW" sz="6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từng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vui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nếm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trước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phước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trên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trời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ban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( 1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0851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被救主贖回  為神後嗣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Hưởng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cơ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nghiệp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rỗi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nhờ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ơn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hiếu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sinh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( 1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29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罪全得洗淨  聖靈再生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sạch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tội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bởi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huyết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tái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sinh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bởi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Thần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Linh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( 1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101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這是我信息  或講或唱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là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truyện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ký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bản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hát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của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257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讚美我救主心裡快暢</a:t>
            </a:r>
            <a:endParaRPr lang="en-US" altLang="zh-TW" sz="6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vinh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danh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8128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常談主慈愛並頌主恩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trang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sử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bản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ca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của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1361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讚美我救主  晝夜不分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ngợi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khen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lúc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521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lvl="0"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完全順服主  滿心歡喜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thuận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phục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Jêsus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lòng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ưa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biết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bao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( 2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4855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天堂的榮耀  顯在心裡</a:t>
            </a:r>
            <a:endParaRPr lang="en-US" altLang="zh-TW" sz="6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được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chiêm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ngưỡng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cảnh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thú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vui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nơi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trời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cao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( 2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40027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彷彿有天使  由天降臨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Có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thiên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thần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đi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ra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truyền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rao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bốn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phương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( 2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790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報明主慈愛  並主愛憐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về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Chúa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Jê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- sus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đầy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dẫy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tình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thương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( 2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2823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這是我信息  或講或唱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là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truyện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ký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bản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hát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của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524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讚美我救主心裡快暢</a:t>
            </a:r>
            <a:endParaRPr lang="en-US" altLang="zh-TW" sz="6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vinh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danh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528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常談主慈愛並頌主恩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trang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sử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bản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ca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của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5475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讚美我救主  晝夜不分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ngợi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khen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lúc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895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lvl="0"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完全獻與主  萬事安寧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thuận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phục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Jê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- sus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lòng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luôn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nghỉ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an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( 3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046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榮耀的聖靈  充滿我心</a:t>
            </a:r>
            <a:endParaRPr lang="en-US" altLang="zh-TW" sz="6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Vui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mừng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thỏa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thích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hưởng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phước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Cha </a:t>
            </a:r>
            <a:r>
              <a:rPr lang="en-US" altLang="zh-TW" sz="3867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hằng</a:t>
            </a:r>
            <a:r>
              <a:rPr lang="en-US" altLang="zh-TW" sz="3867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ban</a:t>
            </a:r>
            <a:endParaRPr lang="en-US" sz="3867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( 3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7899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時刻仰望主  儆醒等候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Thức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canh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chờ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mong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đêm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ngày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ngóng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luôn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( 3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277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不住的祈禱  到主再臨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tình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thương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phủ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lút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ơn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lành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mãi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tràn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tuôn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0066"/>
                </a:solidFill>
              </a:rPr>
              <a:t>( 3 / 3 )</a:t>
            </a:r>
            <a:endParaRPr lang="vi-VN" sz="3600" b="1" dirty="0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185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這是我信息  或講或唱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là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truyện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ký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bản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hát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của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18887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讚美我救主心裡快暢</a:t>
            </a:r>
            <a:endParaRPr lang="en-US" altLang="zh-TW" sz="6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vinh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danh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116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常談主慈愛並頌主恩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trang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sử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nầy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bản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ca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của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39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2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讚美我救主  晝夜不分</a:t>
            </a: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2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ngợi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khen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Cứu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Chúa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tôi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,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không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lúc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nào</a:t>
            </a:r>
            <a:r>
              <a:rPr lang="en-US" altLang="zh-TW" sz="4400" b="1" dirty="0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 </a:t>
            </a:r>
            <a:r>
              <a:rPr lang="en-US" altLang="zh-TW" sz="4400" b="1" dirty="0" err="1">
                <a:solidFill>
                  <a:srgbClr val="660033"/>
                </a:solidFill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thôi</a:t>
            </a:r>
            <a:endParaRPr lang="en-US" sz="4400" b="1" dirty="0">
              <a:solidFill>
                <a:srgbClr val="660033"/>
              </a:solidFill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3126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50C947AA-E878-4387-BE9D-589F450EFB2D}" vid="{E1718405-23E7-4778-B443-999E460CE37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12</TotalTime>
  <Words>525</Words>
  <Application>Microsoft Office PowerPoint</Application>
  <PresentationFormat>Widescreen</PresentationFormat>
  <Paragraphs>62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Microsoft JhengHei</vt:lpstr>
      <vt:lpstr>Microsoft JhengHei</vt:lpstr>
      <vt:lpstr>Arial</vt:lpstr>
      <vt:lpstr>Calibri</vt:lpstr>
      <vt:lpstr>Theme1</vt:lpstr>
      <vt:lpstr>宣 103 - 有福的確據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有福的確據</dc:title>
  <dc:creator>batisuoc</dc:creator>
  <cp:lastModifiedBy>Uncle Jo</cp:lastModifiedBy>
  <cp:revision>8</cp:revision>
  <dcterms:created xsi:type="dcterms:W3CDTF">2023-11-04T05:34:17Z</dcterms:created>
  <dcterms:modified xsi:type="dcterms:W3CDTF">2025-12-06T05:30:47Z</dcterms:modified>
</cp:coreProperties>
</file>