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5" r:id="rId16"/>
    <p:sldId id="276" r:id="rId17"/>
    <p:sldId id="277" r:id="rId18"/>
    <p:sldId id="270" r:id="rId19"/>
    <p:sldId id="271" r:id="rId20"/>
    <p:sldId id="272" r:id="rId21"/>
    <p:sldId id="273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8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3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0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1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4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1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7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2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67E25-0EB7-49C6-B24B-548DF23EC12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93C55-3519-4505-893A-36ED385A9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4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103 - </a:t>
            </a:r>
            <a:r>
              <a:rPr lang="zh-TW" altLang="en-US" sz="72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有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福的確據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 Là Truyện Ký Tôi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(TC 269)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13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有福的確據  耶穌屬我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thuộc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tin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sắc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son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何等的榮耀  向我顯明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nếm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trước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trên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85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被救主贖回  為神後嗣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cơ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nghiệp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rỗi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hiếu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2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罪全得洗淨  聖靈再生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sạch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bởi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( 1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0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這是我信息  或講或唱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truyện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ký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5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讚美我救主心裡快暢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2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常談主慈愛並頌主恩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trang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sử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36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  晝夜不分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khen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lúc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52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完全順服主  滿心歡喜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thuần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phục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ưa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biết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bao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85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天堂的榮耀  顯在心裡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chiêm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ngưỡng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cảnh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thú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cao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00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彷彿有天使  由天降臨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truyền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rao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bốn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phương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790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報明主慈愛  並主愛憐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dẫy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( 2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823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這是我信息  或講或唱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truyện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ký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524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讚美我救主心裡快暢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2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常談主慈愛並頌主恩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trang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sử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47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  晝夜不分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khen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lúc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89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完全獻與主  萬事安寧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thuần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phục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nghỉ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an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046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榮耀的聖靈  充滿我心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thỏa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thích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altLang="zh-TW" sz="3867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hằng</a:t>
            </a:r>
            <a:r>
              <a:rPr lang="en-US" altLang="zh-TW" sz="3867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</a:t>
            </a:r>
            <a:endParaRPr lang="en-US" sz="3867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789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時刻仰望主  儆醒等候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Thức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canh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chờ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mong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ngóng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27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不住的祈禱  到主再臨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phủ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lút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tràn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tuôn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</a:rPr>
              <a:t>( 3 / 3 )</a:t>
            </a:r>
            <a:endParaRPr lang="vi-VN" sz="36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185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這是我信息  或講或唱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truyện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ký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88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讚美我救主心裡快暢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116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常談主慈愛並頌主恩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trang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sử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39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讚美我救主  晝夜不分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khen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lúc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altLang="zh-TW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312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0C947AA-E878-4387-BE9D-589F450EFB2D}" vid="{E1718405-23E7-4778-B443-999E460CE3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521</Words>
  <Application>Microsoft Office PowerPoint</Application>
  <PresentationFormat>Widescreen</PresentationFormat>
  <Paragraphs>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Microsoft JhengHei</vt:lpstr>
      <vt:lpstr>Microsoft JhengHei</vt:lpstr>
      <vt:lpstr>Arial</vt:lpstr>
      <vt:lpstr>Calibri</vt:lpstr>
      <vt:lpstr>Theme1</vt:lpstr>
      <vt:lpstr>宣 103 - 有福的確據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有福的確據</dc:title>
  <dc:creator>batisuoc</dc:creator>
  <cp:lastModifiedBy>batisuoc</cp:lastModifiedBy>
  <cp:revision>5</cp:revision>
  <dcterms:created xsi:type="dcterms:W3CDTF">2023-11-04T05:34:17Z</dcterms:created>
  <dcterms:modified xsi:type="dcterms:W3CDTF">2025-01-26T08:59:05Z</dcterms:modified>
</cp:coreProperties>
</file>