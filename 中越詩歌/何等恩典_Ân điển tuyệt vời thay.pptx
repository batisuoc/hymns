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660033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1" autoAdjust="0"/>
    <p:restoredTop sz="94660"/>
  </p:normalViewPr>
  <p:slideViewPr>
    <p:cSldViewPr snapToGrid="0">
      <p:cViewPr varScale="1">
        <p:scale>
          <a:sx n="57" d="100"/>
          <a:sy n="57" d="100"/>
        </p:scale>
        <p:origin x="72" y="1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15/04/2025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53661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15/04/2025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3047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15/04/2025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969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15/04/2025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75569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15/04/2025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8277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15/04/2025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60693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15/04/2025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4911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15/04/2025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21313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15/04/2025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64431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15/04/2025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0020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15/04/2025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7738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8DAAA-A60A-4649-A77A-7F12CC5C96A6}" type="datetimeFigureOut">
              <a:rPr lang="vi-VN" smtClean="0"/>
              <a:t>15/04/2025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65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"/>
          <p:cNvSpPr txBox="1">
            <a:spLocks/>
          </p:cNvSpPr>
          <p:nvPr/>
        </p:nvSpPr>
        <p:spPr>
          <a:xfrm>
            <a:off x="-2048" y="2138065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何等恩典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標題 3"/>
          <p:cNvSpPr txBox="1">
            <a:spLocks/>
          </p:cNvSpPr>
          <p:nvPr/>
        </p:nvSpPr>
        <p:spPr>
          <a:xfrm>
            <a:off x="0" y="3075871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Ân điển tuyệt vời thay</a:t>
            </a:r>
            <a:endParaRPr lang="zh-TW" altLang="en-US" sz="54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09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以真誠的心  降服在祢面前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8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Với tấm lòng chân thành, con quy phục trước mặt Chúa</a:t>
            </a:r>
            <a:endParaRPr lang="en-US" sz="38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7194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4480C-F313-7D42-7119-7F30CCF4E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9ED747C5-93EF-A7D6-73D4-49685D787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開我心眼  使我看見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F3445BBD-246E-0112-FAF0-7FAE38112F05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Xin Ngài mở lòng con để con được thấy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1BA207-EA88-AF0B-55A6-B5679C9622C5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90218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86859-B52A-AC3A-30EB-0F25EBF7A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6E27F1F3-B7D5-D11F-072F-DC3B03A71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以感恩的心  領受生命活水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537950AC-705A-2389-B475-5D1B7E3EACEF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Với lòng biết ơn, con tiếp nhận dòng nước sự sống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61B388-6823-64A3-287E-1879D38B2839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09249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B5BA4-4979-897B-D4D0-DE4510CD8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414E3CF8-33E3-86A2-AEA3-E61E3D77D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從祢而來的溫柔謙卑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C2D77E91-EA46-3B4B-40A5-8B493CD73EA9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Sự nhu mì khiêm nhường đến từ Chúa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8A62AA-B2CD-1797-8797-8F3FF3FCE8DA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92294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15FF6-6EB3-48C5-0E0A-6E0AB6D00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EEE56487-11D1-AE35-015D-635782AF5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何等恩典  祢竟然在乎我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16109771-B260-9564-7086-4561084CD945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Â</a:t>
            </a:r>
            <a:r>
              <a:rPr lang="vi-V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 điển tuyệt </a:t>
            </a: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vời, Chúa lại đoái thương con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924011-9EF2-219F-ACD6-D0282AC00C69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96935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6302E-9AC7-FF81-9D68-3D3006C05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33889058-AD7D-C15A-49CC-776EAB5DA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何等恩典  祢寶血為我流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45A88D5B-07CF-E703-1B31-7B56F5242528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Ân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điển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tuyệt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vời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huyết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Ngài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đã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tuôn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đổ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vì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con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E24497-0422-B35A-2F1E-80566DAEAC23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02780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35353-152C-BCD5-DBC6-77C5EB48E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452C2CFB-4FD8-4791-0A4F-DE9FE33B8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何等恩典  祢以尊貴榮耀為我冠冕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96286E13-347C-E5E8-E80F-27DB96886A83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5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Ân</a:t>
            </a:r>
            <a:r>
              <a:rPr lang="en-US" sz="35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5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điển</a:t>
            </a:r>
            <a:r>
              <a:rPr lang="en-US" sz="35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5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tuyệt</a:t>
            </a:r>
            <a:r>
              <a:rPr lang="en-US" sz="35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5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vời</a:t>
            </a:r>
            <a:r>
              <a:rPr lang="en-US" sz="35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sz="35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Ngài</a:t>
            </a:r>
            <a:r>
              <a:rPr lang="en-US" sz="35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5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lấy</a:t>
            </a:r>
            <a:r>
              <a:rPr lang="en-US" sz="35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5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vinh</a:t>
            </a:r>
            <a:r>
              <a:rPr lang="en-US" sz="35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5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hiển</a:t>
            </a:r>
            <a:r>
              <a:rPr lang="en-US" sz="35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5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quý</a:t>
            </a:r>
            <a:r>
              <a:rPr lang="en-US" sz="35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5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báu</a:t>
            </a:r>
            <a:r>
              <a:rPr lang="en-US" sz="35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5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làm</a:t>
            </a:r>
            <a:r>
              <a:rPr lang="en-US" sz="35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5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mão</a:t>
            </a:r>
            <a:r>
              <a:rPr lang="en-US" sz="35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5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cho</a:t>
            </a:r>
            <a:r>
              <a:rPr lang="en-US" sz="35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con</a:t>
            </a:r>
            <a:endParaRPr lang="en-US" sz="35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19EDF5-21EE-46FC-65FE-516DE113A4DF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09584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45167-6A90-3DD0-9498-9E54CF2A2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6A377837-F195-E951-79CD-6A6DF0D51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我的嘴 必充滿讚美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4A51CBEB-75DC-C20C-F5C7-369FCCE71E65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Miệng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con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sẽ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đầy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dẫy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lời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ngợi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khen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Chúa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BFE3F8-6C0D-F685-B735-BDEB7472E91A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0905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A41F3-0A5C-A9BD-AAFD-AA45C3ABE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B9FE9DD5-AAE4-DAF3-0CAB-43F2AA828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祢已挪去  我所有枷鎖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8E2C5136-4BAE-0060-75B6-BB0A85B973B8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Ngài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đã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cất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đi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mọi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xiềng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xích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của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con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18787B-CF5A-AEB6-7E7E-3540FEF774E3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08512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57AD7-AF43-301F-DFC3-A029E24BD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0157DF5B-4B24-406B-8311-13A57F036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祢已挪去  我所有重擔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11FD9A8F-8A3D-905E-1449-B32C9ACB6F55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Ngài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đã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cất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đi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mọi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gánh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nặng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của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con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CC4E93-1AD4-C9FC-6ACD-6EFB54E03D0A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24504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1ECA8-9327-F7AC-F722-10A8478AF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D460E34E-5E9C-C7B5-9A12-4F0C20723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祢已挪去  我所有傷悲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65F4EC8A-AE1D-2E1C-75F3-232ADC8B591A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Ngài đã cất đi mọi đau thương của con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B94745-DBAF-2B2E-31DA-CC6C51AE25BD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336001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22617-41E5-0DDD-ABC3-621B840C4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9CB1660A-3CEB-4711-E76C-D6EB6D409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祢的名  配得所有頌讚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480BD0FF-BFDB-BC20-8AA1-21FBC201AF05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Danh Chúa xứng đáng nhận mọi lời tôn vinh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9906D9-CCF4-4822-4EB3-28990B0888DA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5457325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越詩歌_yellow_bg" id="{C9965BAA-2F10-4D09-9620-ED7C0C8E77FA}" vid="{A553C7E5-33FB-40C4-85BF-538BB0AEC0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中越詩歌_yellow_bg</Template>
  <TotalTime>6</TotalTime>
  <Words>294</Words>
  <Application>Microsoft Office PowerPoint</Application>
  <PresentationFormat>Widescreen</PresentationFormat>
  <Paragraphs>38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Microsoft JhengHei</vt:lpstr>
      <vt:lpstr>Microsoft JhengHei</vt:lpstr>
      <vt:lpstr>Arial</vt:lpstr>
      <vt:lpstr>Calibri</vt:lpstr>
      <vt:lpstr>Times New Roman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2025-04-15T15:06:30Z</dcterms:created>
  <dcterms:modified xsi:type="dcterms:W3CDTF">2025-04-15T15:12:55Z</dcterms:modified>
</cp:coreProperties>
</file>