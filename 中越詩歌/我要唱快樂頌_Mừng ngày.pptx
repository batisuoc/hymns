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6" r:id="rId4"/>
    <p:sldId id="259" r:id="rId5"/>
    <p:sldId id="267" r:id="rId6"/>
    <p:sldId id="260" r:id="rId7"/>
    <p:sldId id="268" r:id="rId8"/>
    <p:sldId id="261" r:id="rId9"/>
    <p:sldId id="269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>
      <p:cViewPr varScale="1">
        <p:scale>
          <a:sx n="46" d="100"/>
          <a:sy n="46" d="100"/>
        </p:scale>
        <p:origin x="72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E370-1F60-4349-8241-6663164F08B2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DCE64-E8D4-4E3B-AD8F-8A74840C2BE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45011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E370-1F60-4349-8241-6663164F08B2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DCE64-E8D4-4E3B-AD8F-8A74840C2BE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507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E370-1F60-4349-8241-6663164F08B2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DCE64-E8D4-4E3B-AD8F-8A74840C2BE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41648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E370-1F60-4349-8241-6663164F08B2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DCE64-E8D4-4E3B-AD8F-8A74840C2BE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2938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E370-1F60-4349-8241-6663164F08B2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DCE64-E8D4-4E3B-AD8F-8A74840C2BE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90571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E370-1F60-4349-8241-6663164F08B2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DCE64-E8D4-4E3B-AD8F-8A74840C2BE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11698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E370-1F60-4349-8241-6663164F08B2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DCE64-E8D4-4E3B-AD8F-8A74840C2BE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4030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E370-1F60-4349-8241-6663164F08B2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DCE64-E8D4-4E3B-AD8F-8A74840C2BE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96883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E370-1F60-4349-8241-6663164F08B2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DCE64-E8D4-4E3B-AD8F-8A74840C2BE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10043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E370-1F60-4349-8241-6663164F08B2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DCE64-E8D4-4E3B-AD8F-8A74840C2BE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42211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E370-1F60-4349-8241-6663164F08B2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DCE64-E8D4-4E3B-AD8F-8A74840C2BE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779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4E370-1F60-4349-8241-6663164F08B2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DCE64-E8D4-4E3B-AD8F-8A74840C2BE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7076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0" y="2299173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我要唱快樂頌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Mừng ngày Chúa sinh ra đời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999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神捨身愛人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Mừng ngày chúa sinh ra đời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851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28C1C-EA56-6785-4C1D-455D6844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C07A782-EC88-9EB2-76B4-FDF2BE68F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來將真愛贈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8D29C0D-A4B7-7E42-BAFF-91AB3D8F6468}"/>
              </a:ext>
            </a:extLst>
          </p:cNvPr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</a:t>
            </a: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ào cùng nắm tay tươi cười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BC3A4F-AC9A-1202-7B00-C8BE034466A2}"/>
              </a:ext>
            </a:extLst>
          </p:cNvPr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6776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耶穌甘替罪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Hoà bình đến cho muôn người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2456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B5CB9-5247-F827-0725-A17912297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7BB36BA-7E74-B5A1-0279-162AEEBD8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改寫死與生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FF7CF90-6913-ECC2-16D6-FBB39D106B57}"/>
              </a:ext>
            </a:extLst>
          </p:cNvPr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cùng cất tiếng ca mừng vui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D1DDD-6838-AC7A-170B-F1307206A8A6}"/>
              </a:ext>
            </a:extLst>
          </p:cNvPr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3964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神加添世人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Mừng ngày giáng sinh an hoà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7940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1C166-E62B-6964-6848-EDE2BA233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35D7A5D-EBE7-720D-A85A-C1B39F692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平安加喜樂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2D23C26-B5F9-2594-6F4B-2B8D47540494}"/>
              </a:ext>
            </a:extLst>
          </p:cNvPr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</a:t>
            </a: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ừng hạnh phúc cho muôn nhà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3D8D58-CB9D-9945-196B-8E26E5EE0492}"/>
              </a:ext>
            </a:extLst>
          </p:cNvPr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09984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離開黑暗無有怕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 thành phố hay đồng quê, muôn nơi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1212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E81F3-6593-5B4E-5E52-8DF8F7B21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2808589-A333-7420-F9E6-8DFB3CFDF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變輕鬆快樂人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10E75EA-0A9A-6DBA-FAF3-F05CEFF5C1AB}"/>
              </a:ext>
            </a:extLst>
          </p:cNvPr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…</a:t>
            </a: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vang tiếng hát ca vang lừng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5606DD-C9DC-CF08-BEAE-DD7EF92904E1}"/>
              </a:ext>
            </a:extLst>
          </p:cNvPr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53250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閃星星  閃星星  救主已降生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Đêm Noel, đêm Noel, ta hãy cùng vui lên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2539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聖誕節  多開心  萬民同頌神恩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Đêm noel, đêm đêm ta xin ơn trên ban hoà bình cho trần thế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2715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好開心  真開心  主恩滿我心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Đêm Noel chuông vang lên chuông giáo đường vang lên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1647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你與我  快樂頌  願天天一起唱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Đêm Noel, đêm Noel, ta hãy chúc nhau an bình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904740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23B7672A-1FE2-4E11-BE12-50D697DE8E2E}" vid="{387DA035-66C8-4D33-A85A-A6A4711109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</TotalTime>
  <Words>252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微軟正黑體</vt:lpstr>
      <vt:lpstr>微軟正黑體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Uncle Jo</cp:lastModifiedBy>
  <cp:revision>4</cp:revision>
  <dcterms:created xsi:type="dcterms:W3CDTF">2022-12-23T18:41:33Z</dcterms:created>
  <dcterms:modified xsi:type="dcterms:W3CDTF">2025-12-21T15:07:37Z</dcterms:modified>
</cp:coreProperties>
</file>