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3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7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0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3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4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A503C-B20E-45F1-BB07-F108CF77DE8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BB648-A374-43FF-A7EA-BE7207FC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6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280 - 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朝賀耶穌降生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TC 55 - </a:t>
            </a:r>
            <a:r>
              <a:rPr lang="vi-VN" sz="54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Hỡi </a:t>
            </a:r>
            <a:r>
              <a:rPr lang="vi-V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môn đồ trung tín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8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請來忠信聖徒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môn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đồ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tín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3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都同一齊來臨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Dìu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dắt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nhau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du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dương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17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現開喜樂勝會在於伯利恆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Vô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-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lê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-hem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chiêm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ngưỡng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tận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tường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看聖嬰孩生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tể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sứ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1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為天下萬聖君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Nay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chỗ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tầm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thường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41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</a:t>
            </a:r>
            <a:r>
              <a:rPr lang="zh-CN" altLang="en-US" sz="3200" b="1" dirty="0">
                <a:solidFill>
                  <a:srgbClr val="000066"/>
                </a:solidFill>
              </a:rPr>
              <a:t>次</a:t>
            </a:r>
            <a:r>
              <a:rPr lang="en-US" sz="3200" b="1" dirty="0">
                <a:solidFill>
                  <a:srgbClr val="000066"/>
                </a:solidFill>
              </a:rPr>
              <a:t>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61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  耶穌基督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14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真神出之真神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Jê-sus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Đức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37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真光出之真光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quang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do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quang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46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存心虛己不嫌童貞女胎生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thị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thân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nữ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bần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hàn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7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真神之真神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118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非受造乃由生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thành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06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</a:t>
            </a:r>
            <a:r>
              <a:rPr lang="zh-CN" altLang="en-US" sz="3200" b="1" dirty="0">
                <a:solidFill>
                  <a:srgbClr val="000066"/>
                </a:solidFill>
              </a:rPr>
              <a:t>次</a:t>
            </a:r>
            <a:r>
              <a:rPr lang="en-US" sz="3200" b="1" dirty="0">
                <a:solidFill>
                  <a:srgbClr val="000066"/>
                </a:solidFill>
              </a:rPr>
              <a:t>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516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  耶穌基督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233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與天使同唱和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nhạc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sứ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43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音樂滿佈穹蒼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Ðều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trỗi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vang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lên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hân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hoan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848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與天上國民齊同頌朝聖王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dân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đồng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xướng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điệu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nhịp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nhàng</a:t>
            </a:r>
            <a:endParaRPr lang="en-US" altLang="zh-CN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09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榮耀歸真神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danh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cao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639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在寶座高天上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hiển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đàng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067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</a:t>
            </a:r>
            <a:r>
              <a:rPr lang="zh-CN" altLang="en-US" sz="3200" b="1" dirty="0">
                <a:solidFill>
                  <a:srgbClr val="000066"/>
                </a:solidFill>
              </a:rPr>
              <a:t>次</a:t>
            </a:r>
            <a:r>
              <a:rPr lang="en-US" sz="3200" b="1" dirty="0">
                <a:solidFill>
                  <a:srgbClr val="000066"/>
                </a:solidFill>
              </a:rPr>
              <a:t>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0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  耶穌基督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58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我今恭賀救主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Hoan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Thần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Nhân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sus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391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在此福日降生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ở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giữa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02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惟願榮耀全歸與救主聖名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quang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thuộc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Anh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180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以道成肉身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Ðấng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sai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020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藉人形體顯明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xác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thịt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ấy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Đạo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4 )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209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nhau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</a:t>
            </a:r>
            <a:r>
              <a:rPr lang="zh-CN" altLang="en-US" sz="3200" b="1" dirty="0">
                <a:solidFill>
                  <a:srgbClr val="000066"/>
                </a:solidFill>
              </a:rPr>
              <a:t>次</a:t>
            </a:r>
            <a:r>
              <a:rPr lang="en-US" sz="3200" b="1" dirty="0">
                <a:solidFill>
                  <a:srgbClr val="000066"/>
                </a:solidFill>
              </a:rPr>
              <a:t>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390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同來崇拜我救主  耶穌基督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</a:t>
            </a:r>
            <a:endParaRPr lang="en-US" altLang="zh-CN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9323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543</Words>
  <Application>Microsoft Office PowerPoint</Application>
  <PresentationFormat>Widescreen</PresentationFormat>
  <Paragraphs>82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微軟正黑體</vt:lpstr>
      <vt:lpstr>Arial</vt:lpstr>
      <vt:lpstr>Calibri</vt:lpstr>
      <vt:lpstr>Theme1</vt:lpstr>
      <vt:lpstr>宣 280 - 朝賀耶穌降生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Hởi Môn Ðồ Trung Tín</dc:title>
  <dc:creator>Microsoft Windows</dc:creator>
  <cp:lastModifiedBy>batisuoc</cp:lastModifiedBy>
  <cp:revision>6</cp:revision>
  <dcterms:created xsi:type="dcterms:W3CDTF">2012-12-08T02:58:42Z</dcterms:created>
  <dcterms:modified xsi:type="dcterms:W3CDTF">2024-12-16T18:03:45Z</dcterms:modified>
</cp:coreProperties>
</file>