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3" r:id="rId6"/>
    <p:sldId id="261" r:id="rId7"/>
    <p:sldId id="262" r:id="rId8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60"/>
  </p:normalViewPr>
  <p:slideViewPr>
    <p:cSldViewPr snapToGrid="0">
      <p:cViewPr varScale="1">
        <p:scale>
          <a:sx n="64" d="100"/>
          <a:sy n="64" d="100"/>
        </p:scale>
        <p:origin x="78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6126E-E0EC-43E2-BDA8-1AB88FC7F8F5}" type="datetimeFigureOut">
              <a:rPr lang="vi-VN" smtClean="0"/>
              <a:t>26/01/2025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13933-ECCB-4507-B270-DD1186D229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03078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6126E-E0EC-43E2-BDA8-1AB88FC7F8F5}" type="datetimeFigureOut">
              <a:rPr lang="vi-VN" smtClean="0"/>
              <a:t>26/01/2025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13933-ECCB-4507-B270-DD1186D229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30570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6126E-E0EC-43E2-BDA8-1AB88FC7F8F5}" type="datetimeFigureOut">
              <a:rPr lang="vi-VN" smtClean="0"/>
              <a:t>26/01/2025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13933-ECCB-4507-B270-DD1186D229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67060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6126E-E0EC-43E2-BDA8-1AB88FC7F8F5}" type="datetimeFigureOut">
              <a:rPr lang="vi-VN" smtClean="0"/>
              <a:t>26/01/2025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13933-ECCB-4507-B270-DD1186D229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5999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6126E-E0EC-43E2-BDA8-1AB88FC7F8F5}" type="datetimeFigureOut">
              <a:rPr lang="vi-VN" smtClean="0"/>
              <a:t>26/01/2025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13933-ECCB-4507-B270-DD1186D229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1929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6126E-E0EC-43E2-BDA8-1AB88FC7F8F5}" type="datetimeFigureOut">
              <a:rPr lang="vi-VN" smtClean="0"/>
              <a:t>26/01/2025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13933-ECCB-4507-B270-DD1186D229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16293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6126E-E0EC-43E2-BDA8-1AB88FC7F8F5}" type="datetimeFigureOut">
              <a:rPr lang="vi-VN" smtClean="0"/>
              <a:t>26/01/2025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13933-ECCB-4507-B270-DD1186D229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81100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6126E-E0EC-43E2-BDA8-1AB88FC7F8F5}" type="datetimeFigureOut">
              <a:rPr lang="vi-VN" smtClean="0"/>
              <a:t>26/01/2025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13933-ECCB-4507-B270-DD1186D229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83232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6126E-E0EC-43E2-BDA8-1AB88FC7F8F5}" type="datetimeFigureOut">
              <a:rPr lang="vi-VN" smtClean="0"/>
              <a:t>26/01/2025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13933-ECCB-4507-B270-DD1186D229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8540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6126E-E0EC-43E2-BDA8-1AB88FC7F8F5}" type="datetimeFigureOut">
              <a:rPr lang="vi-VN" smtClean="0"/>
              <a:t>26/01/2025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13933-ECCB-4507-B270-DD1186D229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72058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6126E-E0EC-43E2-BDA8-1AB88FC7F8F5}" type="datetimeFigureOut">
              <a:rPr lang="vi-VN" smtClean="0"/>
              <a:t>26/01/2025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13933-ECCB-4507-B270-DD1186D229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6194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A6126E-E0EC-43E2-BDA8-1AB88FC7F8F5}" type="datetimeFigureOut">
              <a:rPr lang="vi-VN" smtClean="0"/>
              <a:t>26/01/2025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913933-ECCB-4507-B270-DD1186D229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22322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299173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祝福歌</a:t>
            </a:r>
            <a:endParaRPr lang="zh-TW" altLang="en-US" sz="72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標題 3"/>
          <p:cNvSpPr txBox="1">
            <a:spLocks/>
          </p:cNvSpPr>
          <p:nvPr/>
        </p:nvSpPr>
        <p:spPr>
          <a:xfrm>
            <a:off x="2048" y="3236979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Bài ca chúc phước</a:t>
            </a:r>
            <a:endParaRPr lang="zh-TW" altLang="en-US" sz="54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4103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願主耶穌的恩惠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Nguyện xin ơn Cha đổ nơi anh</a:t>
            </a:r>
            <a:endParaRPr lang="en-US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3582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願父上帝的慈愛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Năm mới với bao phước Thiên ban</a:t>
            </a:r>
            <a:endParaRPr lang="en-US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9547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願聖靈的感動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Vâng giữ Thánh Ngôn như Chúa Giê-xu</a:t>
            </a:r>
            <a:endParaRPr lang="en-US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4390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B4DEE-E283-3753-64E8-CD8BE6908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85071C3-B26B-6457-E3FF-97735184F8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常與你們同在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>
            <a:extLst>
              <a:ext uri="{FF2B5EF4-FFF2-40B4-BE49-F238E27FC236}">
                <a16:creationId xmlns:a16="http://schemas.microsoft.com/office/drawing/2014/main" id="{AB7B0A3F-8B22-4E70-DCA2-3F39AF738F82}"/>
              </a:ext>
            </a:extLst>
          </p:cNvPr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sống phúc âm vì tha nhân</a:t>
            </a:r>
            <a:endParaRPr lang="en-US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4786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祝福  祝福  祝福你呀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X</a:t>
            </a:r>
            <a:r>
              <a:rPr lang="vi-VN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in Chúa ban phước cho mọi người nhá</a:t>
            </a:r>
            <a:endParaRPr lang="en-US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1342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祝福  祝福  祝福你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</a:t>
            </a:r>
            <a:r>
              <a:rPr lang="vi-VN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uôn khắc ghi Phước Cha mọi ngày</a:t>
            </a:r>
            <a:endParaRPr lang="en-US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1977151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1A8DE197-990E-4893-BF04-3823FBB50F9A}" vid="{430B7048-5A04-4BDB-939A-C7E865DB88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9</TotalTime>
  <Words>92</Words>
  <Application>Microsoft Office PowerPoint</Application>
  <PresentationFormat>Widescreen</PresentationFormat>
  <Paragraphs>14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微軟正黑體</vt:lpstr>
      <vt:lpstr>Arial</vt:lpstr>
      <vt:lpstr>Calibri</vt:lpstr>
      <vt:lpstr>Theme1</vt:lpstr>
      <vt:lpstr>祝福歌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祝福歌</dc:title>
  <dc:creator>Windows User</dc:creator>
  <cp:lastModifiedBy>batisuoc</cp:lastModifiedBy>
  <cp:revision>3</cp:revision>
  <dcterms:created xsi:type="dcterms:W3CDTF">2021-02-08T18:15:51Z</dcterms:created>
  <dcterms:modified xsi:type="dcterms:W3CDTF">2025-01-26T08:31:09Z</dcterms:modified>
</cp:coreProperties>
</file>