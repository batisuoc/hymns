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小伯利恆" id="{62027BC7-DA21-419E-927E-5EC594D9EEF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03" autoAdjust="0"/>
    <p:restoredTop sz="94660"/>
  </p:normalViewPr>
  <p:slideViewPr>
    <p:cSldViewPr snapToGrid="0">
      <p:cViewPr varScale="1">
        <p:scale>
          <a:sx n="44" d="100"/>
          <a:sy n="44" d="100"/>
        </p:scale>
        <p:origin x="6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小伯利恆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Ô! Bết-lê-hem Ấp Nhỏ!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美哉小城  小伯利恆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Hỡi Bết-lê-hem, ấp nhỏ khiêm nhu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C2462-A963-8B50-B75E-A8170D62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6548C4F-7B7B-A55D-5A9E-25998961A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你是何等清靜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3119B05-0075-0A6D-A898-FFF7EBCD99B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Chốn ngươi thật an hòa tĩnh lặng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A929E-D754-195E-AB6D-FF7A921CDC69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946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6DE9E-5B37-34FD-10AF-1927972B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395B24E-CE05-95FE-916D-C626A2766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無夢無驚  深深睡著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4EFAA82-F557-8247-6801-8E010F1FA06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Khi muôn người còn say ngủ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5AD8A-3C01-7B24-9E05-AADD1E9DF8C6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122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9FBD0-62D9-057C-8653-7150BB206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0460C3B-087A-D423-7AF6-DF771EBA5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群星悄然運行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276E443-0E9F-3A0E-10FA-2C281D0ACA4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ánh sao nhẹ nhàng soi xuống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013B9-BE50-8156-AFE9-E10807B6A715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893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4A9A2-0C57-C624-9D18-46994DB1B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7C6AB9E-5EBA-D718-C6A8-FCDD9B88D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在你漆黑的街道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5882459-CC55-DF7B-E8FF-282F232DB7C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Tại chính nơi tưởng như tối tăm ấy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2D1C26-4FB5-4826-3E93-82CADD1C0EFF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593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F3AB6-02A3-64DB-4791-8ABB5D94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92CD242-EBC1-2507-ED2F-D822E167B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永恆真光照亮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68228D8-F75E-C1F2-10F6-A49BE7DF741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 sáng đời đời đã xuất hiện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C1EEE-72EA-39FE-5B73-2FFCAB041B36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996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0DE0-9E14-2CE0-46F0-A911C779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9333B7E-AADB-A68E-12E0-A6BDEAF95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萬世希望  眾生憂驚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D7A4A1B-9707-84B3-9F42-AD0FE341737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Mọi hi vọng cùng mọi âu lo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D91B8-D67F-84D7-4A63-D47AC43193D6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9256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6656F-CC3E-B224-5B01-E02CABC4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311CFF4-7C32-8A22-5ADB-979238ADB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今宵集中於你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60AC1F6-7359-6A4C-ED6A-08F39B109D5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ay giao hòa trong Đêm Thánh này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32BD2-91F7-0E56-48FD-2A08A2C2366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1670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1E45-4521-767E-7855-73C976874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DDB456F-B308-4634-193D-E77325B7D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何等安寧  何等恬靜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4653E71-C728-E5BB-4A43-0CE1A5CDA03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Lặng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lẽ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lặng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lẽ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43398-8A96-ABF4-0D9A-D6286E5864D9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8087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EB2D7-A767-AAEC-2803-216F2EB43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F6F8267-DB0B-9A49-1F53-F59757B79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真神賜奇妙恩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B937D72-5A3C-90E3-6A8F-4BA0C12EA54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 tặng diệu kỳ được ban xuống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B0DBA-865A-CE57-313D-8B4E341849EC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8455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DE5BD-5B0B-F7A1-A4C1-5AEDE7F57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5BEC865-B924-A961-B6C3-F64CAE800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神將各樣屬天恩惠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2C2EE89-B402-EFBF-2C09-B18AFADC55C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Times New Roman" panose="02020603050405020304" pitchFamily="18" charset="0"/>
              </a:rPr>
              <a:t>Và chính Đức Chúa Trời tuôn đổ phước hạnh thiên quốc 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4EA3D-0249-88E1-37ED-4583074370DD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7571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4A76-CD42-C7A0-8B91-AFC555A7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DDFFE1E-7AE5-8418-BC1B-8271BFB18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注入千萬人心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9FD76A5-1CF9-0C23-D7F4-F2A7DC50B2F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Times New Roman" panose="02020603050405020304" pitchFamily="18" charset="0"/>
              </a:rPr>
              <a:t>vào lòng nhân thế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B1364-5D0E-E08A-FA17-9B68B6CC1BB6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2865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4069-C934-43C6-0657-E427F03B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8402F00-87AC-7510-05E1-96826044F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天上晨星同宣告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CBB2421-FEEA-9ECA-8A39-B16F3FF08E2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Times New Roman" panose="02020603050405020304" pitchFamily="18" charset="0"/>
              </a:rPr>
              <a:t>Hỡi các sao mai hợp tiếng reo vui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F2375-2EFF-B352-63DB-67DF844754F9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3415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3F068-97C7-EDE1-7AE9-400632E87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791A5F2-A112-DA6A-1D27-303739878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聖誕神聖佳音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6E67D8C-C568-7471-AA22-F4A0E29E7D9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Times New Roman" panose="02020603050405020304" pitchFamily="18" charset="0"/>
              </a:rPr>
              <a:t>tuyên xưng sự giáng sinh thánh khiết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F4DD0-8CD7-3E94-5D3E-C2F4E30C04AB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0547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79E87-FB4E-47B4-F2BD-4CD6A19D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7E6C727-011D-ADD5-DC76-A12BD6BE4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天上榮耀歸與真神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D1F0AB6-C7A5-8E3F-F08E-38F0362AF6D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Times New Roman" panose="02020603050405020304" pitchFamily="18" charset="0"/>
              </a:rPr>
              <a:t>Hát ngợi khen Đức Chúa Trời là Vua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A613AF-B82A-1E44-57E8-40BD4CF8700B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8729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26CAE-CE1A-F844-8FD6-0B4DF27E2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AEA30AF-3541-8450-C9C4-79050E06B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地上平安歸人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6897B7F-F69E-B527-0783-4DB4F0DFE0E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Times New Roman" panose="02020603050405020304" pitchFamily="18" charset="0"/>
              </a:rPr>
              <a:t>à chúc bình an xuống nhân thế!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D2674-591C-528A-F6DB-DB12479CBCB5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0046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C63FC-683B-D048-E3A5-4CAEA957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AA2520D-AE19-2F4D-A590-A957D19A1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伯利恆城至聖嬰孩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6BB595A-7278-DB3A-B447-071552DD020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Ô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Nhi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Bết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-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-hem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52E0D-9DC6-D62D-7B67-8117ABE0BA61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3941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F5BE2-3BAD-734C-B37F-D0D63FCD6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94E956A-BA2E-A91D-9587-F39B91A5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我們求祢降臨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CC60F35-311D-6733-3A61-725CFD15C20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ngự vô chính nơi lòng đây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041C4-DF97-0E9F-D5F6-7382428992DD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4191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52B9A-91D6-608E-C8C8-47D5DE77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34E9E2B-5ACA-380A-0106-BB8E08373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除去我心一切罪孽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603DA70-85A8-C7EC-8323-734E891CB2F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rửa sạch tội lỗi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FC52F1-53D1-5380-FFCC-048C551046E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4403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3517-5309-3825-A1D8-1D6532056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3F54000-B583-2C37-A988-B6AA1A245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降生在我心中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023EFB2-3DDB-37F0-BBBE-4C79A3EDCE7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à giáng sinh nơi lòng chúng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61DB0-DB64-B2E6-E634-283D8D6FFE3B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5557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CF25A-DE67-A4AE-04ED-6BF07F1F3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2023A8C-CF0D-B75A-0350-08EE2ED45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我聽聖誕之天使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BF8C982-19A2-D346-E5E6-A3B3B46D797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nghe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các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thiên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sứ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Giáng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131C6-D164-C9F3-275C-986EE28E5559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3298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066A7-14E9-220C-83C0-914A950A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55AA4C4-045B-F8D5-F5A5-3D42E1A8F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宣告大喜佳音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0A557F1-226B-844E-5216-BFBA54EA243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loan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báo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tin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mừng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hiển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CD1D46-AD7D-7283-F28E-875995160A80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4804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67A3-CA61-3B0F-01E3-70C350734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B5DFB60-9860-4744-2A41-12D52292F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求在我心永遠長住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FCD5D88-5E17-795B-7C89-A865AB0636F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đến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với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con, ở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DA8AE1-4D1A-165B-66EB-415CABE8F71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9423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5A7FC-7C82-4B95-4215-0BF61049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06D8662-7002-3C1A-FC38-27E0757D1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我主以馬內利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024EBA4-3C67-0B65-51BE-8D996715FC8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Lạy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—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Em-ma-nu-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ên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27706-D623-FE29-1021-3B7EB6DFB276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859326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9</TotalTime>
  <Words>472</Words>
  <Application>Microsoft Office PowerPoint</Application>
  <PresentationFormat>Widescreen</PresentationFormat>
  <Paragraphs>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5</cp:revision>
  <dcterms:created xsi:type="dcterms:W3CDTF">2025-12-21T15:26:29Z</dcterms:created>
  <dcterms:modified xsi:type="dcterms:W3CDTF">2025-12-21T15:35:50Z</dcterms:modified>
</cp:coreProperties>
</file>