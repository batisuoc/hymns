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7" r:id="rId8"/>
    <p:sldId id="265" r:id="rId9"/>
    <p:sldId id="266" r:id="rId10"/>
    <p:sldId id="268" r:id="rId11"/>
    <p:sldId id="269" r:id="rId12"/>
    <p:sldId id="270" r:id="rId13"/>
    <p:sldId id="271" r:id="rId14"/>
    <p:sldId id="288" r:id="rId15"/>
    <p:sldId id="289" r:id="rId16"/>
    <p:sldId id="290" r:id="rId17"/>
    <p:sldId id="291" r:id="rId18"/>
    <p:sldId id="272" r:id="rId19"/>
    <p:sldId id="273" r:id="rId20"/>
    <p:sldId id="274" r:id="rId21"/>
    <p:sldId id="275" r:id="rId22"/>
    <p:sldId id="292" r:id="rId23"/>
    <p:sldId id="293" r:id="rId24"/>
    <p:sldId id="294" r:id="rId25"/>
    <p:sldId id="295" r:id="rId26"/>
    <p:sldId id="276" r:id="rId27"/>
    <p:sldId id="277" r:id="rId28"/>
    <p:sldId id="278" r:id="rId29"/>
    <p:sldId id="279" r:id="rId30"/>
    <p:sldId id="296" r:id="rId31"/>
    <p:sldId id="297" r:id="rId32"/>
    <p:sldId id="298" r:id="rId33"/>
    <p:sldId id="299" r:id="rId34"/>
    <p:sldId id="280" r:id="rId35"/>
    <p:sldId id="281" r:id="rId36"/>
    <p:sldId id="282" r:id="rId37"/>
    <p:sldId id="283" r:id="rId38"/>
    <p:sldId id="300" r:id="rId39"/>
    <p:sldId id="301" r:id="rId40"/>
    <p:sldId id="302" r:id="rId41"/>
    <p:sldId id="303" r:id="rId42"/>
    <p:sldId id="284" r:id="rId43"/>
    <p:sldId id="285" r:id="rId44"/>
    <p:sldId id="286" r:id="rId45"/>
    <p:sldId id="287" r:id="rId46"/>
    <p:sldId id="304" r:id="rId47"/>
    <p:sldId id="305" r:id="rId48"/>
    <p:sldId id="306" r:id="rId49"/>
    <p:sldId id="307" r:id="rId5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Huyết Chúa Mầu Nhiệm Biết Bao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如何使我脫罪惡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tội này sao cho trắng băng?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A680-A5C7-16C0-3BCC-22308FA5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03022E4-BAA8-407F-1A87-694A4E5B0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84330C3-E86D-D403-0134-8855F2F3F76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Còn gì ngoài ra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693E4-6424-DB3D-C63F-C270335C920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626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2F52-D434-046A-A65C-5A347D72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109DB6D-7740-F4DE-6D38-A64AE2E04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如何使我得平安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676BD67-8AA2-714E-97AC-5E18404C9D5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Bình tịnh này phương chi chữa chăng?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8A845-79CF-44CA-03B9-8FF5E11B4AF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91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4AB1-7584-641D-1189-2897ED06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54FDFF2-14B7-CD51-8D7E-8ED76AC5B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7F05D2A-8923-D8F9-349D-FE02156F311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Còn gì ngoài ra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0713F-980C-5384-A6C4-1F075157A53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32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ABD0-EBE3-75D5-5C3E-A273B778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3F38CCA-11F6-C928-19C8-D183BBF58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4B6E561-FC5B-6DE7-4B7C-C4005B5349A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94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B9F2-6F1B-1866-4052-C432324D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BCE90DA-74BF-4236-BB2B-4EDA0D96B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4FD67C6-8BF1-05AD-CB01-6DB7E9DB043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61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5AB92-C7E4-EAED-EDA9-1381EB3F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C0F603D-E1CB-EF4D-2594-B7E1062B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EB2017E-6B53-94BA-E435-F4596D29F2B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23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467A-9229-E423-09AF-456F2FE9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235CBC7-1414-C91D-7602-D408CF9AC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01D7EA6-BEDF-C5DA-264F-35175176D3D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1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26ED-EAFD-0CD3-50FD-C05D9895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1C1902C-2F0A-4475-26F6-C79647CA8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如何救贖我罪人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0DA63D1-0698-7039-C98F-A6BAC93B85C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Mọi tội tình tôi nay Chúa tha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3DF6F-7F03-4113-AE95-C5EB0F15F0D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317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4909-1EB7-FDA2-4B93-86F2C256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E067E51-A9F2-30EA-E632-42A15CD4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A82E223-95E6-531E-3F2E-016873A4C88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Đều nhờ quyền trong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082BB-94BA-3F5F-5E98-BC3B2F1F775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12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5915-96AC-E407-FD82-94231716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9687E4F-1D1F-A351-662C-822B8D59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如何使我近真神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764A2F7-B33E-114B-0589-8E83ECFC33C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Rày hoàn toàn thoát ách quỉ ma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B1A7C-4291-CF0A-EB13-99588B98F98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9569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3C43-B40C-36FB-12DF-E2488813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91F168-13BF-0490-664B-D83801E9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62E6C55-1B1A-72E7-D173-0C15F45DB38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Đều nhờ quyền trong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12487-7FC9-0001-E33E-840DA82E1C7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226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1C83-2465-E67A-867C-331CAFF6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A9B736A-8F62-03A6-EA72-ECB4FAFC2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F558AF5-1477-4D3D-4136-5260F840B44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14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2CE8B-94BA-B320-AADB-06A46C3D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8260104-B46B-D341-4B09-6930802A1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C7BD049-DB6B-64DD-6FED-8C5A71125AE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173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E5CA-5060-5019-1756-1BCFB562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2640A6B-0ED9-A717-C8A2-ADDB3996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E58EA10-8E8C-DFFD-BAC4-F1EDA2F3753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32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D584-DB34-7205-45E7-1654DF61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2C5E86B-B1C0-4850-F8E6-28623263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716335E-C297-5D7D-D711-C89D66B533E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6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6490-0E2B-DDD6-C9A7-E0AB8E24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DD10F4B-DF84-F2AE-62DD-0B273BB6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如何使我脫罪惡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E2EF671-C8E9-47B8-0B4D-4438B72EE1B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Tội được sạch không do khổ tu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C327A-4A95-98BD-1984-5B62C4D0705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247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E41B-B6A1-9D11-A226-DBFD777C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0DA0A09-DF95-FEFC-C53A-FA13D2BB3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E4F8F56-3CFB-DFB8-48F7-AB2D3350656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Bèn là nhờ duy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C997D-C633-4DFF-FA18-B67B12D9516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3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1799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C4404-D8B1-DF39-5D89-C2BAAAA1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84E7C00-37A8-E891-AD8D-66FDA002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如何使我得平安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DA0E09B-9C26-A50B-FF59-45586EB1183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Việc từ thiện đâu hay cứu ru?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B8CA5-4DE0-CBF7-280E-D1C2A6E821D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3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862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AE03-0EFE-1617-5CBB-4A9F0712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81DD558-C21B-46AC-B289-AAB206E6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D67FA4D-F469-4D8F-71F0-BB250BD861B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duy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80233-FFC2-8DC6-FB0C-DF614FF2AB4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3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077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92894-1F94-F3AD-5508-7A0BEE2F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154BE72-4F20-B938-5692-C5EDFED41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FF61F6C-9E6C-126D-EE11-B575B7165C1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407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D538-8B36-E4D9-5EB7-7C88323B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526D44C-4F13-C745-3339-97C37B464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6ABDD9-F44E-5BF6-B2C4-2A5BEECD265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229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89D5-5151-D792-5848-EB745B69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6498EF8-CF68-8BC4-D83E-211692AC2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D83C95B-730B-D6CD-D4D1-ABB3EBEC119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000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5881-6789-E12C-54A8-D6FC4F3D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1B3F720-60B6-A1B8-28E9-E2B28BF34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A1BE6D7-3BAD-83B0-3154-EBB64010055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911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D3A0-CE19-FE30-5C86-7DCF2401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C4DA56F-08D1-434E-16CC-164FC7AFD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如何使我脫罪惡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64F4E7-F4FA-5F15-0C4B-AA625CA5769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Nguyện vọng và bình an của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4F475-D248-8D73-9C8F-C4EF72BAA1B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6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9679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3A0B-A4A7-A412-587A-F5F30EDA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6F05256-49F6-7B33-C065-BE0EB588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362BF0D-301F-2F84-7A17-CB3658BF279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Đều là nhờ duy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11B91-63E0-3F18-9B34-6EC9775FDC7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7427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4996-2069-6839-B84B-23E9446A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3051B23-E08A-A6CE-348A-35CE61E9C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如何使我得平安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9F7275-3724-7962-EC43-3DE14105E12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sự xưng công nghĩa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8F22AA-7BAB-EEFB-E987-CC27C988720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059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768D-68CF-88F5-0865-918350B5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88BCB60-802F-0944-8849-CA2B4A6E1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FCE6CA6-4FA8-9414-3E91-228DF57BB87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Đều là nhờ duy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66622-F10B-0AF2-B7E1-C8C4CD7A1B3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111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B011-6B94-C28D-AC9B-17391A61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556522E-7830-316F-43C3-761A9A8CF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DD8048-E983-BFF9-D7EF-D0A4340E86E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589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95E5-8414-A94F-8EAE-8366A8DE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CCA9C91-56AC-A31F-9DDE-B1E453C3D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AD414EB-478C-F9F3-72AC-DE94AE950D4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449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6EA4-35C2-CAFA-84FD-466A6854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3E1CAB2-2AB5-380D-AA4E-872A596D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39F563C-D441-9E83-5952-79B8B3CBF9D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127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0FD8-D7E7-0EAF-9749-244876FC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7E202F8-D78F-5E47-CF70-EE0C91C90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B9F4C45-50B9-DF5D-8E83-4CD28959E32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052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E2042-8070-9BFC-8A1F-7548A02F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03F4C6C-08BF-D6A3-A7C4-48A46DA4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尊貴榮耀並頌讚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5A55DD-2853-C4E4-D981-7DC304B99F3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Này, một ngày hoan hô khải ca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C30CD-D0DB-CBD6-8779-584DF55900B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5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8217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9336-2CA9-7055-999C-2D491697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B5E7B6F-A178-ACCF-5FC4-207F2A15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歸與主耶穌的寶血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95F4ADD-73F8-795C-E8E3-AA1A0227A43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nhờ quyền năng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5D208-D6C6-227F-5C86-C2BE7BFE81A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5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0696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0E282-990B-BB8E-B17C-24C93D0B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309FB67-8C3C-F252-A41B-7C3700F0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尊貴榮耀並頌讚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6F2C939-D527-430C-A44A-DBD837BAD0A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Vào nhà đầy vinh quang nước Cha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7ABC5-EB96-9A49-DE76-347F962E8A8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5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9928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826D-09AF-21CF-800A-5478472C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01D437C-7FD3-EAAC-390A-DDED64701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歸與主耶穌的寶血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FF6047D-D4DD-E520-C949-9B534291F9A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Đều nhờ quyền năng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D9B99-5252-E81D-8239-F723D6ED19B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5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5780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951C-F720-5D47-1593-A9AA21F0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4973129-442E-8FC4-81A3-884ADA7AD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95DD87F-27D9-6609-C42D-A8E6423C992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465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C66C-E615-C60D-8134-68AE755F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EBC4F1A-7573-739D-600D-489185511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AB226B8-4A4C-3160-87D8-11934698544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649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8ABB-C0E6-B0EE-41DE-D08C625B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77E0079-5C92-BF3B-235A-84F75F174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B24B920-8A74-E850-E50E-BB3EEEF31A8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955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D616B-D23F-88D9-4E7D-0BE2B4F2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CF553E5-7C44-6E25-3EAC-7EB0EB47B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FD2ADAC-CE0F-F06D-189E-FB2FAD6E783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75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BE1B-6C6E-4D37-39F6-77345FEA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8AFC216-D51D-D54F-5FFD-5484FD50F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尊貴榮耀並頌讚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74E1841-DE28-849F-D8CB-1695111102C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Ồ, lạ lùng thay! vinh hiển 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37C58-3B08-CAD3-0A68-D2FAAF905D0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6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798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1E53-47E9-494A-A0D4-F880579C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E121423-CD16-53AA-8CF7-AE99E338F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歸與主耶穌的寶血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4CACE0E-8A05-885B-24E0-87E97B20247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Là thần quyền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A266D-3AB7-134A-37F5-D8B95C60E03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6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2269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26FB-8273-292A-75C7-FB026FD8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B7BBD29-1F6E-91BD-513C-BC8AFFABD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尊貴榮耀並頌讚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5B248E-F3A5-3C65-AB91-B00B80E9200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Bài nào lòng tôi ưa hát nay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BBB2C-AA90-935D-51B0-B47251AB197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6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5283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8F64-03FB-6F7D-B87C-51939265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2326E9A-9462-B9C2-C463-CF4A407F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歸與主耶穌的寶血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03FB38F-CFE5-2809-BE26-689EB57B811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Bằng bài thần ca huyết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85262-186B-258C-746B-A40894A3038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6 / 6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2429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CD1F-A542-ABC2-31F4-799CCE6F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9F06E5D-EE6F-197C-DFEA-E78F0EC75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主在十架流血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D5ECECF-E65B-9B76-0B1A-7B81B97B13B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Chúa mầu nhiệm biết bao!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0779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217C-9327-3379-2896-190E3419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2D99C16-F28D-A131-062A-15E6DC46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洗我罪惡清潔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8B9618-865E-E5D5-EDBA-F6B2433A0A6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tôi sạch trong hơn tuyết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061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35C8-10B7-C12B-B980-CF15D7B0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3870DD-5FC6-41F1-A5DC-3AE44C0EF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使我潔白如雪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04C4BC-36D1-C82C-CA96-80987BA4D54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Ấy chẳng nhờ chi khác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8185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AB08-FBC5-64F9-101B-8DF25943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CB8FFD7-6CAA-DD2B-CB62-8DA771AFD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唯有主耶穌的寶血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1E4C8DC-4841-67CF-D391-A93A132B3AA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Hoàn toàn nhờ huyết báu Chúa Jê-sus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27578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20</TotalTime>
  <Words>800</Words>
  <Application>Microsoft Office PowerPoint</Application>
  <PresentationFormat>Widescreen</PresentationFormat>
  <Paragraphs>122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7</cp:revision>
  <dcterms:created xsi:type="dcterms:W3CDTF">2026-03-29T14:17:46Z</dcterms:created>
  <dcterms:modified xsi:type="dcterms:W3CDTF">2026-03-29T14:38:02Z</dcterms:modified>
</cp:coreProperties>
</file>