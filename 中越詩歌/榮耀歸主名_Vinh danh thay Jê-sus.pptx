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30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67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181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091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691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492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266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031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627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507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201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3F0EA-C276-4A88-8A41-A159B8BAB9B6}" type="datetimeFigureOut">
              <a:rPr lang="vi-VN" smtClean="0"/>
              <a:t>29/03/2026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24C63-7E80-4385-8C0D-59CF935C697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393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51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在十架上我救主捨命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 chỗ thập tự xưa Jê</a:t>
            </a:r>
            <a:r>
              <a:rPr lang="en-US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-</a:t>
            </a: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sus treo mình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effectLst/>
              </a:rPr>
              <a:t>( 1 / 4 )</a:t>
            </a:r>
            <a:endParaRPr lang="vi-VN" sz="4267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766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在此我主把我心洗淨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Nay tôi xin Chúa xóa muôn tội trắng tinh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1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專靠主血我罪能除盡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 huyết Chiên Con tâm thanh sạch an bình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18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3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Jê-sus, </a:t>
            </a:r>
            <a:r>
              <a:rPr lang="vi-VN" altLang="zh-TW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4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主寶貴血已經洗我心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 huyết Chiên Con tôi thanh sạch, an bình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99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52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今靠救主脫離我眾罪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cứu tôi, ôi ơn sâu rộng muôn trùng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4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有主時常住在我心內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Tâm linh tôi có Chúa vui ngự thủy chung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49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如此蒙恩我實在不配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với tôi nơi thập tự kia nghinh phùng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08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8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Jê-sus, </a:t>
            </a:r>
            <a:r>
              <a:rPr lang="vi-VN" altLang="zh-TW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02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主寶貴血已經洗我心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 huyết Chiên Con tôi thanh sạch, an bình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0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203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主寶貴血將我罪洗脫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Suối huyết tha tội kia linh nghiệm vô cùng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11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靠主恩典我心甚快樂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 thay trong suối ấy tôi gội tắm xong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683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讚美我主時常潔淨我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Chỉ suối huyết kia mong rửa sạch nhơ lòng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950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311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Jê-sus, </a:t>
            </a:r>
            <a:r>
              <a:rPr lang="vi-VN" altLang="zh-TW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029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主寶貴血已經洗我心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 huyết Chiên Con tôi thanh sạch, an bình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854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26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請罪人來俯伏主腳前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Hãy đến nơi mạch huyết Jêsus tuôn tràn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465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快來就主寶貴血泉源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 dâng cho Chúa cả tâm hồn vỡ tan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499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今當信主莫要再耽延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giúp anh nay luôn luôn được an toàn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247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587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Jê-sus, </a:t>
            </a:r>
            <a:r>
              <a:rPr lang="vi-VN" altLang="zh-TW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danh thay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76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主寶貴血已經洗我心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 huyết Chiên Con tôi thanh sạch, an bình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027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榮耀歸主名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400" b="1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 ngợi Chúa Jê-sus</a:t>
            </a:r>
            <a:endParaRPr lang="en-US" sz="44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1099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530</Words>
  <Application>Microsoft Office PowerPoint</Application>
  <PresentationFormat>Widescreen</PresentationFormat>
  <Paragraphs>74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微軟正黑體</vt:lpstr>
      <vt:lpstr>微軟正黑體</vt:lpstr>
      <vt:lpstr>Arial</vt:lpstr>
      <vt:lpstr>Calibri</vt:lpstr>
      <vt:lpstr>Theme1</vt:lpstr>
      <vt:lpstr>榮耀歸主名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榮耀歸主名</dc:title>
  <dc:creator>Windows User</dc:creator>
  <cp:lastModifiedBy>Uncle Jo</cp:lastModifiedBy>
  <cp:revision>3</cp:revision>
  <dcterms:created xsi:type="dcterms:W3CDTF">2022-02-12T05:37:19Z</dcterms:created>
  <dcterms:modified xsi:type="dcterms:W3CDTF">2026-03-29T14:03:14Z</dcterms:modified>
</cp:coreProperties>
</file>