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人生的福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cuộc</a:t>
            </a:r>
            <a:r>
              <a:rPr lang="en-US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8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zh-TW" altLang="en-US" sz="48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人生一切能享的福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hưởng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cuộc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哪樣保留的住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lưu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giữ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3300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人生一切能享的福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hưởng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cuộc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620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哪樣不虛空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chẳng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vô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nghĩa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522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人生一切能享的福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hưởng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cuộc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504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哪樣能夠滿足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Làm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sao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mới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thỏa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861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人生一切能享的福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hưởng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cuộc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9469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哪樣能帶走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nào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mang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theo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703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我願給你最好禮物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muốn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tặng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phần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quà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tốt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nhất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253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就是主基督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Đó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chính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Giê-su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Christ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9375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勝過</a:t>
            </a:r>
            <a:r>
              <a:rPr lang="zh-CN" altLang="en-US" sz="6400" b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</a:t>
            </a:r>
            <a:r>
              <a:rPr lang="zh-TW" altLang="en-US" sz="6400" b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生一切的福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Hơn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hẳn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cuộc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073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最深的羡慕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ước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ao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sâu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thẳm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nhất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5465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你能給我最好禮物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Món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quà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tốt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nhất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thể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tặng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2372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是信主基督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Chính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tin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nhận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Giê-su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Christ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9056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跟隨祂腳步  永遠有福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Bước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theo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chân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mãi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0255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我最深的喜悅和歡呼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khiến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vẻ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và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hân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hoan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nhất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763263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309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batisuoc</cp:lastModifiedBy>
  <cp:revision>10</cp:revision>
  <dcterms:created xsi:type="dcterms:W3CDTF">2022-04-07T15:49:49Z</dcterms:created>
  <dcterms:modified xsi:type="dcterms:W3CDTF">2025-09-06T16:23:12Z</dcterms:modified>
</cp:coreProperties>
</file>