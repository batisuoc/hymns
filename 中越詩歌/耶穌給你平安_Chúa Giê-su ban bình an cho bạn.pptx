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233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311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67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563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436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180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093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639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801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84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711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66B48-9B75-48A3-96B2-C5D953E96ADF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FBAA7-5EE2-4451-A76C-0FB858BF297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272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耶穌給你平安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8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 </a:t>
            </a:r>
            <a:r>
              <a:rPr lang="en-US" sz="48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endParaRPr lang="zh-TW" altLang="en-US" sz="48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66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這世界雖有苦難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gian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nạn</a:t>
            </a:r>
            <a:endParaRPr lang="en-US" sz="40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939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主耶穌是避風港灣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Nhưng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trú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ẩn</a:t>
            </a:r>
            <a:endParaRPr lang="en-US" sz="40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922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祂要給你  祂要給你平安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307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源源湧流不斷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một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dòng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chảy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bất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491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 耶穌給你平安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211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耶穌給你真正平安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endParaRPr lang="en-US" sz="40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073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深深在你心裡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Sâu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389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源源湧流不斷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dòng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chảy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bất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28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   耶穌給你平安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!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 </a:t>
            </a:r>
            <a:endParaRPr lang="vi-VN" sz="40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0929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78623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55</TotalTime>
  <Words>184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耶穌給你平安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耶穌給你平安</dc:title>
  <dc:creator>Windows User</dc:creator>
  <cp:lastModifiedBy>batisuoc</cp:lastModifiedBy>
  <cp:revision>5</cp:revision>
  <dcterms:created xsi:type="dcterms:W3CDTF">2021-12-20T17:00:43Z</dcterms:created>
  <dcterms:modified xsi:type="dcterms:W3CDTF">2024-08-03T10:20:01Z</dcterms:modified>
</cp:coreProperties>
</file>