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52" d="100"/>
          <a:sy n="52" d="100"/>
        </p:scale>
        <p:origin x="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13/09/2026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13/09/2026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13/09/2026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13/09/2026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13/09/2026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13/09/2026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13/09/2026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13/09/2026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13/09/2026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13/09/2026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13/09/2026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13/09/2026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0" y="229917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穌在我裡面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 err="1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Giê-xu</a:t>
            </a:r>
            <a:r>
              <a:rPr lang="en-US" sz="5400" b="1" i="1" dirty="0" smtClean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ở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嘗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過主恩的滋味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 smtClean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Từng</a:t>
            </a:r>
            <a:r>
              <a:rPr lang="en-US" sz="4400" b="1" dirty="0" smtClean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nếm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ơn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lành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ban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還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有什麼更甘甜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còn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điều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gì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ngọt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ngào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hơn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1745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一生最大的祝福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hạnh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lớn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nhất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đời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20514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就是有耶穌住在我裡面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chính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có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Giê-xu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1985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世界不再吸引我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Thế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gian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không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còn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thu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hút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8339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主愛勝過全所有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tình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yêu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thắng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hơn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mọi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điều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912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一生最大的祝福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Phước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hạnh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lớn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nhất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đời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8800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就是有耶穌住在我裡面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chính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là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có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Giê-xu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9901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因為耶穌在我裡面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có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Giê-xu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 smtClean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 smtClean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4267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4267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4988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我的生命海闊天空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nên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lòng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luôn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vui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mừng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9319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不論環境順逆  我深深相信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Bất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luận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hoàn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cảnh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ra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sao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tin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chắc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rằng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8739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主的恩典一定夠用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Ân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điển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củaChúa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nhất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định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đủ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dùng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4001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因為耶穌在我裡面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Vì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có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Giê-xu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trong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3601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我能勇敢面對明天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nên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tôi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dám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đối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diện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với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tương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lai</a:t>
            </a:r>
            <a:endParaRPr lang="en-US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3827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困難都將過去  我靠主站立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Sự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khó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khăn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sẽ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qua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đi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nương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cậy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mà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đứng</a:t>
            </a:r>
            <a:r>
              <a:rPr lang="en-US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vững</a:t>
            </a:r>
            <a:endParaRPr lang="vi-VN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6449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定睛天上榮耀冠冕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Trông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đợi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mão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triều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thiên</a:t>
            </a:r>
            <a:r>
              <a:rPr lang="en-US" sz="4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400" b="1" dirty="0" err="1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thượng</a:t>
            </a:r>
            <a:endParaRPr lang="vi-VN" sz="4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842819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317</Words>
  <Application>Microsoft Office PowerPoint</Application>
  <PresentationFormat>Widescreen</PresentationFormat>
  <Paragraphs>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微軟正黑體</vt:lpstr>
      <vt:lpstr>微軟正黑體</vt:lpstr>
      <vt:lpstr>新細明體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朝賀耶穌降生</dc:title>
  <dc:creator>Windows User</dc:creator>
  <cp:lastModifiedBy>Joe Cheng</cp:lastModifiedBy>
  <cp:revision>5</cp:revision>
  <dcterms:created xsi:type="dcterms:W3CDTF">2022-04-07T15:49:49Z</dcterms:created>
  <dcterms:modified xsi:type="dcterms:W3CDTF">2026-09-13T09:48:28Z</dcterms:modified>
</cp:coreProperties>
</file>