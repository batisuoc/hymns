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87" d="100"/>
          <a:sy n="87" d="100"/>
        </p:scale>
        <p:origin x="2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027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439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258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40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014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554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377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646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965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61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72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985D6-369D-4BD6-BE84-0186947AB96A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01BE4-22AA-4563-9E6A-2F2022A4989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922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159 - </a:t>
            </a:r>
            <a:r>
              <a:rPr lang="zh-TW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憑</a:t>
            </a:r>
            <a:r>
              <a:rPr lang="zh-CN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意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行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 theo ý </a:t>
            </a:r>
            <a:r>
              <a:rPr lang="vi-VN" sz="54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Cha</a:t>
            </a:r>
            <a:r>
              <a:rPr lang="en-US" sz="5400" b="1" i="1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(TC 237)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0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  主  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nguyện theo ý Cha, vâng Ngài không thôi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</a:rPr>
              <a:t>( </a:t>
            </a:r>
            <a:r>
              <a:rPr lang="en-US" sz="3600" b="1" dirty="0" smtClean="0">
                <a:solidFill>
                  <a:srgbClr val="000066"/>
                </a:solidFill>
                <a:effectLst/>
              </a:rPr>
              <a:t>1 / 4 </a:t>
            </a:r>
            <a:r>
              <a:rPr lang="en-US" sz="3600" b="1" dirty="0">
                <a:solidFill>
                  <a:srgbClr val="000066"/>
                </a:solidFill>
                <a:effectLst/>
              </a:rPr>
              <a:t>)</a:t>
            </a:r>
            <a:endParaRPr lang="vi-VN" sz="36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905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因主是陶匠  我是泥土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Cha là thợ gốm thiêng, đất sét là tôi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26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陶我與造我  照主意旨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nguyện theo ý Cha, xin Ngài nung đúc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96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我在此等待  虔恭候主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chỉ biết yên lặng, đợi chờ vâng phục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10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  主  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nguyện theo ý Cha, vâng Ngài không thôi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17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鑒察試驗我  就在今天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 Ngài tra xét tôi, thử tôi, luyện tôi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5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求主洗潔我  皎白如雪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Tâm nầy xin tẩy thanh, thanh bạch hơn tuyết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1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我謙卑跪下  在主足前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cúi dưới ch</a:t>
            </a:r>
            <a:r>
              <a:rPr lang="en-GB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</a:t>
            </a: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 Ngài, khiêm nhường chân thiệt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99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  主  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nguyện theo ý Cha, vâng Ngài không thôi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94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悲傷與疲倦  求主拯救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Đương bị thương mỏi mê, khẩn Cha dìu tôi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963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權柄眾權柄  全屬我主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Bao quyền năng dưới trên quy về Cha Thánh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484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撫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摩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並醫治  救主我神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 hãy đưa tay rờ, tôi được yên lành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783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  主  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</a:t>
            </a:r>
            <a:r>
              <a:rPr lang="zh-CN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nguyện theo ý Cha, vâng Ngài không thôi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83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管理我動作  全聽指揮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 Ngài cai quản luôn cả thân, hồn tôi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200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聖靈充滿我  顯然可見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Ban đầy ơn Thánh Linh, </a:t>
            </a:r>
            <a:r>
              <a:rPr lang="en-GB" altLang="zh-TW" sz="44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GB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GB" altLang="zh-TW" sz="44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nhân</a:t>
            </a:r>
            <a:r>
              <a:rPr lang="en-GB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 thấy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645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獨有耶穌  居我心內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Duy Chúa Jêsus Christ cai trị tâm nầy</a:t>
            </a:r>
            <a:endParaRPr lang="en-US" sz="44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295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399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Microsoft JhengHei</vt:lpstr>
      <vt:lpstr>Microsoft JhengHei</vt:lpstr>
      <vt:lpstr>新細明體</vt:lpstr>
      <vt:lpstr>Arial</vt:lpstr>
      <vt:lpstr>Calibri</vt:lpstr>
      <vt:lpstr>Theme1</vt:lpstr>
      <vt:lpstr>宣 159 - 憑祢意行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憑袮意行</dc:title>
  <dc:creator>Windows User</dc:creator>
  <cp:lastModifiedBy>Joe Cheng</cp:lastModifiedBy>
  <cp:revision>5</cp:revision>
  <dcterms:created xsi:type="dcterms:W3CDTF">2022-02-12T05:18:25Z</dcterms:created>
  <dcterms:modified xsi:type="dcterms:W3CDTF">2026-02-13T08:52:07Z</dcterms:modified>
</cp:coreProperties>
</file>