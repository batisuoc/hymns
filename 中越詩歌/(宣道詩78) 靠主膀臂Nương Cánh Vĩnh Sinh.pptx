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78" r:id="rId8"/>
    <p:sldId id="279" r:id="rId9"/>
    <p:sldId id="265" r:id="rId10"/>
    <p:sldId id="266" r:id="rId11"/>
    <p:sldId id="267" r:id="rId12"/>
    <p:sldId id="268" r:id="rId13"/>
    <p:sldId id="269" r:id="rId14"/>
    <p:sldId id="280" r:id="rId15"/>
    <p:sldId id="281" r:id="rId16"/>
    <p:sldId id="282" r:id="rId17"/>
    <p:sldId id="283" r:id="rId18"/>
    <p:sldId id="272" r:id="rId19"/>
    <p:sldId id="273" r:id="rId20"/>
    <p:sldId id="274" r:id="rId21"/>
    <p:sldId id="288" r:id="rId22"/>
    <p:sldId id="284" r:id="rId23"/>
    <p:sldId id="285" r:id="rId24"/>
    <p:sldId id="286" r:id="rId25"/>
    <p:sldId id="287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06/12/2025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06/12/2025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06/12/2025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06/12/2025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sz="7200" b="1" i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78 - </a:t>
            </a:r>
            <a:r>
              <a:rPr lang="zh-TW" altLang="en-US" sz="7200" b="1" i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靠主膀臂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4800" b="1" i="1" dirty="0">
                <a:solidFill>
                  <a:srgbClr val="660033"/>
                </a:solidFill>
                <a:effectLst/>
                <a:ea typeface="微軟正黑體" pitchFamily="34" charset="-120"/>
                <a:cs typeface="Calibri" panose="020F0502020204030204" pitchFamily="34" charset="0"/>
              </a:rPr>
              <a:t>NƯƠNG CÁNH VĨNH SINH</a:t>
            </a:r>
            <a:r>
              <a:rPr lang="en-US" sz="4800" b="1" i="1" dirty="0">
                <a:solidFill>
                  <a:srgbClr val="660033"/>
                </a:solidFill>
                <a:effectLst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800" b="1" i="1" dirty="0">
                <a:solidFill>
                  <a:srgbClr val="660033"/>
                </a:solidFill>
                <a:effectLst/>
                <a:ea typeface="微軟正黑體" pitchFamily="34" charset="-120"/>
                <a:cs typeface="Calibri" panose="020F0502020204030204" pitchFamily="34" charset="0"/>
              </a:rPr>
              <a:t>(TC 290)</a:t>
            </a:r>
            <a:endParaRPr lang="zh-TW" altLang="en-US" sz="4800" b="1" i="1" dirty="0">
              <a:solidFill>
                <a:srgbClr val="660033"/>
              </a:solidFill>
              <a:effectLst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我與主相交  心裡滿喜歡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Phước bấy mối giao thân,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phước bấy mối vui thần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A979DC-7417-5712-7404-75B94AE1D1F8}"/>
              </a:ext>
            </a:extLst>
          </p:cNvPr>
          <p:cNvSpPr txBox="1"/>
          <p:nvPr/>
        </p:nvSpPr>
        <p:spPr>
          <a:xfrm>
            <a:off x="0" y="53012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( 1 / 3 )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11BF-7335-79D0-03F8-2BA5A9B4A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870DF58-F8AC-12FC-AC67-5D16A11AA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2B516E8-B8BC-B2A8-6BD7-BEE3A26852C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Giờ mà tôi dựa nương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tay Chúa vĩnh sinh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DF10FF-C7C2-7F9D-FCFC-6C4F79269022}"/>
              </a:ext>
            </a:extLst>
          </p:cNvPr>
          <p:cNvSpPr txBox="1"/>
          <p:nvPr/>
        </p:nvSpPr>
        <p:spPr>
          <a:xfrm>
            <a:off x="0" y="53012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( 1 / 3 )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7152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8F6B6-0F0B-B3FD-B572-BB783082E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DA24E6C-DBD6-8B2B-1173-E4A5C0FA0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何等大福澤  何等大平安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C889070-4F63-4B43-D4B2-EAD3AE19665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Lớn bấy chốn an thân,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lớn bấy phước siêu trần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B5B426-A23D-3834-3879-07384233CB70}"/>
              </a:ext>
            </a:extLst>
          </p:cNvPr>
          <p:cNvSpPr txBox="1"/>
          <p:nvPr/>
        </p:nvSpPr>
        <p:spPr>
          <a:xfrm>
            <a:off x="0" y="53012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( 1 / 3 )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736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8BDE8-8BE8-750F-E7F8-6D0B5AAD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EA630FB-87C1-0CE1-C24C-6592CB0E9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74D3BE5-8307-DA03-5EDD-DD3EA95459E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Giờ mà tôi dựa nương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tay Chúa vĩnh sinh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EF717-96B3-5A39-559A-BA41707B5603}"/>
              </a:ext>
            </a:extLst>
          </p:cNvPr>
          <p:cNvSpPr txBox="1"/>
          <p:nvPr/>
        </p:nvSpPr>
        <p:spPr>
          <a:xfrm>
            <a:off x="0" y="53012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( 1 / 3 )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2282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F765A-8D53-2D6D-181B-0906FA99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0F0F69C-568F-3D08-34E1-B8C978849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  倚靠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197558B-AD0A-DB9F-27A4-856DFC13FFC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Quyết nương, nương vào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812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11A44-1B6B-2AB5-2268-1BBD3902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7C2709B-82B8-0585-48F1-3A877C1A7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堅固保守危險無慮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189CB6D-489F-6BED-6519-255568E0639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Bình an vượt bao nguy biến khiếp kin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001957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1C0F3-E605-49FB-3BD2-D1264F9E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1AB1565-BF54-A5EF-C3FC-6A8400140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  倚靠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562E295-CB8B-5664-0AB9-E2C427645FB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Quyết nương, nương vào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832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BE664-F7A7-E3F0-F3FA-09606A3D1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37B32D9-F151-93A8-41F7-D09AB91A5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CBD55DA-DB68-5AC2-430C-8CE93C32E32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Giờ mà tôi dựa nương tay Chúa vĩnh sinh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942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596D1-C67C-AFCD-0811-0AD7E3754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0AFAF72-4885-E3F0-CC9F-6FB38781D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滿心大喜歡  行此旅客路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E7CF1F4-11C0-3DDE-33F9-B51867DBF27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Cứ tiến bước vững an,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lướt đến chốn thiên đàng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9BBC40-4025-64BE-2BB6-CA86D8F2A42D}"/>
              </a:ext>
            </a:extLst>
          </p:cNvPr>
          <p:cNvSpPr txBox="1"/>
          <p:nvPr/>
        </p:nvSpPr>
        <p:spPr>
          <a:xfrm>
            <a:off x="0" y="53012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( 2 / 3 )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85371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5ABF-4363-FBDA-04D2-02A42F2F6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AB09DBF-B4D9-28D4-6754-F2C9DF779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FE76C55-ECE7-EFE9-548A-E7122B09417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Giờ mà tôi dựa nương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tay Chúa vĩnh sinh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D9D87-C31E-9930-42E5-F8F4EF3132A3}"/>
              </a:ext>
            </a:extLst>
          </p:cNvPr>
          <p:cNvSpPr txBox="1"/>
          <p:nvPr/>
        </p:nvSpPr>
        <p:spPr>
          <a:xfrm>
            <a:off x="0" y="53012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( 2 / 3 )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0239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36AC-4991-B3C2-05F1-A2B4C686A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1715BA3-0F2B-0948-BA66-23BBC3B7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每日見大光  照耀我前途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85D6BA0-BDDD-011B-919E-247700CA20C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Lối chánh Chúa sẵn ban,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bước tới thấy huy hoàng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811EF2-EE5E-6587-5E26-AB305B6FB7D0}"/>
              </a:ext>
            </a:extLst>
          </p:cNvPr>
          <p:cNvSpPr txBox="1"/>
          <p:nvPr/>
        </p:nvSpPr>
        <p:spPr>
          <a:xfrm>
            <a:off x="0" y="53012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( 2 / 3 )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51298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E372-D5C7-820F-2A73-1C968C1BC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D7B753D-DC2C-21F6-0028-3267B97B1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4DB9A7E-4752-289B-E153-35E1C14709F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Giờ mà tôi dựa nương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tay Chúa vĩnh sinh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7F36AF-3073-C0C1-3A5D-7A2B8FE23C2B}"/>
              </a:ext>
            </a:extLst>
          </p:cNvPr>
          <p:cNvSpPr txBox="1"/>
          <p:nvPr/>
        </p:nvSpPr>
        <p:spPr>
          <a:xfrm>
            <a:off x="0" y="53012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( 2 / 3 )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9221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56F3C-C882-9AE8-78B7-D10B2049E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A3DF6B7-02E1-3A54-1CAB-5EDD519EE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  倚靠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7734D07-F07D-607A-BA8B-80FF9309F7D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Quyết nương, nương vào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172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6BC5C-3B12-7F29-7E44-70ADB990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D754A1A-D4B2-E06A-785B-AFB9DF678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堅固保守危險無慮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1D926F8-4E96-12A2-43C6-35A608681F3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Bình an vượt bao nguy biến khiếp kin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759622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25DF9-96A9-8DEE-CE21-AD9391D2D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B3087DE-7DB3-C56B-2141-AF5B2A4CC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  倚靠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2E33D63-9CD6-7AF6-D9CF-036D7520FC4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Quyết nương, nương vào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520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180C-DA20-CC89-957B-C896F9359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AF43D7F-3488-9305-1970-C6E0E97D1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F09FFEE-04C1-AA76-7937-BCD1D20C432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Giờ mà tôi dựa nương tay Chúa vĩnh sinh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184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F6853-B9AB-EE63-65D2-95B787C0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0FC0CC7-18A6-E904-AC21-6B9165183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我不用驚怕  我不用心慌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9EA9857-F17C-6255-3FD3-A78AE8F158C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Chẳng khiếp, chẳng phân vân,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quyết cứ vững tinh thần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BA2DB4-B79A-CBA4-B00D-3CA5958CDC75}"/>
              </a:ext>
            </a:extLst>
          </p:cNvPr>
          <p:cNvSpPr txBox="1"/>
          <p:nvPr/>
        </p:nvSpPr>
        <p:spPr>
          <a:xfrm>
            <a:off x="0" y="53012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( 3 / 3 )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45851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3A0A-0A5A-9858-3417-601BAAC58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2CD95AE-AD07-F7A6-4E68-12171B600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719EEA3-DC26-2C8E-AC77-37A3892B177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Giờ mà tôi dựa nương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tay Chúa vĩnh sinh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F2104-991C-0024-D679-83FEBB881048}"/>
              </a:ext>
            </a:extLst>
          </p:cNvPr>
          <p:cNvSpPr txBox="1"/>
          <p:nvPr/>
        </p:nvSpPr>
        <p:spPr>
          <a:xfrm>
            <a:off x="0" y="53012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( 3 / 3 )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09869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3AC10-12ED-27E4-55C6-6E24FB3DF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F544BA7-9ECD-A627-010E-4565CA72B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我有大福澤  主在我身旁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B444D4A-9B2A-2B7C-7801-6515ACF2BF8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Phước thái thắm tâm thần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lúc có Jê-sus gần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577193-0AAB-C359-6539-44FC2536A8B7}"/>
              </a:ext>
            </a:extLst>
          </p:cNvPr>
          <p:cNvSpPr txBox="1"/>
          <p:nvPr/>
        </p:nvSpPr>
        <p:spPr>
          <a:xfrm>
            <a:off x="0" y="53012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( 3 / 3 )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97716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D5F60-AC0C-744C-14CF-CE32A147D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F452B5A-07DC-4D46-AEB9-47DD67CC2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6BAE612-764C-07F6-D94F-87B652E868B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Giờ mà tôi dựa nương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tay Chúa vĩnh sinh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5221B-15D4-30F2-1C56-F2A6E21D856E}"/>
              </a:ext>
            </a:extLst>
          </p:cNvPr>
          <p:cNvSpPr txBox="1"/>
          <p:nvPr/>
        </p:nvSpPr>
        <p:spPr>
          <a:xfrm>
            <a:off x="0" y="53012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( 3 / 3 )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17834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FFD85-CF60-EFB1-01DA-30CB0B081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9B2FB9E-1B3A-0CA4-B7E4-BF65D5197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  倚靠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F081D78-6255-F0A1-9480-1773C62181D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Quyết nương, nương vào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531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739DB-F7A4-F8E8-0E37-04972F6E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AE78F70-3D4D-D6BA-D62C-EA3C9356E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堅固保守危險無慮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82B57C3-F1C1-A0C4-85BD-19F955A5490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Bình an vượt bao nguy biến khiếp kin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570850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F46A4-A286-291D-3DAD-6120C83A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F854D2F-EB00-345D-D33D-E1D29BE80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  倚靠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604573C-EC8E-C4F2-F002-14EEE75050A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Quyết nương, nương vào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950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D4CB-6444-44EF-F4E7-BCA8EB25E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7BFFCF5-B281-11BF-E1A4-44083E80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360233B-59FE-D5D7-0396-A313823FD67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Giờ mà tôi dựa nương tay Chúa vĩnh sinh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97468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10</TotalTime>
  <Words>468</Words>
  <Application>Microsoft Office PowerPoint</Application>
  <PresentationFormat>Widescreen</PresentationFormat>
  <Paragraphs>62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微軟正黑體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3</cp:revision>
  <dcterms:created xsi:type="dcterms:W3CDTF">2025-12-06T05:01:31Z</dcterms:created>
  <dcterms:modified xsi:type="dcterms:W3CDTF">2025-12-06T05:12:15Z</dcterms:modified>
</cp:coreProperties>
</file>