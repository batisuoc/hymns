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58" r:id="rId3"/>
    <p:sldId id="266" r:id="rId4"/>
    <p:sldId id="259" r:id="rId5"/>
    <p:sldId id="260" r:id="rId6"/>
    <p:sldId id="267" r:id="rId7"/>
    <p:sldId id="261" r:id="rId8"/>
    <p:sldId id="262" r:id="rId9"/>
    <p:sldId id="263" r:id="rId10"/>
    <p:sldId id="264" r:id="rId11"/>
    <p:sldId id="268" r:id="rId12"/>
    <p:sldId id="265" r:id="rId13"/>
  </p:sldIdLst>
  <p:sldSz cx="12192000" cy="6858000"/>
  <p:notesSz cx="6858000" cy="9144000"/>
  <p:defaultTextStyle>
    <a:defPPr>
      <a:defRPr lang="vi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21" autoAdjust="0"/>
    <p:restoredTop sz="94660"/>
  </p:normalViewPr>
  <p:slideViewPr>
    <p:cSldViewPr snapToGrid="0">
      <p:cViewPr varScale="1">
        <p:scale>
          <a:sx n="71" d="100"/>
          <a:sy n="71" d="100"/>
        </p:scale>
        <p:origin x="78" y="1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zh-TW"/>
              <a:t>Click to edit Master subtitle style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6F35FE-84BF-429E-AAA1-22ACF5210481}" type="datetimeFigureOut">
              <a:rPr lang="vi-VN" smtClean="0"/>
              <a:t>16/02/2026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6FEEB8-951C-4505-ADB9-994B84D03053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40029240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6F35FE-84BF-429E-AAA1-22ACF5210481}" type="datetimeFigureOut">
              <a:rPr lang="vi-VN" smtClean="0"/>
              <a:t>16/02/2026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6FEEB8-951C-4505-ADB9-994B84D03053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8079366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5333" b="1" cap="all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1pPr>
            <a:lvl2pPr marL="609585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6F35FE-84BF-429E-AAA1-22ACF5210481}" type="datetimeFigureOut">
              <a:rPr lang="vi-VN" smtClean="0"/>
              <a:t>16/02/2026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6FEEB8-951C-4505-ADB9-994B84D03053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0775076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6F35FE-84BF-429E-AAA1-22ACF5210481}" type="datetimeFigureOut">
              <a:rPr lang="vi-VN" smtClean="0"/>
              <a:t>16/02/2026</a:t>
            </a:fld>
            <a:endParaRPr lang="vi-VN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6FEEB8-951C-4505-ADB9-994B84D03053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569745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6F35FE-84BF-429E-AAA1-22ACF5210481}" type="datetimeFigureOut">
              <a:rPr lang="vi-VN" smtClean="0"/>
              <a:t>16/02/2026</a:t>
            </a:fld>
            <a:endParaRPr lang="vi-VN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6FEEB8-951C-4505-ADB9-994B84D03053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1946547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6F35FE-84BF-429E-AAA1-22ACF5210481}" type="datetimeFigureOut">
              <a:rPr lang="vi-VN" smtClean="0"/>
              <a:t>16/02/2026</a:t>
            </a:fld>
            <a:endParaRPr lang="vi-VN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6FEEB8-951C-4505-ADB9-994B84D03053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6290500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6F35FE-84BF-429E-AAA1-22ACF5210481}" type="datetimeFigureOut">
              <a:rPr lang="vi-VN" smtClean="0"/>
              <a:t>16/02/2026</a:t>
            </a:fld>
            <a:endParaRPr lang="vi-VN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6FEEB8-951C-4505-ADB9-994B84D03053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0210749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2" y="273049"/>
            <a:ext cx="4011084" cy="1162051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273052"/>
            <a:ext cx="6815667" cy="5853113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2" y="1435102"/>
            <a:ext cx="4011084" cy="46910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6F35FE-84BF-429E-AAA1-22ACF5210481}" type="datetimeFigureOut">
              <a:rPr lang="vi-VN" smtClean="0"/>
              <a:t>16/02/2026</a:t>
            </a:fld>
            <a:endParaRPr lang="vi-VN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6FEEB8-951C-4505-ADB9-994B84D03053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5166948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9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zh-TW"/>
              <a:t>Click icon to add picture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6F35FE-84BF-429E-AAA1-22ACF5210481}" type="datetimeFigureOut">
              <a:rPr lang="vi-VN" smtClean="0"/>
              <a:t>16/02/2026</a:t>
            </a:fld>
            <a:endParaRPr lang="vi-VN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6FEEB8-951C-4505-ADB9-994B84D03053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8930232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6F35FE-84BF-429E-AAA1-22ACF5210481}" type="datetimeFigureOut">
              <a:rPr lang="vi-VN" smtClean="0"/>
              <a:t>16/02/2026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6FEEB8-951C-4505-ADB9-994B84D03053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5272762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6F35FE-84BF-429E-AAA1-22ACF5210481}" type="datetimeFigureOut">
              <a:rPr lang="vi-VN" smtClean="0"/>
              <a:t>16/02/2026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6FEEB8-951C-4505-ADB9-994B84D03053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1121357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6F35FE-84BF-429E-AAA1-22ACF5210481}" type="datetimeFigureOut">
              <a:rPr lang="vi-VN" smtClean="0"/>
              <a:t>16/02/2026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6FEEB8-951C-4505-ADB9-994B84D03053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8396112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1219170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0" hangingPunct="1">
        <a:spcBef>
          <a:spcPct val="20000"/>
        </a:spcBef>
        <a:buFont typeface="Arial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0" hangingPunct="1">
        <a:spcBef>
          <a:spcPct val="20000"/>
        </a:spcBef>
        <a:buFont typeface="Arial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spcBef>
          <a:spcPct val="20000"/>
        </a:spcBef>
        <a:buFont typeface="Arial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spcBef>
          <a:spcPct val="20000"/>
        </a:spcBef>
        <a:buFont typeface="Arial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>
          <a:xfrm>
            <a:off x="0" y="2299173"/>
            <a:ext cx="12192000" cy="1143000"/>
          </a:xfrm>
        </p:spPr>
        <p:txBody>
          <a:bodyPr>
            <a:noAutofit/>
          </a:bodyPr>
          <a:lstStyle/>
          <a:p>
            <a:r>
              <a:rPr lang="zh-CN" altLang="en-US" sz="7200" b="1" i="1" dirty="0">
                <a:solidFill>
                  <a:srgbClr val="00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賀年歌</a:t>
            </a:r>
            <a:endParaRPr lang="zh-TW" altLang="en-US" sz="7200" b="1" i="1" dirty="0">
              <a:solidFill>
                <a:srgbClr val="000066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標題 3"/>
          <p:cNvSpPr txBox="1">
            <a:spLocks/>
          </p:cNvSpPr>
          <p:nvPr/>
        </p:nvSpPr>
        <p:spPr>
          <a:xfrm>
            <a:off x="2048" y="3236979"/>
            <a:ext cx="121920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1219170" rtl="0" eaLnBrk="1" latinLnBrk="0" hangingPunct="1">
              <a:spcBef>
                <a:spcPct val="0"/>
              </a:spcBef>
              <a:buNone/>
              <a:defRPr sz="5867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vi-VN" sz="5400" b="1" i="1" dirty="0">
                <a:solidFill>
                  <a:srgbClr val="6600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Lời chúc năm mới</a:t>
            </a:r>
            <a:endParaRPr lang="zh-TW" altLang="en-US" sz="5400" b="1" i="1" dirty="0">
              <a:solidFill>
                <a:srgbClr val="660033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 pitchFamily="34" charset="0"/>
              <a:ea typeface="微軟正黑體" pitchFamily="34" charset="-12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617035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6798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CN" altLang="en-US" sz="6400" b="1" dirty="0">
                <a:solidFill>
                  <a:srgbClr val="000066"/>
                </a:solidFill>
                <a:effectLst/>
                <a:latin typeface="微軟正黑體" pitchFamily="34" charset="-120"/>
                <a:ea typeface="微軟正黑體" pitchFamily="34" charset="-120"/>
              </a:rPr>
              <a:t>敬拜主  祝新年</a:t>
            </a:r>
            <a:endParaRPr lang="en-US" altLang="zh-CN" sz="6400" b="1" dirty="0">
              <a:solidFill>
                <a:srgbClr val="000066"/>
              </a:solidFill>
              <a:effectLst/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11753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000" b="1" dirty="0">
                <a:solidFill>
                  <a:srgbClr val="660033"/>
                </a:solidFill>
                <a:effectLst/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Vui xuân đến, hát khúc ca</a:t>
            </a:r>
            <a:endParaRPr lang="en-US" sz="4000" b="1" dirty="0">
              <a:solidFill>
                <a:srgbClr val="660033"/>
              </a:solidFill>
              <a:effectLst/>
              <a:latin typeface="Calibri" panose="020F0502020204030204" pitchFamily="34" charset="0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5253203"/>
            <a:ext cx="12192000" cy="748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267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4267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4267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4267" b="1" dirty="0">
              <a:solidFill>
                <a:srgbClr val="000066"/>
              </a:solidFill>
              <a:effectLst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2429622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01637C-A89A-6726-35B2-625A1036F0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DBFA08F7-2970-E1E1-EE37-874501AB1B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6798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CN" altLang="en-US" sz="6400" b="1" dirty="0">
                <a:solidFill>
                  <a:srgbClr val="000066"/>
                </a:solidFill>
                <a:effectLst/>
                <a:latin typeface="微軟正黑體" pitchFamily="34" charset="-120"/>
                <a:ea typeface="微軟正黑體" pitchFamily="34" charset="-120"/>
              </a:rPr>
              <a:t>頌讚主慶賀年</a:t>
            </a:r>
            <a:endParaRPr lang="en-US" altLang="zh-CN" sz="6400" b="1" dirty="0">
              <a:solidFill>
                <a:srgbClr val="000066"/>
              </a:solidFill>
              <a:effectLst/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內容版面配置區 4">
            <a:extLst>
              <a:ext uri="{FF2B5EF4-FFF2-40B4-BE49-F238E27FC236}">
                <a16:creationId xmlns:a16="http://schemas.microsoft.com/office/drawing/2014/main" id="{EC372DCE-63CA-3569-FBB7-81DE9C4B5323}"/>
              </a:ext>
            </a:extLst>
          </p:cNvPr>
          <p:cNvSpPr txBox="1">
            <a:spLocks/>
          </p:cNvSpPr>
          <p:nvPr/>
        </p:nvSpPr>
        <p:spPr>
          <a:xfrm>
            <a:off x="0" y="311753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4000" b="1" dirty="0">
                <a:solidFill>
                  <a:srgbClr val="660033"/>
                </a:solidFill>
                <a:effectLst/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N</a:t>
            </a:r>
            <a:r>
              <a:rPr lang="vi-VN" sz="4000" b="1" dirty="0">
                <a:solidFill>
                  <a:srgbClr val="660033"/>
                </a:solidFill>
                <a:effectLst/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gợi khen Chúa, tôn vinh Ngài</a:t>
            </a:r>
            <a:endParaRPr lang="en-US" sz="4000" b="1" dirty="0">
              <a:solidFill>
                <a:srgbClr val="660033"/>
              </a:solidFill>
              <a:effectLst/>
              <a:latin typeface="Calibri" panose="020F0502020204030204" pitchFamily="34" charset="0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B67C2DF-640A-938B-72E3-ECE6FA1D3BBD}"/>
              </a:ext>
            </a:extLst>
          </p:cNvPr>
          <p:cNvSpPr txBox="1"/>
          <p:nvPr/>
        </p:nvSpPr>
        <p:spPr>
          <a:xfrm>
            <a:off x="0" y="5253203"/>
            <a:ext cx="12192000" cy="748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267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4267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4267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4267" b="1" dirty="0">
              <a:solidFill>
                <a:srgbClr val="000066"/>
              </a:solidFill>
              <a:effectLst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5717120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6798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CN" altLang="en-US" sz="6400" b="1" dirty="0">
                <a:solidFill>
                  <a:srgbClr val="000066"/>
                </a:solidFill>
                <a:effectLst/>
                <a:latin typeface="微軟正黑體" pitchFamily="34" charset="-120"/>
                <a:ea typeface="微軟正黑體" pitchFamily="34" charset="-120"/>
              </a:rPr>
              <a:t>願大家歡欣中過每天</a:t>
            </a:r>
            <a:endParaRPr lang="en-US" altLang="zh-CN" sz="6400" b="1" dirty="0">
              <a:solidFill>
                <a:srgbClr val="000066"/>
              </a:solidFill>
              <a:effectLst/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11753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000" b="1" dirty="0">
                <a:solidFill>
                  <a:srgbClr val="660033"/>
                </a:solidFill>
                <a:effectLst/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cùng hoà ca khúc hát ơn Cha đầy tuôn</a:t>
            </a:r>
            <a:endParaRPr lang="en-US" sz="4000" b="1" dirty="0">
              <a:solidFill>
                <a:srgbClr val="660033"/>
              </a:solidFill>
              <a:effectLst/>
              <a:latin typeface="Calibri" panose="020F0502020204030204" pitchFamily="34" charset="0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5253203"/>
            <a:ext cx="12192000" cy="748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267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4267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4267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4267" b="1" dirty="0">
              <a:solidFill>
                <a:srgbClr val="000066"/>
              </a:solidFill>
              <a:effectLst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0389564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6798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CN" altLang="en-US" sz="6400" b="1" dirty="0">
                <a:solidFill>
                  <a:srgbClr val="000066"/>
                </a:solidFill>
                <a:effectLst/>
                <a:latin typeface="微軟正黑體" pitchFamily="34" charset="-120"/>
                <a:ea typeface="微軟正黑體" pitchFamily="34" charset="-120"/>
              </a:rPr>
              <a:t>信靠主  快樂年</a:t>
            </a:r>
            <a:endParaRPr lang="en-US" altLang="zh-CN" sz="6400" b="1" dirty="0">
              <a:solidFill>
                <a:srgbClr val="000066"/>
              </a:solidFill>
              <a:effectLst/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11753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000" b="1" dirty="0">
                <a:solidFill>
                  <a:srgbClr val="660033"/>
                </a:solidFill>
                <a:effectLst/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Thêm yêu Chúa, luôn tin cậy</a:t>
            </a:r>
            <a:endParaRPr lang="en-US" sz="4000" b="1" dirty="0">
              <a:solidFill>
                <a:srgbClr val="660033"/>
              </a:solidFill>
              <a:effectLst/>
              <a:latin typeface="Calibri" panose="020F0502020204030204" pitchFamily="34" charset="0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5253203"/>
            <a:ext cx="12192000" cy="748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267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4267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4267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4267" b="1" dirty="0">
              <a:solidFill>
                <a:srgbClr val="000066"/>
              </a:solidFill>
              <a:effectLst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6765037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EF9342-C0E4-1E08-5C49-78769DED3B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6102794B-3820-7862-72D3-4581609E40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6798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CN" altLang="en-US" sz="6400" b="1" dirty="0">
                <a:solidFill>
                  <a:srgbClr val="000066"/>
                </a:solidFill>
                <a:effectLst/>
                <a:latin typeface="微軟正黑體" pitchFamily="34" charset="-120"/>
                <a:ea typeface="微軟正黑體" pitchFamily="34" charset="-120"/>
              </a:rPr>
              <a:t>同讚主  過年年</a:t>
            </a:r>
            <a:endParaRPr lang="en-US" altLang="zh-CN" sz="6400" b="1" dirty="0">
              <a:solidFill>
                <a:srgbClr val="000066"/>
              </a:solidFill>
              <a:effectLst/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內容版面配置區 4">
            <a:extLst>
              <a:ext uri="{FF2B5EF4-FFF2-40B4-BE49-F238E27FC236}">
                <a16:creationId xmlns:a16="http://schemas.microsoft.com/office/drawing/2014/main" id="{B9787743-E6B8-5F8D-3EFA-D1DAF046585C}"/>
              </a:ext>
            </a:extLst>
          </p:cNvPr>
          <p:cNvSpPr txBox="1">
            <a:spLocks/>
          </p:cNvSpPr>
          <p:nvPr/>
        </p:nvSpPr>
        <p:spPr>
          <a:xfrm>
            <a:off x="0" y="311753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40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H</a:t>
            </a:r>
            <a:r>
              <a:rPr lang="vi-VN" sz="4000" b="1" dirty="0">
                <a:solidFill>
                  <a:srgbClr val="660033"/>
                </a:solidFill>
                <a:effectLst/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ầu việc Chúa không nao lòng</a:t>
            </a:r>
            <a:endParaRPr lang="en-US" sz="4000" b="1" dirty="0">
              <a:solidFill>
                <a:srgbClr val="660033"/>
              </a:solidFill>
              <a:effectLst/>
              <a:latin typeface="Calibri" panose="020F0502020204030204" pitchFamily="34" charset="0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47A78C4-3FF3-0DE2-EE5F-C5EE8BB8C675}"/>
              </a:ext>
            </a:extLst>
          </p:cNvPr>
          <p:cNvSpPr txBox="1"/>
          <p:nvPr/>
        </p:nvSpPr>
        <p:spPr>
          <a:xfrm>
            <a:off x="0" y="5253203"/>
            <a:ext cx="12192000" cy="748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267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4267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4267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4267" b="1" dirty="0">
              <a:solidFill>
                <a:srgbClr val="000066"/>
              </a:solidFill>
              <a:effectLst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1212465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6798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CN" altLang="en-US" sz="6400" b="1" dirty="0">
                <a:solidFill>
                  <a:srgbClr val="000066"/>
                </a:solidFill>
                <a:effectLst/>
                <a:latin typeface="微軟正黑體" pitchFamily="34" charset="-120"/>
                <a:ea typeface="微軟正黑體" pitchFamily="34" charset="-120"/>
              </a:rPr>
              <a:t>願靠主彼此真心互勉</a:t>
            </a:r>
            <a:endParaRPr lang="en-US" altLang="zh-CN" sz="6400" b="1" dirty="0">
              <a:solidFill>
                <a:srgbClr val="000066"/>
              </a:solidFill>
              <a:effectLst/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11753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4000" b="1">
                <a:solidFill>
                  <a:srgbClr val="660033"/>
                </a:solidFill>
                <a:effectLst/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H</a:t>
            </a:r>
            <a:r>
              <a:rPr lang="vi-VN" sz="4000" b="1">
                <a:solidFill>
                  <a:srgbClr val="660033"/>
                </a:solidFill>
                <a:effectLst/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ằng </a:t>
            </a:r>
            <a:r>
              <a:rPr lang="vi-VN" sz="4000" b="1" dirty="0">
                <a:solidFill>
                  <a:srgbClr val="660033"/>
                </a:solidFill>
                <a:effectLst/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truyền rao Cứu Chúa Giê-su mọi nơi</a:t>
            </a:r>
            <a:endParaRPr lang="en-US" sz="4000" b="1" dirty="0">
              <a:solidFill>
                <a:srgbClr val="660033"/>
              </a:solidFill>
              <a:effectLst/>
              <a:latin typeface="Calibri" panose="020F0502020204030204" pitchFamily="34" charset="0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5253203"/>
            <a:ext cx="12192000" cy="748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267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4267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4267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4267" b="1" dirty="0">
              <a:solidFill>
                <a:srgbClr val="000066"/>
              </a:solidFill>
              <a:effectLst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820431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6798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CN" altLang="en-US" sz="6400" b="1" dirty="0">
                <a:solidFill>
                  <a:srgbClr val="000066"/>
                </a:solidFill>
                <a:effectLst/>
                <a:latin typeface="微軟正黑體" pitchFamily="34" charset="-120"/>
                <a:ea typeface="微軟正黑體" pitchFamily="34" charset="-120"/>
              </a:rPr>
              <a:t>多少日子主必親手帶領</a:t>
            </a:r>
            <a:endParaRPr lang="en-US" altLang="zh-CN" sz="6400" b="1" dirty="0">
              <a:solidFill>
                <a:srgbClr val="000066"/>
              </a:solidFill>
              <a:effectLst/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11753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000" b="1" dirty="0">
                <a:solidFill>
                  <a:srgbClr val="660033"/>
                </a:solidFill>
                <a:effectLst/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Khẩn xin lời Chúa hằng khắc sâu ở trong lòng con</a:t>
            </a:r>
            <a:endParaRPr lang="en-US" sz="4000" b="1" dirty="0">
              <a:solidFill>
                <a:srgbClr val="660033"/>
              </a:solidFill>
              <a:effectLst/>
              <a:latin typeface="Calibri" panose="020F0502020204030204" pitchFamily="34" charset="0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5253203"/>
            <a:ext cx="12192000" cy="748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267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4267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4267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4267" b="1" dirty="0">
              <a:solidFill>
                <a:srgbClr val="000066"/>
              </a:solidFill>
              <a:effectLst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6520227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6798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CN" altLang="en-US" sz="6400" b="1" dirty="0">
                <a:solidFill>
                  <a:srgbClr val="000066"/>
                </a:solidFill>
                <a:effectLst/>
                <a:latin typeface="微軟正黑體" pitchFamily="34" charset="-120"/>
                <a:ea typeface="微軟正黑體" pitchFamily="34" charset="-120"/>
              </a:rPr>
              <a:t>世事常變主愛沒變遷</a:t>
            </a:r>
            <a:endParaRPr lang="en-US" altLang="zh-CN" sz="6400" b="1" dirty="0">
              <a:solidFill>
                <a:srgbClr val="000066"/>
              </a:solidFill>
              <a:effectLst/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11753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000" b="1" dirty="0">
                <a:solidFill>
                  <a:srgbClr val="660033"/>
                </a:solidFill>
                <a:effectLst/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cuối xin Ngài đổi thay lòng con nên mới</a:t>
            </a:r>
            <a:endParaRPr lang="en-US" sz="4000" b="1" dirty="0">
              <a:solidFill>
                <a:srgbClr val="660033"/>
              </a:solidFill>
              <a:effectLst/>
              <a:latin typeface="Calibri" panose="020F0502020204030204" pitchFamily="34" charset="0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5253203"/>
            <a:ext cx="12192000" cy="748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267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4267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4267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4267" b="1" dirty="0">
              <a:solidFill>
                <a:srgbClr val="000066"/>
              </a:solidFill>
              <a:effectLst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5428750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6798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CN" altLang="en-US" sz="6400" b="1" dirty="0">
                <a:solidFill>
                  <a:srgbClr val="000066"/>
                </a:solidFill>
                <a:effectLst/>
                <a:latin typeface="微軟正黑體" pitchFamily="34" charset="-120"/>
                <a:ea typeface="微軟正黑體" pitchFamily="34" charset="-120"/>
              </a:rPr>
              <a:t>敬拜主  祝新年</a:t>
            </a:r>
            <a:endParaRPr lang="en-US" altLang="zh-CN" sz="6400" b="1" dirty="0">
              <a:solidFill>
                <a:srgbClr val="000066"/>
              </a:solidFill>
              <a:effectLst/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11753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000" b="1" dirty="0">
                <a:solidFill>
                  <a:srgbClr val="660033"/>
                </a:solidFill>
                <a:effectLst/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Xin ơn Chúa, luôn tuôn tràn</a:t>
            </a:r>
            <a:endParaRPr lang="en-US" sz="4000" b="1" dirty="0">
              <a:solidFill>
                <a:srgbClr val="660033"/>
              </a:solidFill>
              <a:effectLst/>
              <a:latin typeface="Calibri" panose="020F0502020204030204" pitchFamily="34" charset="0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5253203"/>
            <a:ext cx="12192000" cy="748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267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4267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4267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4267" b="1" dirty="0">
              <a:solidFill>
                <a:srgbClr val="000066"/>
              </a:solidFill>
              <a:effectLst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7129454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ED1E9E-59BB-F988-EFFD-68C34CEA02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5A446F60-5AE0-2795-5263-BD382B6937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6798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CN" altLang="en-US" sz="6400" b="1" dirty="0">
                <a:solidFill>
                  <a:srgbClr val="000066"/>
                </a:solidFill>
                <a:effectLst/>
                <a:latin typeface="微軟正黑體" pitchFamily="34" charset="-120"/>
                <a:ea typeface="微軟正黑體" pitchFamily="34" charset="-120"/>
              </a:rPr>
              <a:t>頌讚主  慶賀年</a:t>
            </a:r>
            <a:endParaRPr lang="en-US" altLang="zh-CN" sz="6400" b="1" dirty="0">
              <a:solidFill>
                <a:srgbClr val="000066"/>
              </a:solidFill>
              <a:effectLst/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內容版面配置區 4">
            <a:extLst>
              <a:ext uri="{FF2B5EF4-FFF2-40B4-BE49-F238E27FC236}">
                <a16:creationId xmlns:a16="http://schemas.microsoft.com/office/drawing/2014/main" id="{9FBFE4CC-29F4-7986-737E-F87174612E79}"/>
              </a:ext>
            </a:extLst>
          </p:cNvPr>
          <p:cNvSpPr txBox="1">
            <a:spLocks/>
          </p:cNvSpPr>
          <p:nvPr/>
        </p:nvSpPr>
        <p:spPr>
          <a:xfrm>
            <a:off x="0" y="311753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4000" b="1" dirty="0">
                <a:solidFill>
                  <a:srgbClr val="660033"/>
                </a:solidFill>
                <a:effectLst/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T</a:t>
            </a:r>
            <a:r>
              <a:rPr lang="vi-VN" sz="4000" b="1" dirty="0">
                <a:solidFill>
                  <a:srgbClr val="660033"/>
                </a:solidFill>
                <a:effectLst/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ình yêu Chúa luôn đong đầy</a:t>
            </a:r>
            <a:endParaRPr lang="en-US" sz="4000" b="1" dirty="0">
              <a:solidFill>
                <a:srgbClr val="660033"/>
              </a:solidFill>
              <a:effectLst/>
              <a:latin typeface="Calibri" panose="020F0502020204030204" pitchFamily="34" charset="0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9DC8A14-B144-4E70-3D8E-6BFA8B9F8D67}"/>
              </a:ext>
            </a:extLst>
          </p:cNvPr>
          <p:cNvSpPr txBox="1"/>
          <p:nvPr/>
        </p:nvSpPr>
        <p:spPr>
          <a:xfrm>
            <a:off x="0" y="5253203"/>
            <a:ext cx="12192000" cy="748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267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4267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4267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4267" b="1" dirty="0">
              <a:solidFill>
                <a:srgbClr val="000066"/>
              </a:solidFill>
              <a:effectLst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7397923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6798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CN" altLang="en-US" sz="6400" b="1" dirty="0">
                <a:solidFill>
                  <a:srgbClr val="000066"/>
                </a:solidFill>
                <a:effectLst/>
                <a:latin typeface="微軟正黑體" pitchFamily="34" charset="-120"/>
                <a:ea typeface="微軟正黑體" pitchFamily="34" charset="-120"/>
              </a:rPr>
              <a:t>願愛主一生都不變</a:t>
            </a:r>
            <a:endParaRPr lang="en-US" altLang="zh-CN" sz="6400" b="1" dirty="0">
              <a:solidFill>
                <a:srgbClr val="000066"/>
              </a:solidFill>
              <a:effectLst/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11753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000" b="1" dirty="0">
                <a:solidFill>
                  <a:srgbClr val="660033"/>
                </a:solidFill>
                <a:effectLst/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và một năm kết quả cho Cha nhiều hơn</a:t>
            </a:r>
            <a:endParaRPr lang="en-US" sz="4000" b="1" dirty="0">
              <a:solidFill>
                <a:srgbClr val="660033"/>
              </a:solidFill>
              <a:effectLst/>
              <a:latin typeface="Calibri" panose="020F0502020204030204" pitchFamily="34" charset="0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5253203"/>
            <a:ext cx="12192000" cy="748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267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4267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4267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4267" b="1" dirty="0">
              <a:solidFill>
                <a:srgbClr val="000066"/>
              </a:solidFill>
              <a:effectLst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68764134"/>
      </p:ext>
    </p:extLst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1" id="{1A8DE197-990E-4893-BF04-3823FBB50F9A}" vid="{430B7048-5A04-4BDB-939A-C7E865DB887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Theme1</Template>
  <TotalTime>9</TotalTime>
  <Words>222</Words>
  <Application>Microsoft Office PowerPoint</Application>
  <PresentationFormat>Widescreen</PresentationFormat>
  <Paragraphs>35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微軟正黑體</vt:lpstr>
      <vt:lpstr>微軟正黑體</vt:lpstr>
      <vt:lpstr>Arial</vt:lpstr>
      <vt:lpstr>Calibri</vt:lpstr>
      <vt:lpstr>Theme1</vt:lpstr>
      <vt:lpstr>賀年歌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賀年歌</dc:title>
  <dc:creator>Windows User</dc:creator>
  <cp:lastModifiedBy>Uncle Jo</cp:lastModifiedBy>
  <cp:revision>4</cp:revision>
  <dcterms:created xsi:type="dcterms:W3CDTF">2022-01-28T17:22:57Z</dcterms:created>
  <dcterms:modified xsi:type="dcterms:W3CDTF">2026-02-16T04:32:04Z</dcterms:modified>
</cp:coreProperties>
</file>