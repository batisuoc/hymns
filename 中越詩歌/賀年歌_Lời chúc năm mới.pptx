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</p:sldIdLst>
  <p:sldSz cx="12192000" cy="6858000"/>
  <p:notesSz cx="6858000" cy="9144000"/>
  <p:defaultTextStyle>
    <a:defPPr>
      <a:defRPr lang="vi-V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0021" autoAdjust="0"/>
    <p:restoredTop sz="94660"/>
  </p:normalViewPr>
  <p:slideViewPr>
    <p:cSldViewPr snapToGrid="0">
      <p:cViewPr varScale="1">
        <p:scale>
          <a:sx n="61" d="100"/>
          <a:sy n="61" d="100"/>
        </p:scale>
        <p:origin x="72" y="4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60958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91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75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833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792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75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709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667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altLang="zh-TW"/>
              <a:t>Click to edit Master subtitle style</a:t>
            </a:r>
            <a:endParaRPr lang="zh-TW" altLang="en-US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6F35FE-84BF-429E-AAA1-22ACF5210481}" type="datetimeFigureOut">
              <a:rPr lang="vi-VN" smtClean="0"/>
              <a:t>26/01/2025</a:t>
            </a:fld>
            <a:endParaRPr lang="vi-VN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6FEEB8-951C-4505-ADB9-994B84D03053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40029240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altLang="zh-TW"/>
              <a:t>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6F35FE-84BF-429E-AAA1-22ACF5210481}" type="datetimeFigureOut">
              <a:rPr lang="vi-VN" smtClean="0"/>
              <a:t>26/01/2025</a:t>
            </a:fld>
            <a:endParaRPr lang="vi-VN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6FEEB8-951C-4505-ADB9-994B84D03053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8079366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區段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5333" b="1" cap="all"/>
            </a:lvl1pPr>
          </a:lstStyle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667">
                <a:solidFill>
                  <a:schemeClr val="tx1">
                    <a:tint val="75000"/>
                  </a:schemeClr>
                </a:solidFill>
              </a:defRPr>
            </a:lvl1pPr>
            <a:lvl2pPr marL="609585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2pPr>
            <a:lvl3pPr marL="1219170" indent="0">
              <a:buNone/>
              <a:defRPr sz="2133">
                <a:solidFill>
                  <a:schemeClr val="tx1">
                    <a:tint val="75000"/>
                  </a:schemeClr>
                </a:solidFill>
              </a:defRPr>
            </a:lvl3pPr>
            <a:lvl4pPr marL="1828754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4pPr>
            <a:lvl5pPr marL="2438339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5pPr>
            <a:lvl6pPr marL="3047924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6pPr>
            <a:lvl7pPr marL="3657509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7pPr>
            <a:lvl8pPr marL="4267093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8pPr>
            <a:lvl9pPr marL="4876678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TW"/>
              <a:t>Edit Master text styles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6F35FE-84BF-429E-AAA1-22ACF5210481}" type="datetimeFigureOut">
              <a:rPr lang="vi-VN" smtClean="0"/>
              <a:t>26/01/2025</a:t>
            </a:fld>
            <a:endParaRPr lang="vi-VN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6FEEB8-951C-4505-ADB9-994B84D03053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07750765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3733"/>
            </a:lvl1pPr>
            <a:lvl2pPr>
              <a:defRPr sz="3200"/>
            </a:lvl2pPr>
            <a:lvl3pPr>
              <a:defRPr sz="2667"/>
            </a:lvl3pPr>
            <a:lvl4pPr>
              <a:defRPr sz="2400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n-US" altLang="zh-TW"/>
              <a:t>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3733"/>
            </a:lvl1pPr>
            <a:lvl2pPr>
              <a:defRPr sz="3200"/>
            </a:lvl2pPr>
            <a:lvl3pPr>
              <a:defRPr sz="2667"/>
            </a:lvl3pPr>
            <a:lvl4pPr>
              <a:defRPr sz="2400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n-US" altLang="zh-TW"/>
              <a:t>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6F35FE-84BF-429E-AAA1-22ACF5210481}" type="datetimeFigureOut">
              <a:rPr lang="vi-VN" smtClean="0"/>
              <a:t>26/01/2025</a:t>
            </a:fld>
            <a:endParaRPr lang="vi-VN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6FEEB8-951C-4505-ADB9-994B84D03053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569745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3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585" indent="0">
              <a:buNone/>
              <a:defRPr sz="2667" b="1"/>
            </a:lvl2pPr>
            <a:lvl3pPr marL="1219170" indent="0">
              <a:buNone/>
              <a:defRPr sz="2400" b="1"/>
            </a:lvl3pPr>
            <a:lvl4pPr marL="1828754" indent="0">
              <a:buNone/>
              <a:defRPr sz="2133" b="1"/>
            </a:lvl4pPr>
            <a:lvl5pPr marL="2438339" indent="0">
              <a:buNone/>
              <a:defRPr sz="2133" b="1"/>
            </a:lvl5pPr>
            <a:lvl6pPr marL="3047924" indent="0">
              <a:buNone/>
              <a:defRPr sz="2133" b="1"/>
            </a:lvl6pPr>
            <a:lvl7pPr marL="3657509" indent="0">
              <a:buNone/>
              <a:defRPr sz="2133" b="1"/>
            </a:lvl7pPr>
            <a:lvl8pPr marL="4267093" indent="0">
              <a:buNone/>
              <a:defRPr sz="2133" b="1"/>
            </a:lvl8pPr>
            <a:lvl9pPr marL="4876678" indent="0">
              <a:buNone/>
              <a:defRPr sz="2133" b="1"/>
            </a:lvl9pPr>
          </a:lstStyle>
          <a:p>
            <a:pPr lvl="0"/>
            <a:r>
              <a:rPr lang="en-US" altLang="zh-TW"/>
              <a:t>Edit Master text styles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3200"/>
            </a:lvl1pPr>
            <a:lvl2pPr>
              <a:defRPr sz="2667"/>
            </a:lvl2pPr>
            <a:lvl3pPr>
              <a:defRPr sz="2400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en-US" altLang="zh-TW"/>
              <a:t>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3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585" indent="0">
              <a:buNone/>
              <a:defRPr sz="2667" b="1"/>
            </a:lvl2pPr>
            <a:lvl3pPr marL="1219170" indent="0">
              <a:buNone/>
              <a:defRPr sz="2400" b="1"/>
            </a:lvl3pPr>
            <a:lvl4pPr marL="1828754" indent="0">
              <a:buNone/>
              <a:defRPr sz="2133" b="1"/>
            </a:lvl4pPr>
            <a:lvl5pPr marL="2438339" indent="0">
              <a:buNone/>
              <a:defRPr sz="2133" b="1"/>
            </a:lvl5pPr>
            <a:lvl6pPr marL="3047924" indent="0">
              <a:buNone/>
              <a:defRPr sz="2133" b="1"/>
            </a:lvl6pPr>
            <a:lvl7pPr marL="3657509" indent="0">
              <a:buNone/>
              <a:defRPr sz="2133" b="1"/>
            </a:lvl7pPr>
            <a:lvl8pPr marL="4267093" indent="0">
              <a:buNone/>
              <a:defRPr sz="2133" b="1"/>
            </a:lvl8pPr>
            <a:lvl9pPr marL="4876678" indent="0">
              <a:buNone/>
              <a:defRPr sz="2133" b="1"/>
            </a:lvl9pPr>
          </a:lstStyle>
          <a:p>
            <a:pPr lvl="0"/>
            <a:r>
              <a:rPr lang="en-US" altLang="zh-TW"/>
              <a:t>Edit Master text styles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3200"/>
            </a:lvl1pPr>
            <a:lvl2pPr>
              <a:defRPr sz="2667"/>
            </a:lvl2pPr>
            <a:lvl3pPr>
              <a:defRPr sz="2400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en-US" altLang="zh-TW"/>
              <a:t>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7" name="日期版面配置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6F35FE-84BF-429E-AAA1-22ACF5210481}" type="datetimeFigureOut">
              <a:rPr lang="vi-VN" smtClean="0"/>
              <a:t>26/01/2025</a:t>
            </a:fld>
            <a:endParaRPr lang="vi-VN"/>
          </a:p>
        </p:txBody>
      </p:sp>
      <p:sp>
        <p:nvSpPr>
          <p:cNvPr id="8" name="頁尾版面配置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9" name="投影片編號版面配置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6FEEB8-951C-4505-ADB9-994B84D03053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19465472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6F35FE-84BF-429E-AAA1-22ACF5210481}" type="datetimeFigureOut">
              <a:rPr lang="vi-VN" smtClean="0"/>
              <a:t>26/01/2025</a:t>
            </a:fld>
            <a:endParaRPr lang="vi-VN"/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5" name="投影片編號版面配置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6FEEB8-951C-4505-ADB9-994B84D03053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6290500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6F35FE-84BF-429E-AAA1-22ACF5210481}" type="datetimeFigureOut">
              <a:rPr lang="vi-VN" smtClean="0"/>
              <a:t>26/01/2025</a:t>
            </a:fld>
            <a:endParaRPr lang="vi-VN"/>
          </a:p>
        </p:txBody>
      </p:sp>
      <p:sp>
        <p:nvSpPr>
          <p:cNvPr id="3" name="頁尾版面配置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6FEEB8-951C-4505-ADB9-994B84D03053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02107490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609602" y="273049"/>
            <a:ext cx="4011084" cy="1162051"/>
          </a:xfrm>
        </p:spPr>
        <p:txBody>
          <a:bodyPr anchor="b"/>
          <a:lstStyle>
            <a:lvl1pPr algn="l">
              <a:defRPr sz="2667" b="1"/>
            </a:lvl1pPr>
          </a:lstStyle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4766733" y="273052"/>
            <a:ext cx="6815667" cy="5853113"/>
          </a:xfrm>
        </p:spPr>
        <p:txBody>
          <a:bodyPr/>
          <a:lstStyle>
            <a:lvl1pPr>
              <a:defRPr sz="4267"/>
            </a:lvl1pPr>
            <a:lvl2pPr>
              <a:defRPr sz="3733"/>
            </a:lvl2pPr>
            <a:lvl3pPr>
              <a:defRPr sz="3200"/>
            </a:lvl3pPr>
            <a:lvl4pPr>
              <a:defRPr sz="2667"/>
            </a:lvl4pPr>
            <a:lvl5pPr>
              <a:defRPr sz="2667"/>
            </a:lvl5pPr>
            <a:lvl6pPr>
              <a:defRPr sz="2667"/>
            </a:lvl6pPr>
            <a:lvl7pPr>
              <a:defRPr sz="2667"/>
            </a:lvl7pPr>
            <a:lvl8pPr>
              <a:defRPr sz="2667"/>
            </a:lvl8pPr>
            <a:lvl9pPr>
              <a:defRPr sz="2667"/>
            </a:lvl9pPr>
          </a:lstStyle>
          <a:p>
            <a:pPr lvl="0"/>
            <a:r>
              <a:rPr lang="en-US" altLang="zh-TW"/>
              <a:t>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609602" y="1435102"/>
            <a:ext cx="4011084" cy="4691063"/>
          </a:xfrm>
        </p:spPr>
        <p:txBody>
          <a:bodyPr/>
          <a:lstStyle>
            <a:lvl1pPr marL="0" indent="0">
              <a:buNone/>
              <a:defRPr sz="1867"/>
            </a:lvl1pPr>
            <a:lvl2pPr marL="609585" indent="0">
              <a:buNone/>
              <a:defRPr sz="1600"/>
            </a:lvl2pPr>
            <a:lvl3pPr marL="1219170" indent="0">
              <a:buNone/>
              <a:defRPr sz="1333"/>
            </a:lvl3pPr>
            <a:lvl4pPr marL="1828754" indent="0">
              <a:buNone/>
              <a:defRPr sz="1200"/>
            </a:lvl4pPr>
            <a:lvl5pPr marL="2438339" indent="0">
              <a:buNone/>
              <a:defRPr sz="1200"/>
            </a:lvl5pPr>
            <a:lvl6pPr marL="3047924" indent="0">
              <a:buNone/>
              <a:defRPr sz="1200"/>
            </a:lvl6pPr>
            <a:lvl7pPr marL="3657509" indent="0">
              <a:buNone/>
              <a:defRPr sz="1200"/>
            </a:lvl7pPr>
            <a:lvl8pPr marL="4267093" indent="0">
              <a:buNone/>
              <a:defRPr sz="1200"/>
            </a:lvl8pPr>
            <a:lvl9pPr marL="4876678" indent="0">
              <a:buNone/>
              <a:defRPr sz="1200"/>
            </a:lvl9pPr>
          </a:lstStyle>
          <a:p>
            <a:pPr lvl="0"/>
            <a:r>
              <a:rPr lang="en-US" altLang="zh-TW"/>
              <a:t>Edit Master text styles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6F35FE-84BF-429E-AAA1-22ACF5210481}" type="datetimeFigureOut">
              <a:rPr lang="vi-VN" smtClean="0"/>
              <a:t>26/01/2025</a:t>
            </a:fld>
            <a:endParaRPr lang="vi-VN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6FEEB8-951C-4505-ADB9-994B84D03053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5166948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9"/>
          </a:xfrm>
        </p:spPr>
        <p:txBody>
          <a:bodyPr anchor="b"/>
          <a:lstStyle>
            <a:lvl1pPr algn="l">
              <a:defRPr sz="2667" b="1"/>
            </a:lvl1pPr>
          </a:lstStyle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圖片版面配置區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4267"/>
            </a:lvl1pPr>
            <a:lvl2pPr marL="609585" indent="0">
              <a:buNone/>
              <a:defRPr sz="3733"/>
            </a:lvl2pPr>
            <a:lvl3pPr marL="1219170" indent="0">
              <a:buNone/>
              <a:defRPr sz="3200"/>
            </a:lvl3pPr>
            <a:lvl4pPr marL="1828754" indent="0">
              <a:buNone/>
              <a:defRPr sz="2667"/>
            </a:lvl4pPr>
            <a:lvl5pPr marL="2438339" indent="0">
              <a:buNone/>
              <a:defRPr sz="2667"/>
            </a:lvl5pPr>
            <a:lvl6pPr marL="3047924" indent="0">
              <a:buNone/>
              <a:defRPr sz="2667"/>
            </a:lvl6pPr>
            <a:lvl7pPr marL="3657509" indent="0">
              <a:buNone/>
              <a:defRPr sz="2667"/>
            </a:lvl7pPr>
            <a:lvl8pPr marL="4267093" indent="0">
              <a:buNone/>
              <a:defRPr sz="2667"/>
            </a:lvl8pPr>
            <a:lvl9pPr marL="4876678" indent="0">
              <a:buNone/>
              <a:defRPr sz="2667"/>
            </a:lvl9pPr>
          </a:lstStyle>
          <a:p>
            <a:r>
              <a:rPr lang="en-US" altLang="zh-TW"/>
              <a:t>Click icon to add picture</a:t>
            </a:r>
            <a:endParaRPr lang="zh-TW" altLang="en-US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3"/>
          </a:xfrm>
        </p:spPr>
        <p:txBody>
          <a:bodyPr/>
          <a:lstStyle>
            <a:lvl1pPr marL="0" indent="0">
              <a:buNone/>
              <a:defRPr sz="1867"/>
            </a:lvl1pPr>
            <a:lvl2pPr marL="609585" indent="0">
              <a:buNone/>
              <a:defRPr sz="1600"/>
            </a:lvl2pPr>
            <a:lvl3pPr marL="1219170" indent="0">
              <a:buNone/>
              <a:defRPr sz="1333"/>
            </a:lvl3pPr>
            <a:lvl4pPr marL="1828754" indent="0">
              <a:buNone/>
              <a:defRPr sz="1200"/>
            </a:lvl4pPr>
            <a:lvl5pPr marL="2438339" indent="0">
              <a:buNone/>
              <a:defRPr sz="1200"/>
            </a:lvl5pPr>
            <a:lvl6pPr marL="3047924" indent="0">
              <a:buNone/>
              <a:defRPr sz="1200"/>
            </a:lvl6pPr>
            <a:lvl7pPr marL="3657509" indent="0">
              <a:buNone/>
              <a:defRPr sz="1200"/>
            </a:lvl7pPr>
            <a:lvl8pPr marL="4267093" indent="0">
              <a:buNone/>
              <a:defRPr sz="1200"/>
            </a:lvl8pPr>
            <a:lvl9pPr marL="4876678" indent="0">
              <a:buNone/>
              <a:defRPr sz="1200"/>
            </a:lvl9pPr>
          </a:lstStyle>
          <a:p>
            <a:pPr lvl="0"/>
            <a:r>
              <a:rPr lang="en-US" altLang="zh-TW"/>
              <a:t>Edit Master text styles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6F35FE-84BF-429E-AAA1-22ACF5210481}" type="datetimeFigureOut">
              <a:rPr lang="vi-VN" smtClean="0"/>
              <a:t>26/01/2025</a:t>
            </a:fld>
            <a:endParaRPr lang="vi-VN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6FEEB8-951C-4505-ADB9-994B84D03053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89302323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altLang="zh-TW"/>
              <a:t>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6F35FE-84BF-429E-AAA1-22ACF5210481}" type="datetimeFigureOut">
              <a:rPr lang="vi-VN" smtClean="0"/>
              <a:t>26/01/2025</a:t>
            </a:fld>
            <a:endParaRPr lang="vi-VN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6FEEB8-951C-4505-ADB9-994B84D03053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5272762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en-US" altLang="zh-TW"/>
              <a:t>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6F35FE-84BF-429E-AAA1-22ACF5210481}" type="datetimeFigureOut">
              <a:rPr lang="vi-VN" smtClean="0"/>
              <a:t>26/01/2025</a:t>
            </a:fld>
            <a:endParaRPr lang="vi-VN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6FEEB8-951C-4505-ADB9-994B84D03053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11213573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e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/>
          <a:srcRect/>
          <a:tile tx="0" ty="0" sx="100000" sy="100000" flip="none" algn="tl"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/>
          <p:cNvSpPr>
            <a:spLocks noGrp="1"/>
          </p:cNvSpPr>
          <p:nvPr>
            <p:ph type="title"/>
          </p:nvPr>
        </p:nvSpPr>
        <p:spPr>
          <a:xfrm>
            <a:off x="609600" y="274639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2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46F35FE-84BF-429E-AAA1-22ACF5210481}" type="datetimeFigureOut">
              <a:rPr lang="vi-VN" smtClean="0"/>
              <a:t>26/01/2025</a:t>
            </a:fld>
            <a:endParaRPr lang="vi-VN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vi-VN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E6FEEB8-951C-4505-ADB9-994B84D03053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83961120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ctr" defTabSz="1219170" rtl="0" eaLnBrk="1" latinLnBrk="0" hangingPunct="1">
        <a:spcBef>
          <a:spcPct val="0"/>
        </a:spcBef>
        <a:buNone/>
        <a:defRPr sz="586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7189" indent="-457189" algn="l" defTabSz="1219170" rtl="0" eaLnBrk="1" latinLnBrk="0" hangingPunct="1">
        <a:spcBef>
          <a:spcPct val="20000"/>
        </a:spcBef>
        <a:buFont typeface="Arial" pitchFamily="34" charset="0"/>
        <a:buChar char="•"/>
        <a:defRPr sz="4267" kern="1200">
          <a:solidFill>
            <a:schemeClr val="tx1"/>
          </a:solidFill>
          <a:latin typeface="+mn-lt"/>
          <a:ea typeface="+mn-ea"/>
          <a:cs typeface="+mn-cs"/>
        </a:defRPr>
      </a:lvl1pPr>
      <a:lvl2pPr marL="990575" indent="-380990" algn="l" defTabSz="1219170" rtl="0" eaLnBrk="1" latinLnBrk="0" hangingPunct="1">
        <a:spcBef>
          <a:spcPct val="20000"/>
        </a:spcBef>
        <a:buFont typeface="Arial" pitchFamily="34" charset="0"/>
        <a:buChar char="–"/>
        <a:defRPr sz="3733" kern="1200">
          <a:solidFill>
            <a:schemeClr val="tx1"/>
          </a:solidFill>
          <a:latin typeface="+mn-lt"/>
          <a:ea typeface="+mn-ea"/>
          <a:cs typeface="+mn-cs"/>
        </a:defRPr>
      </a:lvl2pPr>
      <a:lvl3pPr marL="1523962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3pPr>
      <a:lvl4pPr marL="2133547" indent="-304792" algn="l" defTabSz="1219170" rtl="0" eaLnBrk="1" latinLnBrk="0" hangingPunct="1">
        <a:spcBef>
          <a:spcPct val="20000"/>
        </a:spcBef>
        <a:buFont typeface="Arial" pitchFamily="34" charset="0"/>
        <a:buChar char="–"/>
        <a:defRPr sz="2667" kern="1200">
          <a:solidFill>
            <a:schemeClr val="tx1"/>
          </a:solidFill>
          <a:latin typeface="+mn-lt"/>
          <a:ea typeface="+mn-ea"/>
          <a:cs typeface="+mn-cs"/>
        </a:defRPr>
      </a:lvl4pPr>
      <a:lvl5pPr marL="2743131" indent="-304792" algn="l" defTabSz="1219170" rtl="0" eaLnBrk="1" latinLnBrk="0" hangingPunct="1">
        <a:spcBef>
          <a:spcPct val="20000"/>
        </a:spcBef>
        <a:buFont typeface="Arial" pitchFamily="34" charset="0"/>
        <a:buChar char="»"/>
        <a:defRPr sz="2667" kern="1200">
          <a:solidFill>
            <a:schemeClr val="tx1"/>
          </a:solidFill>
          <a:latin typeface="+mn-lt"/>
          <a:ea typeface="+mn-ea"/>
          <a:cs typeface="+mn-cs"/>
        </a:defRPr>
      </a:lvl5pPr>
      <a:lvl6pPr marL="3352716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301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1886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470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/>
          <p:cNvSpPr>
            <a:spLocks noGrp="1"/>
          </p:cNvSpPr>
          <p:nvPr>
            <p:ph type="title"/>
          </p:nvPr>
        </p:nvSpPr>
        <p:spPr>
          <a:xfrm>
            <a:off x="0" y="2299173"/>
            <a:ext cx="12192000" cy="1143000"/>
          </a:xfrm>
        </p:spPr>
        <p:txBody>
          <a:bodyPr>
            <a:noAutofit/>
          </a:bodyPr>
          <a:lstStyle/>
          <a:p>
            <a:r>
              <a:rPr lang="zh-CN" altLang="en-US" sz="7200" b="1" i="1" dirty="0">
                <a:solidFill>
                  <a:srgbClr val="000066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itchFamily="34" charset="-120"/>
                <a:ea typeface="微軟正黑體" pitchFamily="34" charset="-120"/>
              </a:rPr>
              <a:t>賀年歌</a:t>
            </a:r>
            <a:endParaRPr lang="zh-TW" altLang="en-US" sz="7200" b="1" i="1" dirty="0">
              <a:solidFill>
                <a:srgbClr val="000066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微軟正黑體" pitchFamily="34" charset="-120"/>
              <a:ea typeface="微軟正黑體" pitchFamily="34" charset="-120"/>
            </a:endParaRPr>
          </a:p>
        </p:txBody>
      </p:sp>
      <p:sp>
        <p:nvSpPr>
          <p:cNvPr id="3" name="標題 3"/>
          <p:cNvSpPr txBox="1">
            <a:spLocks/>
          </p:cNvSpPr>
          <p:nvPr/>
        </p:nvSpPr>
        <p:spPr>
          <a:xfrm>
            <a:off x="2048" y="3236979"/>
            <a:ext cx="121920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1219170" rtl="0" eaLnBrk="1" latinLnBrk="0" hangingPunct="1">
              <a:spcBef>
                <a:spcPct val="0"/>
              </a:spcBef>
              <a:buNone/>
              <a:defRPr sz="5867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vi-VN" sz="5400" b="1" i="1" dirty="0">
                <a:solidFill>
                  <a:srgbClr val="66003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Lời chúc năm mới</a:t>
            </a:r>
            <a:endParaRPr lang="zh-TW" altLang="en-US" sz="5400" b="1" i="1" dirty="0">
              <a:solidFill>
                <a:srgbClr val="660033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alibri" panose="020F0502020204030204" pitchFamily="34" charset="0"/>
              <a:ea typeface="微軟正黑體" pitchFamily="34" charset="-12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6170352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內容版面配置區 4"/>
          <p:cNvSpPr>
            <a:spLocks noGrp="1"/>
          </p:cNvSpPr>
          <p:nvPr>
            <p:ph idx="1"/>
          </p:nvPr>
        </p:nvSpPr>
        <p:spPr>
          <a:xfrm>
            <a:off x="0" y="2167981"/>
            <a:ext cx="12192000" cy="1318225"/>
          </a:xfrm>
        </p:spPr>
        <p:txBody>
          <a:bodyPr anchor="ctr">
            <a:normAutofit/>
          </a:bodyPr>
          <a:lstStyle/>
          <a:p>
            <a:pPr algn="ctr">
              <a:buNone/>
            </a:pPr>
            <a:r>
              <a:rPr lang="zh-CN" altLang="en-US" sz="6400" b="1" dirty="0">
                <a:solidFill>
                  <a:srgbClr val="000066"/>
                </a:solidFill>
                <a:effectLst/>
                <a:latin typeface="微軟正黑體" pitchFamily="34" charset="-120"/>
                <a:ea typeface="微軟正黑體" pitchFamily="34" charset="-120"/>
              </a:rPr>
              <a:t>敬拜主  祝新年  頌讚主慶賀年</a:t>
            </a:r>
            <a:endParaRPr lang="en-US" altLang="zh-CN" sz="6400" b="1" dirty="0">
              <a:solidFill>
                <a:srgbClr val="000066"/>
              </a:solidFill>
              <a:effectLst/>
              <a:latin typeface="微軟正黑體" pitchFamily="34" charset="-120"/>
              <a:ea typeface="微軟正黑體" pitchFamily="34" charset="-120"/>
            </a:endParaRPr>
          </a:p>
        </p:txBody>
      </p:sp>
      <p:sp>
        <p:nvSpPr>
          <p:cNvPr id="3" name="內容版面配置區 4"/>
          <p:cNvSpPr txBox="1">
            <a:spLocks/>
          </p:cNvSpPr>
          <p:nvPr/>
        </p:nvSpPr>
        <p:spPr>
          <a:xfrm>
            <a:off x="0" y="3117530"/>
            <a:ext cx="12192000" cy="13182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457189" indent="-457189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42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990575" indent="-380990" algn="l" defTabSz="121917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373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523962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133547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131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352716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301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886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470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vi-VN" sz="3600" b="1" dirty="0">
                <a:solidFill>
                  <a:srgbClr val="660033"/>
                </a:solidFill>
                <a:effectLst/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Vui xuân đến, hát khúc ca, ngợi khen Chúa, tôn vinh Ngài</a:t>
            </a:r>
            <a:endParaRPr lang="en-US" sz="3600" b="1" dirty="0">
              <a:solidFill>
                <a:srgbClr val="660033"/>
              </a:solidFill>
              <a:effectLst/>
              <a:latin typeface="Calibri" panose="020F0502020204030204" pitchFamily="34" charset="0"/>
              <a:ea typeface="微軟正黑體" pitchFamily="34" charset="-120"/>
              <a:cs typeface="Calibri" panose="020F0502020204030204" pitchFamily="34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0" y="5253203"/>
            <a:ext cx="12192000" cy="748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267" b="1" dirty="0">
                <a:solidFill>
                  <a:srgbClr val="000066"/>
                </a:solidFill>
                <a:effectLst/>
                <a:latin typeface="Microsoft JhengHei" panose="020B0604030504040204" pitchFamily="34" charset="-120"/>
                <a:ea typeface="Microsoft JhengHei" panose="020B0604030504040204" pitchFamily="34" charset="-120"/>
              </a:rPr>
              <a:t>( </a:t>
            </a:r>
            <a:r>
              <a:rPr lang="zh-CN" altLang="en-US" sz="4267" b="1" dirty="0">
                <a:solidFill>
                  <a:srgbClr val="000066"/>
                </a:solidFill>
                <a:effectLst/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正歌</a:t>
            </a:r>
            <a:r>
              <a:rPr lang="en-US" sz="4267" b="1" dirty="0">
                <a:solidFill>
                  <a:srgbClr val="000066"/>
                </a:solidFill>
                <a:effectLst/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)</a:t>
            </a:r>
            <a:endParaRPr lang="vi-VN" sz="4267" b="1" dirty="0">
              <a:solidFill>
                <a:srgbClr val="000066"/>
              </a:solidFill>
              <a:effectLst/>
              <a:ea typeface="Microsoft JhengHe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424296221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內容版面配置區 4"/>
          <p:cNvSpPr>
            <a:spLocks noGrp="1"/>
          </p:cNvSpPr>
          <p:nvPr>
            <p:ph idx="1"/>
          </p:nvPr>
        </p:nvSpPr>
        <p:spPr>
          <a:xfrm>
            <a:off x="0" y="2167981"/>
            <a:ext cx="12192000" cy="1318225"/>
          </a:xfrm>
        </p:spPr>
        <p:txBody>
          <a:bodyPr anchor="ctr">
            <a:normAutofit/>
          </a:bodyPr>
          <a:lstStyle/>
          <a:p>
            <a:pPr algn="ctr">
              <a:buNone/>
            </a:pPr>
            <a:r>
              <a:rPr lang="zh-CN" altLang="en-US" sz="6400" b="1" dirty="0">
                <a:solidFill>
                  <a:srgbClr val="000066"/>
                </a:solidFill>
                <a:effectLst/>
                <a:latin typeface="微軟正黑體" pitchFamily="34" charset="-120"/>
                <a:ea typeface="微軟正黑體" pitchFamily="34" charset="-120"/>
              </a:rPr>
              <a:t>願大家歡欣中過每天</a:t>
            </a:r>
            <a:endParaRPr lang="en-US" altLang="zh-CN" sz="6400" b="1" dirty="0">
              <a:solidFill>
                <a:srgbClr val="000066"/>
              </a:solidFill>
              <a:effectLst/>
              <a:latin typeface="微軟正黑體" pitchFamily="34" charset="-120"/>
              <a:ea typeface="微軟正黑體" pitchFamily="34" charset="-120"/>
            </a:endParaRPr>
          </a:p>
        </p:txBody>
      </p:sp>
      <p:sp>
        <p:nvSpPr>
          <p:cNvPr id="3" name="內容版面配置區 4"/>
          <p:cNvSpPr txBox="1">
            <a:spLocks/>
          </p:cNvSpPr>
          <p:nvPr/>
        </p:nvSpPr>
        <p:spPr>
          <a:xfrm>
            <a:off x="0" y="3117530"/>
            <a:ext cx="12192000" cy="13182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457189" indent="-457189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42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990575" indent="-380990" algn="l" defTabSz="121917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373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523962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133547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131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352716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301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886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470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vi-VN" sz="4000" b="1" dirty="0">
                <a:solidFill>
                  <a:srgbClr val="660033"/>
                </a:solidFill>
                <a:effectLst/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cùng hoà ca khúc hát ơn Cha đầy tuôn</a:t>
            </a:r>
            <a:endParaRPr lang="en-US" sz="4000" b="1" dirty="0">
              <a:solidFill>
                <a:srgbClr val="660033"/>
              </a:solidFill>
              <a:effectLst/>
              <a:latin typeface="Calibri" panose="020F0502020204030204" pitchFamily="34" charset="0"/>
              <a:ea typeface="微軟正黑體" pitchFamily="34" charset="-120"/>
              <a:cs typeface="Calibri" panose="020F0502020204030204" pitchFamily="34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0" y="5253203"/>
            <a:ext cx="12192000" cy="748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267" b="1" dirty="0">
                <a:solidFill>
                  <a:srgbClr val="000066"/>
                </a:solidFill>
                <a:effectLst/>
                <a:latin typeface="Microsoft JhengHei" panose="020B0604030504040204" pitchFamily="34" charset="-120"/>
                <a:ea typeface="Microsoft JhengHei" panose="020B0604030504040204" pitchFamily="34" charset="-120"/>
              </a:rPr>
              <a:t>( </a:t>
            </a:r>
            <a:r>
              <a:rPr lang="zh-CN" altLang="en-US" sz="4267" b="1" dirty="0">
                <a:solidFill>
                  <a:srgbClr val="000066"/>
                </a:solidFill>
                <a:effectLst/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正歌</a:t>
            </a:r>
            <a:r>
              <a:rPr lang="en-US" sz="4267" b="1" dirty="0">
                <a:solidFill>
                  <a:srgbClr val="000066"/>
                </a:solidFill>
                <a:effectLst/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)</a:t>
            </a:r>
            <a:endParaRPr lang="vi-VN" sz="4267" b="1" dirty="0">
              <a:solidFill>
                <a:srgbClr val="000066"/>
              </a:solidFill>
              <a:effectLst/>
              <a:ea typeface="Microsoft JhengHe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403895648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內容版面配置區 4"/>
          <p:cNvSpPr>
            <a:spLocks noGrp="1"/>
          </p:cNvSpPr>
          <p:nvPr>
            <p:ph idx="1"/>
          </p:nvPr>
        </p:nvSpPr>
        <p:spPr>
          <a:xfrm>
            <a:off x="0" y="2167981"/>
            <a:ext cx="12192000" cy="1318225"/>
          </a:xfrm>
        </p:spPr>
        <p:txBody>
          <a:bodyPr anchor="ctr">
            <a:normAutofit/>
          </a:bodyPr>
          <a:lstStyle/>
          <a:p>
            <a:pPr algn="ctr">
              <a:buNone/>
            </a:pPr>
            <a:r>
              <a:rPr lang="zh-CN" altLang="en-US" sz="6400" b="1" dirty="0">
                <a:solidFill>
                  <a:srgbClr val="000066"/>
                </a:solidFill>
                <a:effectLst/>
                <a:latin typeface="微軟正黑體" pitchFamily="34" charset="-120"/>
                <a:ea typeface="微軟正黑體" pitchFamily="34" charset="-120"/>
              </a:rPr>
              <a:t>信靠主  快樂年  同讚主  過年年</a:t>
            </a:r>
            <a:endParaRPr lang="en-US" altLang="zh-CN" sz="6400" b="1" dirty="0">
              <a:solidFill>
                <a:srgbClr val="000066"/>
              </a:solidFill>
              <a:effectLst/>
              <a:latin typeface="微軟正黑體" pitchFamily="34" charset="-120"/>
              <a:ea typeface="微軟正黑體" pitchFamily="34" charset="-120"/>
            </a:endParaRPr>
          </a:p>
        </p:txBody>
      </p:sp>
      <p:sp>
        <p:nvSpPr>
          <p:cNvPr id="3" name="內容版面配置區 4"/>
          <p:cNvSpPr txBox="1">
            <a:spLocks/>
          </p:cNvSpPr>
          <p:nvPr/>
        </p:nvSpPr>
        <p:spPr>
          <a:xfrm>
            <a:off x="0" y="3117530"/>
            <a:ext cx="12192000" cy="13182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457189" indent="-457189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42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990575" indent="-380990" algn="l" defTabSz="121917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373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523962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133547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131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352716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301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886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470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vi-VN" sz="3600" b="1" dirty="0">
                <a:solidFill>
                  <a:srgbClr val="660033"/>
                </a:solidFill>
                <a:effectLst/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Thêm yêu Chúa, luôn tin cậy, hầu việc Chúa không nao lòng</a:t>
            </a:r>
            <a:endParaRPr lang="en-US" sz="3600" b="1" dirty="0">
              <a:solidFill>
                <a:srgbClr val="660033"/>
              </a:solidFill>
              <a:effectLst/>
              <a:latin typeface="Calibri" panose="020F0502020204030204" pitchFamily="34" charset="0"/>
              <a:ea typeface="微軟正黑體" pitchFamily="34" charset="-120"/>
              <a:cs typeface="Calibri" panose="020F0502020204030204" pitchFamily="34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0" y="5253203"/>
            <a:ext cx="12192000" cy="748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267" b="1" dirty="0">
                <a:solidFill>
                  <a:srgbClr val="000066"/>
                </a:solidFill>
                <a:effectLst/>
                <a:latin typeface="Microsoft JhengHei" panose="020B0604030504040204" pitchFamily="34" charset="-120"/>
                <a:ea typeface="Microsoft JhengHei" panose="020B0604030504040204" pitchFamily="34" charset="-120"/>
              </a:rPr>
              <a:t>( </a:t>
            </a:r>
            <a:r>
              <a:rPr lang="zh-CN" altLang="en-US" sz="4267" b="1" dirty="0">
                <a:solidFill>
                  <a:srgbClr val="000066"/>
                </a:solidFill>
                <a:effectLst/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正歌</a:t>
            </a:r>
            <a:r>
              <a:rPr lang="en-US" sz="4267" b="1" dirty="0">
                <a:solidFill>
                  <a:srgbClr val="000066"/>
                </a:solidFill>
                <a:effectLst/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)</a:t>
            </a:r>
            <a:endParaRPr lang="vi-VN" sz="4267" b="1" dirty="0">
              <a:solidFill>
                <a:srgbClr val="000066"/>
              </a:solidFill>
              <a:effectLst/>
              <a:ea typeface="Microsoft JhengHe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6765037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內容版面配置區 4"/>
          <p:cNvSpPr>
            <a:spLocks noGrp="1"/>
          </p:cNvSpPr>
          <p:nvPr>
            <p:ph idx="1"/>
          </p:nvPr>
        </p:nvSpPr>
        <p:spPr>
          <a:xfrm>
            <a:off x="0" y="2167981"/>
            <a:ext cx="12192000" cy="1318225"/>
          </a:xfrm>
        </p:spPr>
        <p:txBody>
          <a:bodyPr anchor="ctr">
            <a:normAutofit/>
          </a:bodyPr>
          <a:lstStyle/>
          <a:p>
            <a:pPr algn="ctr">
              <a:buNone/>
            </a:pPr>
            <a:r>
              <a:rPr lang="zh-CN" altLang="en-US" sz="6400" b="1" dirty="0">
                <a:solidFill>
                  <a:srgbClr val="000066"/>
                </a:solidFill>
                <a:effectLst/>
                <a:latin typeface="微軟正黑體" pitchFamily="34" charset="-120"/>
                <a:ea typeface="微軟正黑體" pitchFamily="34" charset="-120"/>
              </a:rPr>
              <a:t>願靠主彼此真心互勉</a:t>
            </a:r>
            <a:endParaRPr lang="en-US" altLang="zh-CN" sz="6400" b="1" dirty="0">
              <a:solidFill>
                <a:srgbClr val="000066"/>
              </a:solidFill>
              <a:effectLst/>
              <a:latin typeface="微軟正黑體" pitchFamily="34" charset="-120"/>
              <a:ea typeface="微軟正黑體" pitchFamily="34" charset="-120"/>
            </a:endParaRPr>
          </a:p>
        </p:txBody>
      </p:sp>
      <p:sp>
        <p:nvSpPr>
          <p:cNvPr id="3" name="內容版面配置區 4"/>
          <p:cNvSpPr txBox="1">
            <a:spLocks/>
          </p:cNvSpPr>
          <p:nvPr/>
        </p:nvSpPr>
        <p:spPr>
          <a:xfrm>
            <a:off x="0" y="3117530"/>
            <a:ext cx="12192000" cy="13182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457189" indent="-457189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42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990575" indent="-380990" algn="l" defTabSz="121917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373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523962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133547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131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352716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301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886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470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vi-VN" sz="4000" b="1" dirty="0">
                <a:solidFill>
                  <a:srgbClr val="660033"/>
                </a:solidFill>
                <a:effectLst/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hằng truyền rao Cứu Chúa Giê-su mọi nơi</a:t>
            </a:r>
            <a:endParaRPr lang="en-US" sz="4000" b="1" dirty="0">
              <a:solidFill>
                <a:srgbClr val="660033"/>
              </a:solidFill>
              <a:effectLst/>
              <a:latin typeface="Calibri" panose="020F0502020204030204" pitchFamily="34" charset="0"/>
              <a:ea typeface="微軟正黑體" pitchFamily="34" charset="-120"/>
              <a:cs typeface="Calibri" panose="020F0502020204030204" pitchFamily="34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0" y="5253203"/>
            <a:ext cx="12192000" cy="748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267" b="1" dirty="0">
                <a:solidFill>
                  <a:srgbClr val="000066"/>
                </a:solidFill>
                <a:effectLst/>
                <a:latin typeface="Microsoft JhengHei" panose="020B0604030504040204" pitchFamily="34" charset="-120"/>
                <a:ea typeface="Microsoft JhengHei" panose="020B0604030504040204" pitchFamily="34" charset="-120"/>
              </a:rPr>
              <a:t>( </a:t>
            </a:r>
            <a:r>
              <a:rPr lang="zh-CN" altLang="en-US" sz="4267" b="1" dirty="0">
                <a:solidFill>
                  <a:srgbClr val="000066"/>
                </a:solidFill>
                <a:effectLst/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正歌</a:t>
            </a:r>
            <a:r>
              <a:rPr lang="en-US" sz="4267" b="1" dirty="0">
                <a:solidFill>
                  <a:srgbClr val="000066"/>
                </a:solidFill>
                <a:effectLst/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)</a:t>
            </a:r>
            <a:endParaRPr lang="vi-VN" sz="4267" b="1" dirty="0">
              <a:solidFill>
                <a:srgbClr val="000066"/>
              </a:solidFill>
              <a:effectLst/>
              <a:ea typeface="Microsoft JhengHe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8204314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內容版面配置區 4"/>
          <p:cNvSpPr>
            <a:spLocks noGrp="1"/>
          </p:cNvSpPr>
          <p:nvPr>
            <p:ph idx="1"/>
          </p:nvPr>
        </p:nvSpPr>
        <p:spPr>
          <a:xfrm>
            <a:off x="0" y="2167981"/>
            <a:ext cx="12192000" cy="1318225"/>
          </a:xfrm>
        </p:spPr>
        <p:txBody>
          <a:bodyPr anchor="ctr">
            <a:normAutofit/>
          </a:bodyPr>
          <a:lstStyle/>
          <a:p>
            <a:pPr algn="ctr">
              <a:buNone/>
            </a:pPr>
            <a:r>
              <a:rPr lang="zh-CN" altLang="en-US" sz="6400" b="1" dirty="0">
                <a:solidFill>
                  <a:srgbClr val="000066"/>
                </a:solidFill>
                <a:effectLst/>
                <a:latin typeface="微軟正黑體" pitchFamily="34" charset="-120"/>
                <a:ea typeface="微軟正黑體" pitchFamily="34" charset="-120"/>
              </a:rPr>
              <a:t>多少日子主必親手帶領</a:t>
            </a:r>
            <a:endParaRPr lang="en-US" altLang="zh-CN" sz="6400" b="1" dirty="0">
              <a:solidFill>
                <a:srgbClr val="000066"/>
              </a:solidFill>
              <a:effectLst/>
              <a:latin typeface="微軟正黑體" pitchFamily="34" charset="-120"/>
              <a:ea typeface="微軟正黑體" pitchFamily="34" charset="-120"/>
            </a:endParaRPr>
          </a:p>
        </p:txBody>
      </p:sp>
      <p:sp>
        <p:nvSpPr>
          <p:cNvPr id="3" name="內容版面配置區 4"/>
          <p:cNvSpPr txBox="1">
            <a:spLocks/>
          </p:cNvSpPr>
          <p:nvPr/>
        </p:nvSpPr>
        <p:spPr>
          <a:xfrm>
            <a:off x="0" y="3117530"/>
            <a:ext cx="12192000" cy="13182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457189" indent="-457189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42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990575" indent="-380990" algn="l" defTabSz="121917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373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523962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133547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131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352716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301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886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470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vi-VN" sz="4000" b="1" dirty="0">
                <a:solidFill>
                  <a:srgbClr val="660033"/>
                </a:solidFill>
                <a:effectLst/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Khẩn xin lời Chúa hằng khắc sâu ở trong lòng con</a:t>
            </a:r>
            <a:endParaRPr lang="en-US" sz="4000" b="1" dirty="0">
              <a:solidFill>
                <a:srgbClr val="660033"/>
              </a:solidFill>
              <a:effectLst/>
              <a:latin typeface="Calibri" panose="020F0502020204030204" pitchFamily="34" charset="0"/>
              <a:ea typeface="微軟正黑體" pitchFamily="34" charset="-120"/>
              <a:cs typeface="Calibri" panose="020F0502020204030204" pitchFamily="34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0" y="5253203"/>
            <a:ext cx="12192000" cy="748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267" b="1" dirty="0">
                <a:solidFill>
                  <a:srgbClr val="000066"/>
                </a:solidFill>
                <a:effectLst/>
                <a:latin typeface="Microsoft JhengHei" panose="020B0604030504040204" pitchFamily="34" charset="-120"/>
                <a:ea typeface="Microsoft JhengHei" panose="020B0604030504040204" pitchFamily="34" charset="-120"/>
              </a:rPr>
              <a:t>( </a:t>
            </a:r>
            <a:r>
              <a:rPr lang="zh-CN" altLang="en-US" sz="4267" b="1" dirty="0">
                <a:solidFill>
                  <a:srgbClr val="000066"/>
                </a:solidFill>
                <a:effectLst/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副歌</a:t>
            </a:r>
            <a:r>
              <a:rPr lang="en-US" sz="4267" b="1" dirty="0">
                <a:solidFill>
                  <a:srgbClr val="000066"/>
                </a:solidFill>
                <a:effectLst/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)</a:t>
            </a:r>
            <a:endParaRPr lang="vi-VN" sz="4267" b="1" dirty="0">
              <a:solidFill>
                <a:srgbClr val="000066"/>
              </a:solidFill>
              <a:effectLst/>
              <a:ea typeface="Microsoft JhengHe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365202277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內容版面配置區 4"/>
          <p:cNvSpPr>
            <a:spLocks noGrp="1"/>
          </p:cNvSpPr>
          <p:nvPr>
            <p:ph idx="1"/>
          </p:nvPr>
        </p:nvSpPr>
        <p:spPr>
          <a:xfrm>
            <a:off x="0" y="2167981"/>
            <a:ext cx="12192000" cy="1318225"/>
          </a:xfrm>
        </p:spPr>
        <p:txBody>
          <a:bodyPr anchor="ctr">
            <a:normAutofit/>
          </a:bodyPr>
          <a:lstStyle/>
          <a:p>
            <a:pPr algn="ctr">
              <a:buNone/>
            </a:pPr>
            <a:r>
              <a:rPr lang="zh-CN" altLang="en-US" sz="6400" b="1" dirty="0">
                <a:solidFill>
                  <a:srgbClr val="000066"/>
                </a:solidFill>
                <a:effectLst/>
                <a:latin typeface="微軟正黑體" pitchFamily="34" charset="-120"/>
                <a:ea typeface="微軟正黑體" pitchFamily="34" charset="-120"/>
              </a:rPr>
              <a:t>世事常變主愛沒變遷</a:t>
            </a:r>
            <a:endParaRPr lang="en-US" altLang="zh-CN" sz="6400" b="1" dirty="0">
              <a:solidFill>
                <a:srgbClr val="000066"/>
              </a:solidFill>
              <a:effectLst/>
              <a:latin typeface="微軟正黑體" pitchFamily="34" charset="-120"/>
              <a:ea typeface="微軟正黑體" pitchFamily="34" charset="-120"/>
            </a:endParaRPr>
          </a:p>
        </p:txBody>
      </p:sp>
      <p:sp>
        <p:nvSpPr>
          <p:cNvPr id="3" name="內容版面配置區 4"/>
          <p:cNvSpPr txBox="1">
            <a:spLocks/>
          </p:cNvSpPr>
          <p:nvPr/>
        </p:nvSpPr>
        <p:spPr>
          <a:xfrm>
            <a:off x="0" y="3117530"/>
            <a:ext cx="12192000" cy="13182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457189" indent="-457189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42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990575" indent="-380990" algn="l" defTabSz="121917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373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523962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133547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131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352716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301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886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470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vi-VN" sz="4000" b="1" dirty="0">
                <a:solidFill>
                  <a:srgbClr val="660033"/>
                </a:solidFill>
                <a:effectLst/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cuối xin Ngài đổi thay lòng con nên mới</a:t>
            </a:r>
            <a:endParaRPr lang="en-US" sz="4000" b="1" dirty="0">
              <a:solidFill>
                <a:srgbClr val="660033"/>
              </a:solidFill>
              <a:effectLst/>
              <a:latin typeface="Calibri" panose="020F0502020204030204" pitchFamily="34" charset="0"/>
              <a:ea typeface="微軟正黑體" pitchFamily="34" charset="-120"/>
              <a:cs typeface="Calibri" panose="020F0502020204030204" pitchFamily="34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0" y="5253203"/>
            <a:ext cx="12192000" cy="748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267" b="1" dirty="0">
                <a:solidFill>
                  <a:srgbClr val="000066"/>
                </a:solidFill>
                <a:effectLst/>
                <a:latin typeface="Microsoft JhengHei" panose="020B0604030504040204" pitchFamily="34" charset="-120"/>
                <a:ea typeface="Microsoft JhengHei" panose="020B0604030504040204" pitchFamily="34" charset="-120"/>
              </a:rPr>
              <a:t>( </a:t>
            </a:r>
            <a:r>
              <a:rPr lang="zh-CN" altLang="en-US" sz="4267" b="1" dirty="0">
                <a:solidFill>
                  <a:srgbClr val="000066"/>
                </a:solidFill>
                <a:effectLst/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副歌</a:t>
            </a:r>
            <a:r>
              <a:rPr lang="en-US" sz="4267" b="1" dirty="0">
                <a:solidFill>
                  <a:srgbClr val="000066"/>
                </a:solidFill>
                <a:effectLst/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)</a:t>
            </a:r>
            <a:endParaRPr lang="vi-VN" sz="4267" b="1" dirty="0">
              <a:solidFill>
                <a:srgbClr val="000066"/>
              </a:solidFill>
              <a:effectLst/>
              <a:ea typeface="Microsoft JhengHe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54287505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內容版面配置區 4"/>
          <p:cNvSpPr>
            <a:spLocks noGrp="1"/>
          </p:cNvSpPr>
          <p:nvPr>
            <p:ph idx="1"/>
          </p:nvPr>
        </p:nvSpPr>
        <p:spPr>
          <a:xfrm>
            <a:off x="0" y="2167981"/>
            <a:ext cx="12192000" cy="1318225"/>
          </a:xfrm>
        </p:spPr>
        <p:txBody>
          <a:bodyPr anchor="ctr">
            <a:normAutofit/>
          </a:bodyPr>
          <a:lstStyle/>
          <a:p>
            <a:pPr algn="ctr">
              <a:buNone/>
            </a:pPr>
            <a:r>
              <a:rPr lang="zh-CN" altLang="en-US" sz="6400" b="1" dirty="0">
                <a:solidFill>
                  <a:srgbClr val="000066"/>
                </a:solidFill>
                <a:effectLst/>
                <a:latin typeface="微軟正黑體" pitchFamily="34" charset="-120"/>
                <a:ea typeface="微軟正黑體" pitchFamily="34" charset="-120"/>
              </a:rPr>
              <a:t>敬拜主  祝新年  頌讚主  慶賀年</a:t>
            </a:r>
            <a:endParaRPr lang="en-US" altLang="zh-CN" sz="6400" b="1" dirty="0">
              <a:solidFill>
                <a:srgbClr val="000066"/>
              </a:solidFill>
              <a:effectLst/>
              <a:latin typeface="微軟正黑體" pitchFamily="34" charset="-120"/>
              <a:ea typeface="微軟正黑體" pitchFamily="34" charset="-120"/>
            </a:endParaRPr>
          </a:p>
        </p:txBody>
      </p:sp>
      <p:sp>
        <p:nvSpPr>
          <p:cNvPr id="3" name="內容版面配置區 4"/>
          <p:cNvSpPr txBox="1">
            <a:spLocks/>
          </p:cNvSpPr>
          <p:nvPr/>
        </p:nvSpPr>
        <p:spPr>
          <a:xfrm>
            <a:off x="0" y="3117530"/>
            <a:ext cx="12192000" cy="13182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457189" indent="-457189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42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990575" indent="-380990" algn="l" defTabSz="121917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373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523962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133547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131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352716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301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886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470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vi-VN" sz="3600" b="1" dirty="0">
                <a:solidFill>
                  <a:srgbClr val="660033"/>
                </a:solidFill>
                <a:effectLst/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Xin ơn Chúa, luôn tuôn tràn, tình yêu Chúa luôn đong đầy</a:t>
            </a:r>
            <a:endParaRPr lang="en-US" sz="3600" b="1" dirty="0">
              <a:solidFill>
                <a:srgbClr val="660033"/>
              </a:solidFill>
              <a:effectLst/>
              <a:latin typeface="Calibri" panose="020F0502020204030204" pitchFamily="34" charset="0"/>
              <a:ea typeface="微軟正黑體" pitchFamily="34" charset="-120"/>
              <a:cs typeface="Calibri" panose="020F0502020204030204" pitchFamily="34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0" y="5253203"/>
            <a:ext cx="12192000" cy="748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267" b="1" dirty="0">
                <a:solidFill>
                  <a:srgbClr val="000066"/>
                </a:solidFill>
                <a:effectLst/>
                <a:latin typeface="Microsoft JhengHei" panose="020B0604030504040204" pitchFamily="34" charset="-120"/>
                <a:ea typeface="Microsoft JhengHei" panose="020B0604030504040204" pitchFamily="34" charset="-120"/>
              </a:rPr>
              <a:t>( </a:t>
            </a:r>
            <a:r>
              <a:rPr lang="zh-CN" altLang="en-US" sz="4267" b="1" dirty="0">
                <a:solidFill>
                  <a:srgbClr val="000066"/>
                </a:solidFill>
                <a:effectLst/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副歌</a:t>
            </a:r>
            <a:r>
              <a:rPr lang="en-US" sz="4267" b="1" dirty="0">
                <a:solidFill>
                  <a:srgbClr val="000066"/>
                </a:solidFill>
                <a:effectLst/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)</a:t>
            </a:r>
            <a:endParaRPr lang="vi-VN" sz="4267" b="1" dirty="0">
              <a:solidFill>
                <a:srgbClr val="000066"/>
              </a:solidFill>
              <a:effectLst/>
              <a:ea typeface="Microsoft JhengHe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71294543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內容版面配置區 4"/>
          <p:cNvSpPr>
            <a:spLocks noGrp="1"/>
          </p:cNvSpPr>
          <p:nvPr>
            <p:ph idx="1"/>
          </p:nvPr>
        </p:nvSpPr>
        <p:spPr>
          <a:xfrm>
            <a:off x="0" y="2167981"/>
            <a:ext cx="12192000" cy="1318225"/>
          </a:xfrm>
        </p:spPr>
        <p:txBody>
          <a:bodyPr anchor="ctr">
            <a:normAutofit/>
          </a:bodyPr>
          <a:lstStyle/>
          <a:p>
            <a:pPr algn="ctr">
              <a:buNone/>
            </a:pPr>
            <a:r>
              <a:rPr lang="zh-CN" altLang="en-US" sz="6400" b="1" dirty="0">
                <a:solidFill>
                  <a:srgbClr val="000066"/>
                </a:solidFill>
                <a:effectLst/>
                <a:latin typeface="微軟正黑體" pitchFamily="34" charset="-120"/>
                <a:ea typeface="微軟正黑體" pitchFamily="34" charset="-120"/>
              </a:rPr>
              <a:t>願愛主一生都不變</a:t>
            </a:r>
            <a:endParaRPr lang="en-US" altLang="zh-CN" sz="6400" b="1" dirty="0">
              <a:solidFill>
                <a:srgbClr val="000066"/>
              </a:solidFill>
              <a:effectLst/>
              <a:latin typeface="微軟正黑體" pitchFamily="34" charset="-120"/>
              <a:ea typeface="微軟正黑體" pitchFamily="34" charset="-120"/>
            </a:endParaRPr>
          </a:p>
        </p:txBody>
      </p:sp>
      <p:sp>
        <p:nvSpPr>
          <p:cNvPr id="3" name="內容版面配置區 4"/>
          <p:cNvSpPr txBox="1">
            <a:spLocks/>
          </p:cNvSpPr>
          <p:nvPr/>
        </p:nvSpPr>
        <p:spPr>
          <a:xfrm>
            <a:off x="0" y="3117530"/>
            <a:ext cx="12192000" cy="13182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457189" indent="-457189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42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990575" indent="-380990" algn="l" defTabSz="121917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373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523962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133547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743131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352716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301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886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470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vi-VN" sz="4000" b="1" dirty="0">
                <a:solidFill>
                  <a:srgbClr val="660033"/>
                </a:solidFill>
                <a:effectLst/>
                <a:latin typeface="Calibri" panose="020F0502020204030204" pitchFamily="34" charset="0"/>
                <a:ea typeface="微軟正黑體" pitchFamily="34" charset="-120"/>
                <a:cs typeface="Calibri" panose="020F0502020204030204" pitchFamily="34" charset="0"/>
              </a:rPr>
              <a:t>và một năm kết quả cho Cha nhiều hơn</a:t>
            </a:r>
            <a:endParaRPr lang="en-US" sz="4000" b="1" dirty="0">
              <a:solidFill>
                <a:srgbClr val="660033"/>
              </a:solidFill>
              <a:effectLst/>
              <a:latin typeface="Calibri" panose="020F0502020204030204" pitchFamily="34" charset="0"/>
              <a:ea typeface="微軟正黑體" pitchFamily="34" charset="-120"/>
              <a:cs typeface="Calibri" panose="020F0502020204030204" pitchFamily="34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0" y="5253203"/>
            <a:ext cx="12192000" cy="748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267" b="1" dirty="0">
                <a:solidFill>
                  <a:srgbClr val="000066"/>
                </a:solidFill>
                <a:effectLst/>
                <a:latin typeface="Microsoft JhengHei" panose="020B0604030504040204" pitchFamily="34" charset="-120"/>
                <a:ea typeface="Microsoft JhengHei" panose="020B0604030504040204" pitchFamily="34" charset="-120"/>
              </a:rPr>
              <a:t>( </a:t>
            </a:r>
            <a:r>
              <a:rPr lang="zh-CN" altLang="en-US" sz="4267" b="1" dirty="0">
                <a:solidFill>
                  <a:srgbClr val="000066"/>
                </a:solidFill>
                <a:effectLst/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副歌</a:t>
            </a:r>
            <a:r>
              <a:rPr lang="en-US" sz="4267" b="1" dirty="0">
                <a:solidFill>
                  <a:srgbClr val="000066"/>
                </a:solidFill>
                <a:effectLst/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)</a:t>
            </a:r>
            <a:endParaRPr lang="vi-VN" sz="4267" b="1" dirty="0">
              <a:solidFill>
                <a:srgbClr val="000066"/>
              </a:solidFill>
              <a:effectLst/>
              <a:ea typeface="Microsoft JhengHe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68764134"/>
      </p:ext>
    </p:extLst>
  </p:cSld>
  <p:clrMapOvr>
    <a:masterClrMapping/>
  </p:clrMapOvr>
</p:sld>
</file>

<file path=ppt/theme/theme1.xml><?xml version="1.0" encoding="utf-8"?>
<a:theme xmlns:a="http://schemas.openxmlformats.org/drawingml/2006/main" name="Theme1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heme1" id="{1A8DE197-990E-4893-BF04-3823FBB50F9A}" vid="{430B7048-5A04-4BDB-939A-C7E865DB887B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Theme1</Template>
  <TotalTime>8</TotalTime>
  <Words>209</Words>
  <Application>Microsoft Office PowerPoint</Application>
  <PresentationFormat>Widescreen</PresentationFormat>
  <Paragraphs>26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Microsoft JhengHei</vt:lpstr>
      <vt:lpstr>Microsoft JhengHei</vt:lpstr>
      <vt:lpstr>Arial</vt:lpstr>
      <vt:lpstr>Calibri</vt:lpstr>
      <vt:lpstr>Theme1</vt:lpstr>
      <vt:lpstr>賀年歌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賀年歌</dc:title>
  <dc:creator>Windows User</dc:creator>
  <cp:lastModifiedBy>batisuoc</cp:lastModifiedBy>
  <cp:revision>2</cp:revision>
  <dcterms:created xsi:type="dcterms:W3CDTF">2022-01-28T17:22:57Z</dcterms:created>
  <dcterms:modified xsi:type="dcterms:W3CDTF">2025-01-26T08:30:33Z</dcterms:modified>
</cp:coreProperties>
</file>