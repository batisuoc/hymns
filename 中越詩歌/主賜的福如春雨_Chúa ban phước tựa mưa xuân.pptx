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主賜的福如春雨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Chúa ban </a:t>
            </a:r>
            <a:r>
              <a:rPr lang="en-US" sz="54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</a:t>
            </a:r>
            <a:r>
              <a:rPr lang="vi-VN" sz="54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hước </a:t>
            </a: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tựa mưa xuân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主賜的福如春雨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Ân điển Ngài ban tuôn xuống 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như</a:t>
            </a:r>
            <a:r>
              <a:rPr lang="en-US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…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我在其中 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讚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美歡欣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…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mưa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xuân khắp nơi hân hoan đất trời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15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主賜的生命是泉源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uộc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đời Ngài ban cho như suối nguồn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016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在我心中更新不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窮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đổi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ngừng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294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讓我們張開讚美的口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giơ cao cánh tay thiết tha thờ Cha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997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舉起敬拜的手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Cất lên tiếng hát ngợi ca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04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主將賜福在我們之中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Rồi Ngài ban ơn tựa mưa xuân phơi phới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292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讓我們獻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上  獻上  將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讚美尊榮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hòa ca dâng </a:t>
            </a:r>
            <a:r>
              <a:rPr lang="vi-VN" sz="3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3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</a:t>
            </a:r>
            <a:r>
              <a:rPr lang="vi-VN" sz="3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dâng </a:t>
            </a:r>
            <a:r>
              <a:rPr lang="vi-VN" sz="3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</a:t>
            </a:r>
            <a:r>
              <a:rPr lang="vi-VN" sz="38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hững </a:t>
            </a:r>
            <a:r>
              <a:rPr lang="vi-VN" sz="38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tiếng hát ca ngợi</a:t>
            </a:r>
            <a:endParaRPr lang="en-US" sz="38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237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全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都向主獻上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dirty="0"/>
              <a:t>V</a:t>
            </a:r>
            <a:r>
              <a:rPr lang="vi-VN" dirty="0"/>
              <a:t>inh quan</a:t>
            </a:r>
            <a:r>
              <a:rPr lang="en-US" dirty="0"/>
              <a:t>g</a:t>
            </a:r>
            <a:r>
              <a:rPr lang="vi-VN" dirty="0"/>
              <a:t> dành cho Chúa Cha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5239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而主將賜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下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賜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下  主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的恩典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Và Ngài sẽ ban ơn</a:t>
            </a:r>
            <a:r>
              <a:rPr lang="en-US" dirty="0"/>
              <a:t>,</a:t>
            </a:r>
            <a:r>
              <a:rPr lang="vi-VN" dirty="0"/>
              <a:t> ban ơn</a:t>
            </a:r>
            <a:r>
              <a:rPr lang="en-US" dirty="0"/>
              <a:t> </a:t>
            </a:r>
            <a:r>
              <a:rPr lang="vi-VN" dirty="0"/>
              <a:t>ân điển khắp nơi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8881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將如春雨降下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Phước Chúa ban cho mọi người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296679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18</TotalTime>
  <Words>250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Microsoft JhengHei</vt:lpstr>
      <vt:lpstr>Microsoft JhengHei</vt:lpstr>
      <vt:lpstr>新細明體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Cheng</dc:creator>
  <cp:lastModifiedBy>Joe Cheng</cp:lastModifiedBy>
  <cp:revision>7</cp:revision>
  <dcterms:created xsi:type="dcterms:W3CDTF">2026-02-13T09:55:43Z</dcterms:created>
  <dcterms:modified xsi:type="dcterms:W3CDTF">2026-02-13T10:14:09Z</dcterms:modified>
</cp:coreProperties>
</file>