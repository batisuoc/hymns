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843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1" autoAdjust="0"/>
    <p:restoredTop sz="94660"/>
  </p:normalViewPr>
  <p:slideViewPr>
    <p:cSldViewPr snapToGrid="0">
      <p:cViewPr varScale="1">
        <p:scale>
          <a:sx n="69" d="100"/>
          <a:sy n="69" d="100"/>
        </p:scale>
        <p:origin x="72" y="9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BBC47-A03A-4AFE-AE48-A88B2BBBDFA7}" type="datetimeFigureOut">
              <a:rPr lang="vi-VN" smtClean="0"/>
              <a:t>31/08/2024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9AB0-6D31-4E25-A0DC-BFCE7F5EF81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9704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BBC47-A03A-4AFE-AE48-A88B2BBBDFA7}" type="datetimeFigureOut">
              <a:rPr lang="vi-VN" smtClean="0"/>
              <a:t>31/08/2024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9AB0-6D31-4E25-A0DC-BFCE7F5EF81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48822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BBC47-A03A-4AFE-AE48-A88B2BBBDFA7}" type="datetimeFigureOut">
              <a:rPr lang="vi-VN" smtClean="0"/>
              <a:t>31/08/2024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9AB0-6D31-4E25-A0DC-BFCE7F5EF81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76553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BBC47-A03A-4AFE-AE48-A88B2BBBDFA7}" type="datetimeFigureOut">
              <a:rPr lang="vi-VN" smtClean="0"/>
              <a:t>31/08/2024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9AB0-6D31-4E25-A0DC-BFCE7F5EF81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07188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BBC47-A03A-4AFE-AE48-A88B2BBBDFA7}" type="datetimeFigureOut">
              <a:rPr lang="vi-VN" smtClean="0"/>
              <a:t>31/08/2024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9AB0-6D31-4E25-A0DC-BFCE7F5EF81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59213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BBC47-A03A-4AFE-AE48-A88B2BBBDFA7}" type="datetimeFigureOut">
              <a:rPr lang="vi-VN" smtClean="0"/>
              <a:t>31/08/2024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9AB0-6D31-4E25-A0DC-BFCE7F5EF81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10977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BBC47-A03A-4AFE-AE48-A88B2BBBDFA7}" type="datetimeFigureOut">
              <a:rPr lang="vi-VN" smtClean="0"/>
              <a:t>31/08/2024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9AB0-6D31-4E25-A0DC-BFCE7F5EF81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93838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BBC47-A03A-4AFE-AE48-A88B2BBBDFA7}" type="datetimeFigureOut">
              <a:rPr lang="vi-VN" smtClean="0"/>
              <a:t>31/08/2024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9AB0-6D31-4E25-A0DC-BFCE7F5EF81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09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BBC47-A03A-4AFE-AE48-A88B2BBBDFA7}" type="datetimeFigureOut">
              <a:rPr lang="vi-VN" smtClean="0"/>
              <a:t>31/08/2024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9AB0-6D31-4E25-A0DC-BFCE7F5EF81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28922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BBC47-A03A-4AFE-AE48-A88B2BBBDFA7}" type="datetimeFigureOut">
              <a:rPr lang="vi-VN" smtClean="0"/>
              <a:t>31/08/2024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9AB0-6D31-4E25-A0DC-BFCE7F5EF81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1558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BBC47-A03A-4AFE-AE48-A88B2BBBDFA7}" type="datetimeFigureOut">
              <a:rPr lang="vi-VN" smtClean="0"/>
              <a:t>31/08/2024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9AB0-6D31-4E25-A0DC-BFCE7F5EF81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50188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5BBC47-A03A-4AFE-AE48-A88B2BBBDFA7}" type="datetimeFigureOut">
              <a:rPr lang="vi-VN" smtClean="0"/>
              <a:t>31/08/2024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C9AB0-6D31-4E25-A0DC-BFCE7F5EF81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61383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299173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 </a:t>
            </a:r>
            <a:r>
              <a:rPr lang="en-US" altLang="zh-CN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262A</a:t>
            </a:r>
            <a:r>
              <a:rPr lang="en-US" altLang="zh-CN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 -</a:t>
            </a:r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聖餐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標題 3"/>
          <p:cNvSpPr txBox="1">
            <a:spLocks/>
          </p:cNvSpPr>
          <p:nvPr/>
        </p:nvSpPr>
        <p:spPr>
          <a:xfrm>
            <a:off x="2048" y="3236979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Nhìn Cây Thập Tự</a:t>
            </a:r>
            <a:r>
              <a:rPr lang="vi-VN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vi-VN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  <a:cs typeface="Calibri" panose="020F0502020204030204" pitchFamily="34" charset="0"/>
              </a:rPr>
              <a:t>(TC </a:t>
            </a:r>
            <a:r>
              <a:rPr 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93</a:t>
            </a:r>
            <a:r>
              <a:rPr lang="vi-VN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  <a:cs typeface="Calibri" panose="020F0502020204030204" pitchFamily="34" charset="0"/>
              </a:rPr>
              <a:t>)</a:t>
            </a:r>
            <a:endParaRPr lang="zh-TW" altLang="en-US" sz="54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052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</a:rPr>
              <a:t>我等如今在主面前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Nhìn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cây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thập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tự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gẫm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Jêsus</a:t>
            </a:r>
            <a:endParaRPr lang="en-US" sz="3733" b="1" dirty="0">
              <a:solidFill>
                <a:srgbClr val="660033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ea typeface="Microsoft JhengHei" panose="020B0604030504040204" pitchFamily="34" charset="-120"/>
              </a:rPr>
              <a:t>( 1 / 6 )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80751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</a:rPr>
              <a:t>特來恭行聖禮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phải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đóng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đinh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chịu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khổ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đau</a:t>
            </a:r>
            <a:endParaRPr lang="en-US" sz="3733" b="1" dirty="0">
              <a:solidFill>
                <a:srgbClr val="660033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ea typeface="Microsoft JhengHei" panose="020B0604030504040204" pitchFamily="34" charset="-120"/>
              </a:rPr>
              <a:t>( 1 / 6 )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22702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如此謹遵至愛遺言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ôi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thân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Ngài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tuôn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huyết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thắm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thay</a:t>
            </a:r>
            <a:endParaRPr lang="en-US" sz="3733" b="1" dirty="0">
              <a:solidFill>
                <a:srgbClr val="660033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ea typeface="Microsoft JhengHei" panose="020B0604030504040204" pitchFamily="34" charset="-120"/>
              </a:rPr>
              <a:t>( 1 / 6 )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81526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乃要將主常記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khổ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hình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bởi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chúng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nay</a:t>
            </a:r>
            <a:endParaRPr lang="en-US" sz="3733" b="1" dirty="0">
              <a:solidFill>
                <a:srgbClr val="660033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ea typeface="Microsoft JhengHei" panose="020B0604030504040204" pitchFamily="34" charset="-120"/>
              </a:rPr>
              <a:t>( 1 / 6 )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18179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因主捨身為我靈餅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Kìa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xem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bầu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trời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tăm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tối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đê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mê</a:t>
            </a:r>
            <a:endParaRPr lang="en-US" sz="3733" b="1" dirty="0">
              <a:solidFill>
                <a:srgbClr val="660033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ea typeface="Microsoft JhengHei" panose="020B0604030504040204" pitchFamily="34" charset="-120"/>
              </a:rPr>
              <a:t>( 2 / 6 )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01150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心中感謝不已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đương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giữa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ban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ngày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gớm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ghê</a:t>
            </a:r>
            <a:endParaRPr lang="en-US" sz="3733" b="1" dirty="0">
              <a:solidFill>
                <a:srgbClr val="660033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ea typeface="Microsoft JhengHei" panose="020B0604030504040204" pitchFamily="34" charset="-120"/>
              </a:rPr>
              <a:t>( 2 / 6 )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90137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共飲主杯同昭虔敬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Chính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trong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điện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thờ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Đức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Giê-hô-va</a:t>
            </a:r>
            <a:endParaRPr lang="en-US" sz="3733" b="1" dirty="0">
              <a:solidFill>
                <a:srgbClr val="660033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ea typeface="Microsoft JhengHei" panose="020B0604030504040204" pitchFamily="34" charset="-120"/>
              </a:rPr>
              <a:t>( 2 / 6 )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04934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如此將主常記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bức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màn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phải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xé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hai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ra</a:t>
            </a:r>
            <a:endParaRPr lang="en-US" sz="3733" b="1" dirty="0">
              <a:solidFill>
                <a:srgbClr val="660033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ea typeface="Microsoft JhengHei" panose="020B0604030504040204" pitchFamily="34" charset="-120"/>
              </a:rPr>
              <a:t>( 2 / 6 )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93582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主在花園三次祈禱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Tại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đây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Jêsus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cất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tiếng</a:t>
            </a:r>
            <a:endParaRPr lang="en-US" sz="3733" b="1" dirty="0">
              <a:solidFill>
                <a:srgbClr val="660033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ea typeface="Microsoft JhengHei" panose="020B0604030504040204" pitchFamily="34" charset="-120"/>
              </a:rPr>
              <a:t>( 3 / 6 )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18479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負罪懷憂無比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“Cha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ôi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nay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đã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xong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việc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của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endParaRPr lang="en-US" sz="3733" b="1" dirty="0">
              <a:solidFill>
                <a:srgbClr val="660033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ea typeface="Microsoft JhengHei" panose="020B0604030504040204" pitchFamily="34" charset="-120"/>
              </a:rPr>
              <a:t>( 3 / 6 )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382002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汗流如血極其苦惱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kính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giao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linh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hồn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trong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cánh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tay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Cha.”</a:t>
            </a:r>
            <a:endParaRPr lang="en-US" sz="3733" b="1" dirty="0">
              <a:solidFill>
                <a:srgbClr val="660033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ea typeface="Microsoft JhengHei" panose="020B0604030504040204" pitchFamily="34" charset="-120"/>
              </a:rPr>
              <a:t>( 3 / 6 )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84240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何能將主忘記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Nói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rồi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trút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hơi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ra</a:t>
            </a:r>
            <a:endParaRPr lang="en-US" sz="3733" b="1" dirty="0">
              <a:solidFill>
                <a:srgbClr val="660033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ea typeface="Microsoft JhengHei" panose="020B0604030504040204" pitchFamily="34" charset="-120"/>
              </a:rPr>
              <a:t>( 3 / 6 )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891117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主釘十架我每思想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Từ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nơi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mộ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phần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sống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vẻ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vang</a:t>
            </a:r>
            <a:endParaRPr lang="en-US" sz="3733" b="1" dirty="0">
              <a:solidFill>
                <a:srgbClr val="660033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ea typeface="Microsoft JhengHei" panose="020B0604030504040204" pitchFamily="34" charset="-120"/>
              </a:rPr>
              <a:t>( 4 / 6 )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244598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注目在髑髏地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cõi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chết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nay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bị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phá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tan</a:t>
            </a:r>
            <a:endParaRPr lang="en-US" sz="3733" b="1" dirty="0">
              <a:solidFill>
                <a:srgbClr val="660033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ea typeface="Microsoft JhengHei" panose="020B0604030504040204" pitchFamily="34" charset="-120"/>
              </a:rPr>
              <a:t>( 4 / 6 )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713875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上帝羔羊為我獻上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bẻ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then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địa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ngục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duy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Jêsus</a:t>
            </a:r>
            <a:endParaRPr lang="en-US" sz="3733" b="1" dirty="0">
              <a:solidFill>
                <a:srgbClr val="660033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ea typeface="Microsoft JhengHei" panose="020B0604030504040204" pitchFamily="34" charset="-120"/>
              </a:rPr>
              <a:t>( 4 / 6 )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20494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必定將主切記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Đấng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được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tán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mỹ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muôn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thu</a:t>
            </a:r>
            <a:endParaRPr lang="en-US" sz="3733" b="1" dirty="0">
              <a:solidFill>
                <a:srgbClr val="660033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ea typeface="Microsoft JhengHei" panose="020B0604030504040204" pitchFamily="34" charset="-120"/>
              </a:rPr>
              <a:t>( 4 / 6 )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954092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我念主苦我念主德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Nhìn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cây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thập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tự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gẫm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Jêsus</a:t>
            </a:r>
            <a:endParaRPr lang="en-US" sz="3733" b="1" dirty="0">
              <a:solidFill>
                <a:srgbClr val="660033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ea typeface="Microsoft JhengHei" panose="020B0604030504040204" pitchFamily="34" charset="-120"/>
              </a:rPr>
              <a:t>( 5 / 6 )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389739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念主愛我至極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phải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đóng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đinh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chịu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khổ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đau</a:t>
            </a:r>
            <a:endParaRPr lang="en-US" sz="3733" b="1" dirty="0">
              <a:solidFill>
                <a:srgbClr val="660033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ea typeface="Microsoft JhengHei" panose="020B0604030504040204" pitchFamily="34" charset="-120"/>
              </a:rPr>
              <a:t>( 5 / 6 )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596043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尚有呼吸尚有血脈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ôi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thân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Ngài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tuôn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huyết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thắm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thay</a:t>
            </a:r>
            <a:endParaRPr lang="en-US" sz="3733" b="1" dirty="0">
              <a:solidFill>
                <a:srgbClr val="660033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ea typeface="Microsoft JhengHei" panose="020B0604030504040204" pitchFamily="34" charset="-120"/>
              </a:rPr>
              <a:t>( 5 / 6 )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948469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我總將主永記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khổ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hình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bởi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chúng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nay</a:t>
            </a:r>
            <a:endParaRPr lang="en-US" sz="3733" b="1" dirty="0">
              <a:solidFill>
                <a:srgbClr val="660033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ea typeface="Microsoft JhengHei" panose="020B0604030504040204" pitchFamily="34" charset="-120"/>
              </a:rPr>
              <a:t>( 5 / 6 )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144212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待至臨終不能説話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Kìa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xem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bầu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trời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tăm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tối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đê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mê</a:t>
            </a:r>
            <a:endParaRPr lang="en-US" sz="3733" b="1" dirty="0">
              <a:solidFill>
                <a:srgbClr val="660033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ea typeface="Microsoft JhengHei" panose="020B0604030504040204" pitchFamily="34" charset="-120"/>
              </a:rPr>
              <a:t>( 6 / 6 )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571176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念主仍然不息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đương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giữa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ban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ngày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gớm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ghê</a:t>
            </a:r>
            <a:endParaRPr lang="en-US" sz="3733" b="1" dirty="0">
              <a:solidFill>
                <a:srgbClr val="660033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ea typeface="Microsoft JhengHei" panose="020B0604030504040204" pitchFamily="34" charset="-120"/>
              </a:rPr>
              <a:t>( 6 / 6 )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539631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主再降臨從天而下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Chính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trong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điện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thờ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Đức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Giê-hô-va</a:t>
            </a:r>
            <a:endParaRPr lang="en-US" sz="3733" b="1" dirty="0">
              <a:solidFill>
                <a:srgbClr val="660033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ea typeface="Microsoft JhengHei" panose="020B0604030504040204" pitchFamily="34" charset="-120"/>
              </a:rPr>
              <a:t>( 6 / 6 )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278573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懇求亦將我記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bức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màn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phải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xé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hai</a:t>
            </a:r>
            <a:r>
              <a:rPr lang="en-US" altLang="zh-TW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ra</a:t>
            </a:r>
            <a:endParaRPr lang="en-US" sz="3733" b="1" dirty="0">
              <a:solidFill>
                <a:srgbClr val="660033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ea typeface="Microsoft JhengHei" panose="020B0604030504040204" pitchFamily="34" charset="-120"/>
              </a:rPr>
              <a:t>( 6 / 6 )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83480632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A8DE197-990E-4893-BF04-3823FBB50F9A}" vid="{430B7048-5A04-4BDB-939A-C7E865DB88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6</TotalTime>
  <Words>467</Words>
  <Application>Microsoft Office PowerPoint</Application>
  <PresentationFormat>Widescreen</PresentationFormat>
  <Paragraphs>74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Microsoft JhengHei</vt:lpstr>
      <vt:lpstr>Microsoft JhengHei</vt:lpstr>
      <vt:lpstr>Arial</vt:lpstr>
      <vt:lpstr>Calibri</vt:lpstr>
      <vt:lpstr>Times New Roman</vt:lpstr>
      <vt:lpstr>Theme1</vt:lpstr>
      <vt:lpstr>宣 262A -聖餐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聖餐</dc:title>
  <dc:creator>Windows User</dc:creator>
  <cp:lastModifiedBy>batisuoc</cp:lastModifiedBy>
  <cp:revision>3</cp:revision>
  <dcterms:created xsi:type="dcterms:W3CDTF">2022-04-14T11:47:13Z</dcterms:created>
  <dcterms:modified xsi:type="dcterms:W3CDTF">2024-08-31T11:01:10Z</dcterms:modified>
</cp:coreProperties>
</file>