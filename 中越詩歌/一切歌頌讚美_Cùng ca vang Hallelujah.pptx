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70" r:id="rId10"/>
    <p:sldId id="269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一切歌頌讚美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 CA VANG HALLELUJAH</a:t>
            </a: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一切歌頌讚美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Hãy lớn tiếng hát ca vang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都歸我主我的神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Ba Ngôi oai nghi năng quyền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194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是配得歌頌與讚美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Vì Ngài là Chúa toàn năng hiển vinh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836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我們高聲呼喊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Lòng xin dâng khúc ca tôn vinh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37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高舉耶穌聖名 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Ơn Chúa yêu thương đời đời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</a:t>
            </a:r>
            <a:r>
              <a:rPr lang="zh-CN" alt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Hallelujah</a:t>
            </a:r>
            <a:endParaRPr lang="en-US" sz="44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6485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讚美主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Ngợi khen Cha Hallelujah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0946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讚美主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 </a:t>
            </a:r>
            <a:r>
              <a:rPr lang="en-US" altLang="zh-TW" sz="6400" b="1" dirty="0" err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i-FI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 oai nghi Hallelujah Hallelujah</a:t>
            </a:r>
            <a:endParaRPr lang="en-US" sz="44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2648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讚美主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Ngợi khen Cha Hallelujah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764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讚美主 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 </a:t>
            </a:r>
            <a:r>
              <a:rPr lang="en-US" altLang="zh-CN" sz="6400" b="1" dirty="0" err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yêu thương Hallelujah Hallelujah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408429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153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朝賀耶穌降生</dc:title>
  <dc:creator>Windows User</dc:creator>
  <cp:lastModifiedBy>batisuoc</cp:lastModifiedBy>
  <cp:revision>12</cp:revision>
  <dcterms:created xsi:type="dcterms:W3CDTF">2022-04-07T15:49:49Z</dcterms:created>
  <dcterms:modified xsi:type="dcterms:W3CDTF">2024-10-20T13:47:02Z</dcterms:modified>
</cp:coreProperties>
</file>