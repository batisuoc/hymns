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21/10/2024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跨代傳承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C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Tiếp Nối Kế Thừa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立志效法基督忠於所托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đời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trung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với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Cha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齊奔標杆舉目觀看莊稼已熟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3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 nhướng mắt lên, cánh đồng chín thơm lúa đang khoe vàng</a:t>
            </a:r>
            <a:endParaRPr lang="en-US" sz="34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3648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願意被祢更新身心擺上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Cha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đổi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mới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hiến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dâng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4297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深知偉大使命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Quyết chí rao truyền Tin Lành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526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唯盼薪火相傳此生不退縮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 ơn Thánh Linh tuôn tràn, dẫn soi trên đời con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6779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別懼怕  別震驚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Đừng sợ chi, đừng lui bước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7887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作主精兵終會得勝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Thập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tự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chiến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binh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chẳng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ngại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khó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khăn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226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興起我  差遣我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sai con! Dấy lên con!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8129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末後世代靈魂盼見著神恩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3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Truyền rao phúc âm năng quyền để muôn dân được cứu</a:t>
            </a:r>
            <a:endParaRPr lang="en-US" sz="3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9871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上主信實慈愛觸動每個世代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ì</a:t>
            </a: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yêu tôi và anh, huyết Ngài tuôn nơi thập hình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4940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是祢所愛從不丟棄輕看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Tội tôi với anh, được Chúa xoá bôi, thứ tha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2064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傳承我主使命跨代神恩印證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3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 rao ơn Chúa muôn đời, sứ mệnh được tiếp nối luôn</a:t>
            </a:r>
            <a:endParaRPr lang="en-US" sz="3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9485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人人看見榮耀彰顯到永遠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Nhà nhà hân hoan, người người biết Cứu Chúa Giês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u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6169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站在美好應許 跨代同聲宣告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3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 nương trên hứa ngôn xưa, kế thừa đời sống đức tin</a:t>
            </a:r>
            <a:endParaRPr lang="en-US" sz="38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7878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至於我和我家  必定事奉祢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Nhưng với ta, nhà ta sẽ vững lòng Hầu việc Cha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252502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383</Words>
  <Application>Microsoft Office PowerPoint</Application>
  <PresentationFormat>Widescreen</PresentationFormat>
  <Paragraphs>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Microsoft JhengHei</vt:lpstr>
      <vt:lpstr>Microsoft JhengHei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朝賀耶穌降生</dc:title>
  <dc:creator>Windows User</dc:creator>
  <cp:lastModifiedBy>batisuoc</cp:lastModifiedBy>
  <cp:revision>10</cp:revision>
  <dcterms:created xsi:type="dcterms:W3CDTF">2022-04-07T15:49:49Z</dcterms:created>
  <dcterms:modified xsi:type="dcterms:W3CDTF">2024-10-20T17:12:57Z</dcterms:modified>
</cp:coreProperties>
</file>