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39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150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2503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279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958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410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5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138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116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262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862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8A38B-3B91-408F-8B88-9A3ADF641235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A24B7-F853-4C0C-864A-856644E219E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177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歡欣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 Chúa lòng ghi sâu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11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歡欣  心裡感謝神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dâng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tạo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muôn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loài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76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歌唱  歸於聖父  讚頌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Trái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chân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thành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ghi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99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賜下慈愛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獨生的愛子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bao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giờ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nhạt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phai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dù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năm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đổi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109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歡欣  心裡感謝神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Hân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hoan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ngợi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trên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48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歌唱  歸於聖父  讚頌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muôn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người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muôn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người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50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賜下慈愛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獨生的愛子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ăn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năn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về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Cha,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lỗi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xưa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93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今天心中剛強無懼怕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khiến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những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kẻ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yếu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mạnh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lên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19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主的豐盛滿一生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Những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kẻ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khó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giàu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8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皆因主手曾為我顯深恩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dìu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qua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sương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mưa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8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今天心中剛強無懼怕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chỗ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những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kẻ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khốn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nương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náu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3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主的豐盛滿一生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Những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kẻ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vỡ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dấu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218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皆因主手曾為我顯深恩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tay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–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chẳng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vương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lo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Cha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97210111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</TotalTime>
  <Words>225</Words>
  <Application>Microsoft Office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Theme1</vt:lpstr>
      <vt:lpstr>歡欣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歡欣</dc:title>
  <dc:creator>Windows User</dc:creator>
  <cp:lastModifiedBy>batisuoc</cp:lastModifiedBy>
  <cp:revision>2</cp:revision>
  <dcterms:created xsi:type="dcterms:W3CDTF">2021-02-09T18:49:13Z</dcterms:created>
  <dcterms:modified xsi:type="dcterms:W3CDTF">2024-10-20T14:00:45Z</dcterms:modified>
</cp:coreProperties>
</file>