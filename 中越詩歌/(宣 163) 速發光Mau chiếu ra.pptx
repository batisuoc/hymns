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843" r:id="rId2"/>
    <p:sldId id="844" r:id="rId3"/>
    <p:sldId id="845" r:id="rId4"/>
    <p:sldId id="846" r:id="rId5"/>
    <p:sldId id="847" r:id="rId6"/>
    <p:sldId id="848" r:id="rId7"/>
    <p:sldId id="849" r:id="rId8"/>
    <p:sldId id="850" r:id="rId9"/>
    <p:sldId id="851" r:id="rId10"/>
    <p:sldId id="852" r:id="rId11"/>
    <p:sldId id="853" r:id="rId12"/>
    <p:sldId id="854" r:id="rId13"/>
    <p:sldId id="855" r:id="rId14"/>
    <p:sldId id="864" r:id="rId15"/>
    <p:sldId id="865" r:id="rId16"/>
    <p:sldId id="866" r:id="rId17"/>
    <p:sldId id="867" r:id="rId18"/>
    <p:sldId id="856" r:id="rId19"/>
    <p:sldId id="857" r:id="rId20"/>
    <p:sldId id="858" r:id="rId21"/>
    <p:sldId id="859" r:id="rId22"/>
    <p:sldId id="868" r:id="rId23"/>
    <p:sldId id="869" r:id="rId24"/>
    <p:sldId id="870" r:id="rId25"/>
    <p:sldId id="871" r:id="rId26"/>
    <p:sldId id="860" r:id="rId27"/>
    <p:sldId id="861" r:id="rId28"/>
    <p:sldId id="862" r:id="rId29"/>
    <p:sldId id="863" r:id="rId30"/>
    <p:sldId id="872" r:id="rId31"/>
    <p:sldId id="873" r:id="rId32"/>
    <p:sldId id="874" r:id="rId33"/>
    <p:sldId id="875" r:id="rId3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2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4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2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8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2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9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8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6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61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63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0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89E5A-EA90-466E-B566-0FE84609A2A0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00E0-8281-45E7-B1FD-166EFD6C9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4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163</a:t>
            </a:r>
            <a:r>
              <a:rPr lang="en-US" altLang="zh-CN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- 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速發光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MAU CHIẾU RA (TC 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365</a:t>
            </a:r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0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千萬人寄生罪中如陷深海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Kìa trông vực sâu đương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lôi cuốn hằng bao linh hồn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369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速發光  速發光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Đèn linh kia mau chiếu lên!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1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彼哀呼求救豈可旁觀立待</a:t>
            </a:r>
            <a:endParaRPr lang="zh-TW" altLang="en-US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 ta đành ngơ tai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bưng mắt mặc ai kêu dồn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5952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須速發光</a:t>
            </a:r>
            <a:endParaRPr lang="zh-TW" altLang="en-US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sáng soi rạng bốn bên!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405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速發福音真光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ra cho người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xem Phước âm quang!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908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</a:t>
            </a: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照</a:t>
            </a: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亮  幽暗昏沉地方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ra cho người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 tối mê man!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427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田禾成熟  宜收斂入倉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Họ rên siết trong biển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mênh mông lềnh bềnh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617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須速發光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Trông ngóng ta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khêu đèn thánh lên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957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痛苦罪人急待福音施救濟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 triệu người hiện đang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 thiết chờ mong Tin Lành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4961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速發光  速發光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Đèn linh kia mau chiếu lên!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4304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速傳真道拯救眾生切莫遲</a:t>
            </a:r>
            <a:endParaRPr lang="zh-TW" altLang="en-US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đi tìm họ, ta lơ lửng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trì diên sao đành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261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須速發光</a:t>
            </a:r>
            <a:endParaRPr lang="zh-TW" altLang="en-US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sáng soi rạng bốn bên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0529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速發福音真光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ra cho người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xem Phước âm quang!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319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</a:t>
            </a: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照</a:t>
            </a: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亮  幽暗昏沉地方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ra cho người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 tối mê man!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099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田禾成熟  宜收斂入倉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Họ rên siết trong biển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mênh mông lềnh bềnh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419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須速發光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Trông ngóng ta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khêu đèn thánh lên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774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耶穌命我傳此福音大信息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Jê-sus truyền ta rao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 mỗi người nghe Tin Lành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7983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速發光  速發光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Đèn linh kia mau chiếu lên!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7063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苟不宣傳眾生何有得救時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Nay được chuộc rồi, sao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ta chối lệnh Christ ban hành?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5723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須速發光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sáng soi rạng bốn bên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898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速發福音真光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ra cho người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xem Phước âm quang!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117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</a:t>
            </a: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照</a:t>
            </a: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亮  幽暗昏沉地方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ra cho người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 tối mê man!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742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田禾成熟  宜收斂入倉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Họ rên siết trong biển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mênh mông lềnh bềnh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389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須速發光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Trông ngóng ta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khêu đèn thánh lên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617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我們樂遵主命將福音傳開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Ta tình nguyện đi nhân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danh Chúa Jê-sus trên trời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1762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速發光  速發光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Đèn linh kia mau chiếu lên!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9432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發揚真神聖道顯基督仁愛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00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Rao truyền tình yêu thương</a:t>
            </a:r>
            <a:r>
              <a:rPr lang="en-US" sz="3700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00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 cứu chuộc cho muôn người</a:t>
            </a:r>
            <a:endParaRPr lang="en-US" sz="3700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03340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須速發光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sáng soi rạng bốn bên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21328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速發福音真光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ra cho người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xem Phước âm quang!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5766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</a:t>
            </a: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照</a:t>
            </a: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亮  幽暗昏沉地方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 chiếu ra cho người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 tối mê man!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272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田禾成熟  宜收斂入倉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Họ rên siết trong biển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mênh mông lềnh bềnh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737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  <a:sym typeface="+mn-ea"/>
              </a:rPr>
              <a:t>速發光  須速發光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Trông ngóng ta</a:t>
            </a:r>
            <a:r>
              <a:rPr lang="en-US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dirty="0">
                <a:solidFill>
                  <a:srgbClr val="660033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khêu đèn thánh lên</a:t>
            </a:r>
            <a:endParaRPr lang="en-US" sz="3733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1803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</TotalTime>
  <Words>659</Words>
  <Application>Microsoft Office PowerPoint</Application>
  <PresentationFormat>Widescreen</PresentationFormat>
  <Paragraphs>82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Microsoft JhengHei</vt:lpstr>
      <vt:lpstr>Microsoft JhengHei</vt:lpstr>
      <vt:lpstr>Arial</vt:lpstr>
      <vt:lpstr>Calibri</vt:lpstr>
      <vt:lpstr>Times New Roman</vt:lpstr>
      <vt:lpstr>Theme1</vt:lpstr>
      <vt:lpstr>宣 163 - 速發光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2024-09-28T06:08:17Z</dcterms:created>
  <dcterms:modified xsi:type="dcterms:W3CDTF">2024-09-28T06:22:56Z</dcterms:modified>
</cp:coreProperties>
</file>