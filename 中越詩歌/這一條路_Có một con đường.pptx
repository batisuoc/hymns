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58" y="14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09/08/2024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這一條路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 một con đường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我走過最幸福的路  是跟隨的路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đường hạnh phúc nhất con từng đi, là con đường theo Chúa </a:t>
            </a:r>
            <a:endParaRPr lang="en-US" sz="3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讓祢的手引導  生命的每一步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dẫn dắt mỗi bước đi của cuộc đời con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609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我走過最喜樂的路  是依靠的路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đường hạnh phúc nhất con từng đi, là con đường nương cậy Chúa</a:t>
            </a:r>
            <a:endParaRPr lang="en-US" sz="32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582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把每一天交給祢的心來眷顧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 ngày phó thác cho Chúa chăm sóc con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762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捨己卻更加寬闊  放手卻更加穩妥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Trao mọi điều lo lắng cho Chúa lòng con bình an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223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超乎想像  精采豐富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đường theo Chúa rực rỡ tươi đẹp vượt quá suy tưởng con</a:t>
            </a:r>
            <a:endParaRPr lang="en-US" sz="3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255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我跟祢走的這一條路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cất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bước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theo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đường</a:t>
            </a:r>
            <a:r>
              <a:rPr lang="en-US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này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47140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199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Joe Cheng</cp:lastModifiedBy>
  <cp:revision>6</cp:revision>
  <dcterms:created xsi:type="dcterms:W3CDTF">2022-04-07T15:49:49Z</dcterms:created>
  <dcterms:modified xsi:type="dcterms:W3CDTF">2024-08-09T06:02:42Z</dcterms:modified>
</cp:coreProperties>
</file>