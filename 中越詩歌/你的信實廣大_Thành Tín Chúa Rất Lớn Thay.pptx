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6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8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3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7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10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03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254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0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4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9D838-7601-4888-A52A-A4F54A81251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BF18E-0C2B-4574-B558-D36C79D4C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6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祢的信實廣大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 TÍN CHÚA RẤT LỚN THAY</a:t>
            </a:r>
            <a:endParaRPr lang="zh-TW" altLang="en-US" sz="48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410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祢的信實廣大  我神我天父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hô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va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rất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lớn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84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95819-1C16-9836-DEB5-7466AE8C0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0758202-E997-4A22-66AC-0D37C477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永遠沒有轉動影兒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3282AD2-929B-A8A3-A924-8CA548E00D91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bóng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biến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vững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chãi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6B2F0-879B-2C6B-5CAA-848D5E6C796A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42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97A55-29EE-C2D6-363E-11718F45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568B439-83CA-7397-5749-D87F65B4E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永不改變  父神每天施憐憫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0BDCAD8-14CB-E8C7-F7CB-289AAB74F299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đổi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thương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rộng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dài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E2C47-597A-D176-F980-EF2032E6068A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01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D9669-655B-E87E-27A1-AAB2456DC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7F24BD4-163D-73BB-ED61-81A09FE1D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無始無終上主施恩不盡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EEE940-690D-5C3D-DCB9-EC127A65B9F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xưa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hôm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còn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hoài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8DC88-14ED-5E94-F61A-3F0265C84FE3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94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7D4C0-BB52-AD1D-96AD-2C5DF725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9F12A46-9F1C-AB04-B932-182C31A96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8F2047B-FB77-CD64-B99E-DF1B3206DBA4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872800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EBED6-E5C1-1C34-5BFE-3E87CE68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4D89A95-52E2-93C8-9901-75A041D4B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CBBB06-2EDE-91FB-8BD4-CF3C8B907841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biết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bao!</a:t>
            </a:r>
          </a:p>
        </p:txBody>
      </p:sp>
    </p:spTree>
    <p:extLst>
      <p:ext uri="{BB962C8B-B14F-4D97-AF65-F5344CB8AC3E}">
        <p14:creationId xmlns:p14="http://schemas.microsoft.com/office/powerpoint/2010/main" val="91417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7465A-B18A-07E7-4E6F-5C76AA5F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5C8AF4E-E55C-947E-D2A3-C10D79B62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清晨復清晨  更經歷新恩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ADFD1EE-2A2D-439E-EF53-B1C71B33F6AB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thêm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tươi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mới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dào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87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F46C-8B71-1125-C0B3-4781E7B85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6C36224-E3B6-715B-5646-0F6542A34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我所需用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恩手豐富預備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F1F9F0A-8F75-5EBA-D2B5-7000EA7851C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Điều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yếu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ban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dật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3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00619-740C-240C-8C07-094F199E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E9BD1EA-7729-0E86-75A5-F08E27F2B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  顯在我身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5B6C538-B624-9514-2019-FB6CD7037E2F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rộng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lớn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82576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CB88-8AA2-A081-A701-E9F28512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F42CE32-242D-1B7B-E3D2-2C948B8DA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春夏秋冬四季  有栽種收成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CD0B856-675D-1605-5550-957E202BA3A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đông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xuân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qua,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hạ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lại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tám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tiết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vãng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D2937-EF6A-2A83-23FE-FBDCC152C99B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182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A1EE0-368B-B7DB-8CC7-F5F72EC1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D47CB9A-A58E-DE28-D373-05B0C029E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日月星辰時刻運轉不停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7B51030-60C0-130F-422C-85685CFF0AB1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Giăng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bủa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tinh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nhật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nguyệt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luân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chuyển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endParaRPr lang="en-US" sz="36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5DCF7-5CC5-DDBC-A7A4-6AA26408A022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775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C1B8-0994-A89D-123E-20CDD5E2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21A1CC6-9AA4-1A5F-4861-36004126D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宇宙萬物都見證造物主宰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3A3A1C0-8CEB-9078-70B6-DA080C055DB1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Toàn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nhiên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giới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chứng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minh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đại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vạn</a:t>
            </a:r>
            <a:r>
              <a:rPr 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đại</a:t>
            </a:r>
            <a:endParaRPr lang="en-US" sz="36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AE527-4BBA-8229-BD85-788BA4FC48C1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884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8F891-B4B0-D9E0-72EF-93EE4B06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416B090-D0EB-2C02-24A2-2BD135431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述說天父豐盛  信實  慈愛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B943ACE-305C-1A8C-F432-82ACA56EEE0C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lớn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khoan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thương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0332F-5BA1-591C-DD17-AA4909E0EB75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29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AFE0A-992D-1EF0-7DEF-12FBEFE6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5A90851-E340-56DF-25AC-4121A4BF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C388C3D-C743-EAA5-D3D6-C8E1596B9FE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227804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0892-6BFF-371C-1BAE-EA63237F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CBD884C-74D8-6B44-6CFF-9F347912E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B6C2C6F-99C9-23D6-BB17-D2810F30EF05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biết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bao!</a:t>
            </a:r>
          </a:p>
        </p:txBody>
      </p:sp>
    </p:spTree>
    <p:extLst>
      <p:ext uri="{BB962C8B-B14F-4D97-AF65-F5344CB8AC3E}">
        <p14:creationId xmlns:p14="http://schemas.microsoft.com/office/powerpoint/2010/main" val="2463554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D5AE-D232-E3D4-CB80-C9764AEB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BF5A608-7FF4-9BE3-D58A-B9F4F0D93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清晨復清晨  更經歷新恩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C13C7BA-B70A-9CD1-FF39-7C543DB32BE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thêm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tươi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mới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dào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666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9BD1-AB53-51FA-F20D-5191E5E7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8564125-CB75-409C-006D-192425AD9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我所需用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恩手豐富預備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2D6DF8C-E81D-75FA-7461-88394AB4A6CC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Điều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yếu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ban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dật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225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A7047-5419-83CA-38FC-5F4E2516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C4D09FE-DBEA-2965-C649-924E7C750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  顯在我身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1F31361-3DEB-D108-08D2-FD4FFAACEB33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rộng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lớn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90242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50E3A-3F89-6703-78FD-3F5F77119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D4628D2-8FFD-79BF-30CB-12F17E6B8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赦免我罪過  賜永遠安寧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12F87C2-F141-66D8-EDAE-DB650BD7459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xá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hưởng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ân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83708-1DF6-E033-8B6C-9D1E953A9823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565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21376-4ED2-EC23-232C-7E039EEE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AD82910-A651-DC3B-1699-9A6C84C81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常與我同在  安慰引領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820D241-A559-503B-3AAD-BB009677396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hiện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diện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dạy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khuyên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đưa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dẫn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04CDF-A2AC-5BDC-2CB8-23D461F7835B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316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FFF8-7351-900D-A754-1000566D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1C2CE7A-71C0-FDE0-3CFF-BA150E9D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求賜今天力量  明天的盼望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E08AE3-5826-8031-8B57-5FC6550FBAA2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sức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mới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suốt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tương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lai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vọng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rạng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ngời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FEC55-8162-36A9-55F2-90DC1E237D6D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1836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ABB84-62D7-B41C-0546-BD7DCD5A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9569784-6504-3FFB-451D-68FEB48FC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從天降下恩典  福樂無窮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84C7B79-7A90-1EDA-D070-D3A1D03ECF3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hưởng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phước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linh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thoả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mãn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muôn</a:t>
            </a:r>
            <a:r>
              <a:rPr lang="en-US" sz="38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38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phần</a:t>
            </a:r>
            <a:endParaRPr lang="en-US" sz="38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18C2E-0F9A-7608-19EC-6C32157FD176}"/>
              </a:ext>
            </a:extLst>
          </p:cNvPr>
          <p:cNvSpPr txBox="1"/>
          <p:nvPr/>
        </p:nvSpPr>
        <p:spPr>
          <a:xfrm>
            <a:off x="0" y="5360787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577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690C-514C-244C-4F8E-797D2E87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CA78F7A-2BB7-45CC-86CC-C300E13BC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C10F2AA-3955-CBA9-B3F6-EF182534057E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189468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6FBA-41FE-C1C1-5980-41998415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BDE2B83-4306-ABBC-3F1E-BF5186AC5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BE13B7E-CE07-3E6C-591C-296190C2D580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biết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bao!</a:t>
            </a:r>
          </a:p>
        </p:txBody>
      </p:sp>
    </p:spTree>
    <p:extLst>
      <p:ext uri="{BB962C8B-B14F-4D97-AF65-F5344CB8AC3E}">
        <p14:creationId xmlns:p14="http://schemas.microsoft.com/office/powerpoint/2010/main" val="3596224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B2F4-185A-3716-FCA3-E6255A8B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4FDFEEB-1BE0-8961-4B4A-D6215B719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清晨復清晨  更經歷新恩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A92117F-EE63-0C04-BB20-41850CF62788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thêm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tươi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mới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dào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42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8D05-9CBC-C80B-B42A-6BFAB652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0DB4F2E-EC56-78FF-7E0C-5EAD4666E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我所需用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恩手豐富預備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41A7539-D0FD-60E6-1791-6389B9694106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Điều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yếu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ban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dật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endParaRPr lang="en-US" sz="4000" b="1" dirty="0">
              <a:solidFill>
                <a:srgbClr val="000066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729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BDA2-2AF5-2BDB-A8CD-2427D5EA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224C06A-49FD-1AD8-5E07-5D5DC8F09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的信實廣大  顯在我身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177F9AB-130F-D98E-906E-6793DC9B0FDA}"/>
              </a:ext>
            </a:extLst>
          </p:cNvPr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rộng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lớn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làm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399606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617</Words>
  <Application>Microsoft Office PowerPoint</Application>
  <PresentationFormat>Widescreen</PresentationFormat>
  <Paragraphs>68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5</cp:revision>
  <dcterms:created xsi:type="dcterms:W3CDTF">2025-03-29T11:25:14Z</dcterms:created>
  <dcterms:modified xsi:type="dcterms:W3CDTF">2025-03-29T11:39:59Z</dcterms:modified>
</cp:coreProperties>
</file>