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110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67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32847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862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045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5429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484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124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949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445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789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C8AF4-3B58-4868-8ABF-BFB3B1D0CE14}" type="datetimeFigureOut">
              <a:rPr lang="vi-VN" smtClean="0"/>
              <a:t>21/12/2024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5CA30-38C9-4323-9D4D-1748F1461D4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682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283 - 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天使報信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TC 53 - </a:t>
            </a:r>
            <a:r>
              <a:rPr lang="vi-VN" sz="48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 Thiên Binh Cùng Nhau Trổi Hát</a:t>
            </a:r>
            <a:endParaRPr lang="zh-TW" altLang="en-US" sz="48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547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聽啊天使唱高聲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 thiên binh cùng vang tiếng hát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81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報知耶穌今降生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Chúc Thánh Ðế mới sinh trên đất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53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天上榮光歸於神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 an ân trạch ban khắp cả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7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地上平安人蒙恩</a:t>
            </a:r>
            <a:endParaRPr lang="en-US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và người đôi bên thuận hòa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99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世間遠近大小邦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Khắp đất hát: Ha-lê-lu-gia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83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皆當興起同頌揚</a:t>
            </a:r>
            <a:endParaRPr lang="en-US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Suốt cả cõi trời cũng hoan ca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856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天唱地和喜不勝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Các sứ thánh huyên ca giọng êm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60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基督生於伯利恆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 Christ giáng tại Bết-lê-hem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01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天唱地和喜不勝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Khá chú ý khúc ca diệu thay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063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基督生於伯利恆</a:t>
            </a:r>
            <a:endParaRPr lang="en-US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hiển bấy Christ hạ sanh rày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( 1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37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基督本為永生主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Kìa, thiên binh thờ Vua chánh ngôi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144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天使敬拜齊首俯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Cứu Chúa Christ vững sanh vô đối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254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今在末世由天降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Ðồng trinh xưa hoài thai Thánh Tử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613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生於童女成人狀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Ðấng loài người bao năm đợi chờ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317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至高上主披肉體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Dẫu Chúa có hình thể như ta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323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住在人間宜讚美</a:t>
            </a:r>
            <a:endParaRPr lang="en-US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Vẫn chiếu sáng thần tánh như Cha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64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甘與世人居下地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Kẻ tiếp Chúa, Chúa luôn ngự bên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67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乃我主以馬內利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Thật rõ Chúa Em-ma-nu-ên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744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甘與世人居下地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Khá chú ý khúc ca diệu thay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51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乃我主以馬內利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hiển bấy Christ hạ sanh rày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( 2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81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美哉救主太平皇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Tụng ca Vua Bình an đến kia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044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美哉救主為世光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Hát chúc Ánh Thái Dương công nghĩa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37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普遍照臨億萬人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đem theo thần quang vĩnh sạch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217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賜以永生引歸真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Phép trị bịnh do tay nhơn lành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034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謙卑放下天榮尊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gác bỏ quyền quí thiên cung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668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生則救人免沉淪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Xuống để cứu người thoát nguy vong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030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生則罪人能更新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Xuống để vớt ai đương lầm than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4388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生則人得與主親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Ðược trùng sanh, phục hồi vinh quang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254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生則罪人能更新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Khá chú ý khúc ca diệu thay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867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生則人得與主親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hiển bấy Christ hạ sanh rày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( 3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79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萬國救主萬國望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Kìa thiên binh cùng vang tiếng hát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62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願主居在我心上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Chúc Thánh Ðế mới sanh trên đất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241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魔鬼權勢全然敗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Bình an ân trạch ban khắp cả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568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使我勝過惡世界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Chúa và người đôi bên thuận hòa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2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因與天使列同行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Khắp đất hát: Ha-lê-lu-gia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550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竭力頌讚新生王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Suốt cả cõi trời cũng hoan ca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767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天上榮光歸真神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Các sứ thánh huyên ca giọng êm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557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地下平安人蒙恩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Mừng Christ giáng tại Bết-lê-hem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648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天上榮光歸真神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Khá chú ý khúc ca diệu thay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408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地下平安人蒙恩</a:t>
            </a:r>
            <a:endParaRPr lang="en-US" altLang="zh-CN" sz="66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000066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Vinh hiển bấy Christ hạ sanh rày</a:t>
            </a:r>
            <a:endParaRPr lang="en-US" sz="4400" b="1" dirty="0">
              <a:solidFill>
                <a:srgbClr val="000066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</a:rPr>
              <a:t>( 4 / 4 )</a:t>
            </a:r>
            <a:endParaRPr lang="vi-VN" sz="4267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04763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67</TotalTime>
  <Words>769</Words>
  <Application>Microsoft Office PowerPoint</Application>
  <PresentationFormat>Widescreen</PresentationFormat>
  <Paragraphs>122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微軟正黑體</vt:lpstr>
      <vt:lpstr>Arial</vt:lpstr>
      <vt:lpstr>Calibri</vt:lpstr>
      <vt:lpstr>Theme1</vt:lpstr>
      <vt:lpstr>宣 283 - 天使報信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天使報信</dc:title>
  <dc:creator>Windows User</dc:creator>
  <cp:lastModifiedBy>batisuoc</cp:lastModifiedBy>
  <cp:revision>13</cp:revision>
  <dcterms:created xsi:type="dcterms:W3CDTF">2021-12-19T16:54:24Z</dcterms:created>
  <dcterms:modified xsi:type="dcterms:W3CDTF">2024-12-21T04:43:25Z</dcterms:modified>
</cp:coreProperties>
</file>