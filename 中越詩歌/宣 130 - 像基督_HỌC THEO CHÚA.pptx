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5" r:id="rId16"/>
    <p:sldId id="276" r:id="rId17"/>
    <p:sldId id="277" r:id="rId18"/>
    <p:sldId id="270" r:id="rId19"/>
    <p:sldId id="271" r:id="rId20"/>
    <p:sldId id="272" r:id="rId21"/>
    <p:sldId id="273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9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8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1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6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9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0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6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6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9BB9F-A1A2-47B9-80E7-30D23EE6F4A5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2704E-C694-4939-9B3D-A35AE0D4E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130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像基督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HỌC THEO CHÚA (TC 685)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4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榮耀之救主我真願像祢</a:t>
            </a: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luôn tha thứ nhân từ</a:t>
            </a:r>
            <a:endParaRPr lang="vi-VN" sz="4400" b="1" dirty="0">
              <a:solidFill>
                <a:srgbClr val="660033"/>
              </a:solidFill>
              <a:effectLst/>
              <a:latin typeface="+mj-lt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273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EFC2-256D-4A03-636C-91F12542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E039C0-D8EF-FABC-8EED-D49727515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此是我盼望乃我禱告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D6308D7-6811-C43E-7D3F-5FB2A496F18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ràn tuôn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sức sống cho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nhân thế noi theo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62BAF-7BA1-A38C-DF87-378D403E253B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9175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5862D-C590-3561-9FA2-951D2EEC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7EE3CA2-420B-F216-C0CF-1CE3C677B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我今願捨棄世上之財寶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C9890463-B993-117D-F1A2-270D504AD52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yêu thương mỗi linh hồn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E2DBE-5D74-1CCA-D02D-821D2E0B5048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75843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FA17-EBCD-1FBB-FDEE-7245923B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D9D021B-3E70-368C-4643-87E1D4C3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披戴主基督守主聖道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4D021D2E-8E61-8813-AF8C-93C40CBC8B0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ẫn đưa quay về Chúa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hưởng phước lớn lao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E4C89B-1E49-4D3B-C2FE-163BC3CE0E8E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7983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C6B7-F48F-10A5-732F-327B315A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04FEAF6-08A5-E76B-4658-72E66959B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主我願像祢  主我願像祢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8CA5CBC-ECD7-1832-F2EF-407391215984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được như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giống như Cha yêu thương</a:t>
            </a:r>
          </a:p>
        </p:txBody>
      </p:sp>
    </p:spTree>
    <p:extLst>
      <p:ext uri="{BB962C8B-B14F-4D97-AF65-F5344CB8AC3E}">
        <p14:creationId xmlns:p14="http://schemas.microsoft.com/office/powerpoint/2010/main" val="344218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0606-A13F-DEC4-823A-DFEEE6D1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F240F1A-22F0-EDAE-7E36-CC2046374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榮耀之救主  潔淨像祢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72800677-CD8D-F8AE-C338-739AFF317CD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iếng thăm người cô đơn,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 ai nao sờn</a:t>
            </a:r>
          </a:p>
        </p:txBody>
      </p:sp>
    </p:spTree>
    <p:extLst>
      <p:ext uri="{BB962C8B-B14F-4D97-AF65-F5344CB8AC3E}">
        <p14:creationId xmlns:p14="http://schemas.microsoft.com/office/powerpoint/2010/main" val="355956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8D94-6C2E-3FAD-1DE2-032F6C65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EF52F1-6823-4309-840C-710489FE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願豐富恩典進入我心裡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236C8F2-B12B-2AF7-F895-6198C11E2C7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nguyện đem hết </a:t>
            </a:r>
            <a:r>
              <a:rPr lang="en-US" sz="44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giúp đỡ cho tha nhân</a:t>
            </a:r>
          </a:p>
        </p:txBody>
      </p:sp>
    </p:spTree>
    <p:extLst>
      <p:ext uri="{BB962C8B-B14F-4D97-AF65-F5344CB8AC3E}">
        <p14:creationId xmlns:p14="http://schemas.microsoft.com/office/powerpoint/2010/main" val="130352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059C-ECC4-A2CF-B0BF-67C370BF9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E4FFBD9-3D12-C965-A05F-833A744F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致主之榮形深印心裡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A8D2F4C8-7425-F3A9-5A32-1F1CC692889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ời ta sẽ thỏa vui,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 hạnh muôn phần</a:t>
            </a:r>
          </a:p>
        </p:txBody>
      </p:sp>
    </p:spTree>
    <p:extLst>
      <p:ext uri="{BB962C8B-B14F-4D97-AF65-F5344CB8AC3E}">
        <p14:creationId xmlns:p14="http://schemas.microsoft.com/office/powerpoint/2010/main" val="361017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8BCA-62AD-2CDB-D011-E4A32BC0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5490A78-36D6-3833-1631-8CCFD9F41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榮耀之救主聽我之呼求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AE5C828-4F7F-81C2-F854-AD2095DF2C2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khi đang lúc đau buồn</a:t>
            </a:r>
            <a:endParaRPr lang="vi-VN" sz="4400" b="1" dirty="0">
              <a:solidFill>
                <a:srgbClr val="660033"/>
              </a:solidFill>
              <a:effectLst/>
              <a:latin typeface="+mj-lt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8C72D-6B70-33E0-15E8-078E634A809B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721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7548A-9BBE-E196-5DFB-F8C38F11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12450E-0F81-B735-4143-5DC062420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降下聖靈火焚去罪污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4707E7B5-2337-4006-AA94-D986F3B787D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trình dâng trước Chúa Cha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bao mối ưu tư</a:t>
            </a:r>
            <a:endParaRPr lang="vi-VN" sz="4400" b="1" dirty="0">
              <a:solidFill>
                <a:srgbClr val="660033"/>
              </a:solidFill>
              <a:effectLst/>
              <a:latin typeface="+mj-lt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708D3-9D35-2D55-43C7-E1310EEB9FD4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362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4F37-62F6-3EC3-4237-C2E8E4C1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44830A1-84D0-2602-20D6-14A8128E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使心成聖殿合乎主居住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8E6BCB69-E480-5DCA-D3B6-0FE67B4DE480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tha thứ cho người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26AE7-0F39-85FB-91EC-19F4BE306248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6320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7D6B2-B34B-4F2B-8491-DB0EA47A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5E8F8C-9D93-56AF-1D9F-FFA08938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更使我生命榮耀我主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C7BE8A4E-4EA1-BF44-A7F8-5D014495FC4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ã gây bao tội lỗi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 Chúa gánh thay</a:t>
            </a:r>
            <a:endParaRPr lang="vi-VN" sz="4400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455A3-DEBC-F65C-1637-6E79EBB8C404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096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62CC-663D-7D93-46AC-F8BBC10B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4A2912-5E0E-DD30-007F-36FB8EFDE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主我願像祢  主我願像祢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63874C0-1923-D8C1-9756-22DAC27D2E6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được như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giống như Cha yêu thương</a:t>
            </a:r>
          </a:p>
        </p:txBody>
      </p:sp>
    </p:spTree>
    <p:extLst>
      <p:ext uri="{BB962C8B-B14F-4D97-AF65-F5344CB8AC3E}">
        <p14:creationId xmlns:p14="http://schemas.microsoft.com/office/powerpoint/2010/main" val="3458000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E640-4D72-DEB9-2EF9-93820C4A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95DABEB-8601-7930-0FBD-778EAE8D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榮耀之救主  潔淨像祢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4278F57-0523-3932-3D60-B8B610B3A4C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iếng thăm người cô đơn,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 ai nao sờn</a:t>
            </a:r>
          </a:p>
        </p:txBody>
      </p:sp>
    </p:spTree>
    <p:extLst>
      <p:ext uri="{BB962C8B-B14F-4D97-AF65-F5344CB8AC3E}">
        <p14:creationId xmlns:p14="http://schemas.microsoft.com/office/powerpoint/2010/main" val="264416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DB16-3AB5-0658-E873-BAC2A905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FE7B624-7F55-4F33-D7C1-99C540C51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願豐富恩典進入我心裡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2058C1B-8579-65AB-F284-A561B7036585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nguyện đem hết </a:t>
            </a:r>
            <a:r>
              <a:rPr lang="en-US" sz="44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giúp đỡ cho tha nhân</a:t>
            </a:r>
          </a:p>
        </p:txBody>
      </p:sp>
    </p:spTree>
    <p:extLst>
      <p:ext uri="{BB962C8B-B14F-4D97-AF65-F5344CB8AC3E}">
        <p14:creationId xmlns:p14="http://schemas.microsoft.com/office/powerpoint/2010/main" val="1038776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7226-EEA5-09E2-7F2E-9E21233A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0A3DDC-B92A-0BD1-FCB6-B5891CCA7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致主之榮形深印心裡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FF0F5F20-1C4A-7B97-368D-7AC8941711F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ời ta sẽ thỏa vui,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 hạnh muôn phần</a:t>
            </a:r>
          </a:p>
        </p:txBody>
      </p:sp>
    </p:spTree>
    <p:extLst>
      <p:ext uri="{BB962C8B-B14F-4D97-AF65-F5344CB8AC3E}">
        <p14:creationId xmlns:p14="http://schemas.microsoft.com/office/powerpoint/2010/main" val="324569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43B1-4638-DE95-B2EF-DA6667DB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EF76277-373B-5196-5D5F-AE0B5635E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主我願像祢滿有憐憫心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574846E7-7036-363B-D0D8-B30DB6CA6C7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ra tay giúp muôn người</a:t>
            </a:r>
            <a:endParaRPr lang="vi-VN" sz="4400" b="1" dirty="0">
              <a:solidFill>
                <a:srgbClr val="660033"/>
              </a:solidFill>
              <a:effectLst/>
              <a:latin typeface="+mj-lt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26A2C-F90F-D1BA-8484-C867086DB739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417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7F39-8498-73D2-681F-CB138986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6A04376-6147-5DEC-1277-B00120BB1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溫柔和良善謙卑愛人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6CC10F8-8F17-11AC-4A33-31F95DD92A9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gày nay vẫn khát khao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sông nước vĩnh sinh</a:t>
            </a:r>
            <a:endParaRPr lang="vi-VN" sz="4400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AF871-998C-A636-8E51-FB3539BBE725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1706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0F50-EC17-C494-0920-388AF356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D458EEF-72BD-F201-BF56-46296D8FD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求主賜能力拯救迷亡羊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F3EC3984-F6CF-A82A-5235-B873BE6A0B9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Học theo gương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xoa tan vết thương lòng</a:t>
            </a:r>
            <a:endParaRPr lang="vi-VN" sz="4400" b="1" dirty="0">
              <a:solidFill>
                <a:srgbClr val="660033"/>
              </a:solidFill>
              <a:effectLst/>
              <a:latin typeface="+mj-lt"/>
              <a:ea typeface="微軟正黑體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6CF9F-185C-9DD0-014D-FD65E5763DD7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01556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2460-C519-A4E8-2B9C-BC2F2C57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25D00F3-C766-33DE-F5DC-B5BF74DB3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尋找失喪者同歸天庭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F3140763-786E-B0DF-9700-94D7B274143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hững ai đang lầm lỡ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bước với thế gian</a:t>
            </a:r>
            <a:endParaRPr lang="vi-VN" sz="4400" b="1" dirty="0">
              <a:solidFill>
                <a:srgbClr val="660033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6A557-ADA8-AE01-1D78-55513DF00D6E}"/>
              </a:ext>
            </a:extLst>
          </p:cNvPr>
          <p:cNvSpPr txBox="1"/>
          <p:nvPr/>
        </p:nvSpPr>
        <p:spPr>
          <a:xfrm>
            <a:off x="0" y="525320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29553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D07B-6E34-CA35-4727-0D4F67A8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E30149-7686-68FE-2BB9-400546E43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主我願像祢  主我願像祢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304E3EDE-896E-5307-1CC6-5A65B1211B4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được như Jê-sus,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giống như Cha yêu thương</a:t>
            </a:r>
          </a:p>
        </p:txBody>
      </p:sp>
    </p:spTree>
    <p:extLst>
      <p:ext uri="{BB962C8B-B14F-4D97-AF65-F5344CB8AC3E}">
        <p14:creationId xmlns:p14="http://schemas.microsoft.com/office/powerpoint/2010/main" val="4065049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CDBF-77D2-67D8-0C26-D827AB09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94750A5-773E-2288-68C1-9D8599D28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榮耀之救主  潔淨像祢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639A9B7-3E62-7843-CAD7-B01DA68DBC6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iếng thăm người cô đơn,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 ai nao sờn</a:t>
            </a:r>
          </a:p>
        </p:txBody>
      </p:sp>
    </p:spTree>
    <p:extLst>
      <p:ext uri="{BB962C8B-B14F-4D97-AF65-F5344CB8AC3E}">
        <p14:creationId xmlns:p14="http://schemas.microsoft.com/office/powerpoint/2010/main" val="3907531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4C23-96B4-516F-DB9D-070D87DD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D9C928-7FC5-520C-DF79-DD04417E7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願豐富恩典進入我心裡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DE707F63-6289-C8A2-9C9F-3A03022EA87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Xin nguyện đem hết </a:t>
            </a:r>
            <a:r>
              <a:rPr lang="en-US" sz="44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</a:rPr>
              <a:t>giúp đỡ cho tha nhân</a:t>
            </a:r>
          </a:p>
        </p:txBody>
      </p:sp>
    </p:spTree>
    <p:extLst>
      <p:ext uri="{BB962C8B-B14F-4D97-AF65-F5344CB8AC3E}">
        <p14:creationId xmlns:p14="http://schemas.microsoft.com/office/powerpoint/2010/main" val="2702141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2781-7F78-7C3C-6CF8-A3D18C7F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FDE664-BD04-DB25-31A5-D622E8952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致主之榮形深印心裡</a:t>
            </a: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12E4E6F9-23B8-BD6F-997B-7AEB8F81704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ời ta sẽ thỏa vui,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 hạnh muôn phần</a:t>
            </a:r>
          </a:p>
        </p:txBody>
      </p:sp>
    </p:spTree>
    <p:extLst>
      <p:ext uri="{BB962C8B-B14F-4D97-AF65-F5344CB8AC3E}">
        <p14:creationId xmlns:p14="http://schemas.microsoft.com/office/powerpoint/2010/main" val="42754724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</TotalTime>
  <Words>546</Words>
  <Application>Microsoft Office PowerPoint</Application>
  <PresentationFormat>Widescreen</PresentationFormat>
  <Paragraphs>62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宣 130 - 像基督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3</cp:revision>
  <dcterms:created xsi:type="dcterms:W3CDTF">2025-08-08T19:38:10Z</dcterms:created>
  <dcterms:modified xsi:type="dcterms:W3CDTF">2025-08-08T19:48:15Z</dcterms:modified>
</cp:coreProperties>
</file>