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因祂十架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Bởi thập tự Chúa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因祂眼淚  我得到安慰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nước mắt Ngài, con được an ủi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31940-DEA7-4479-CF41-6E1687C6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9C3FC2F-3F32-72E4-3CCB-32B51D480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因祂受死  我得永生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9B66285-1B0A-D81E-2EAE-CA4EDAE54BA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sự chết của Ngài, con được sự sống đời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CA54D-14AF-8DEA-4F05-0CE579AC5E2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9101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9A9D4-E40B-F094-D19F-2A8F886E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8EFB5E9-1FDF-DD63-4C65-328965162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因祂寶血  我得到赦免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E1BE88C-AB22-91DA-B71D-1A58C60ED02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huyết báu Ngài, con được tha thứ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193B6-4FF1-A9BF-A17B-13B8D01CC16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288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B96F-3464-7545-681D-8C9B35CA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F534DA5-1B42-C35F-D45D-81785215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耶穌十架  換來冠冕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C27941A-05E4-F264-157E-6DA68A89134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Thập tự giá của Jêsus, đổi lấy mão vinh quang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59692-9EB0-77D9-4123-6CDF34A28FF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498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8FB3-33B4-F929-D58F-CA2DC4445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ED46452-38CD-276E-C88F-E1F544260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祂蒙羞恥  帶來了榮耀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2BDF446-92D9-121D-101D-8D81BBF18F8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chịu nhục nhã, đem lại vinh hiển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40E71B-FA26-8916-FB53-C369953DA52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3886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7181-81B9-FFC8-BEC0-E2BDE9A1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C626E33-4396-3965-31F3-30ECEDB4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因祂憂愁  我得喜樂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6A2D9BC-A3FE-4DF0-298D-FB8E87DB2AB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Vì nỗi buồn Ngài, con nhận được niềm vui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3E536D-517E-8EAA-ACB2-72BCA1072AA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3610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F76FE-5E71-CEF2-4F0A-B3715761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C811534-EA87-12F4-29D9-141A21AEB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祂受鞭打  使我得醫治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9ED1631-EB4D-4DAE-E069-CF6CD5A9F4D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chịu đòn roi, để con được chữa lành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CCF21-956D-396E-24C0-D9B152F7C01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010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AF1EC-1590-A432-756B-6F3D3733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4747DAA-2872-25B6-9ECE-F5CFE7BC8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耶穌十架  換來冠冕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40EC42F-89BA-129B-9CE0-1932F5CE969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Thập tự giá của Jêsus, đổi lấy mão vinh quang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30D58B-DF1C-E50D-CF2C-F5BF28EB448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053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7928-917E-C2BB-EB90-FBF24627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5110771-2548-0B7E-999F-245BA8584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神羔羊  祢帶來救贖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80200A2-C796-5EEC-4215-8E74FFE2FDA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Chiên Con của Đức Chúa Trời, Ngài mang đến sự cứu chuộc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8F934-3F6F-275E-6F45-7571F5F2EB1B}"/>
              </a:ext>
            </a:extLst>
          </p:cNvPr>
          <p:cNvSpPr txBox="1"/>
          <p:nvPr/>
        </p:nvSpPr>
        <p:spPr>
          <a:xfrm>
            <a:off x="0" y="523627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52835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EC22-501E-5A87-DFED-521F3FCC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880759A-6C48-3E42-BF51-335A528FF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祢的恩典  充滿我心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BD8686D-F140-3407-B811-EFA8022C024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Ân điển của Ngài đầy dẫy trong lòng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656C6A-AD8A-DB16-BF11-77BFA1183F42}"/>
              </a:ext>
            </a:extLst>
          </p:cNvPr>
          <p:cNvSpPr txBox="1"/>
          <p:nvPr/>
        </p:nvSpPr>
        <p:spPr>
          <a:xfrm>
            <a:off x="0" y="523627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234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B2F0-4B62-BB71-382B-DE32B1E6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457F5C5-9B2B-CBE9-DDCE-5B913E748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主慈愛眼淚除去我的愁煩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19B354B-6130-677D-6857-B002D36575E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Giọt lệ yêu thương của Chúa xoa dịu nỗi buồn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64541F-37B3-BCFC-9ED1-DD343F05CF85}"/>
              </a:ext>
            </a:extLst>
          </p:cNvPr>
          <p:cNvSpPr txBox="1"/>
          <p:nvPr/>
        </p:nvSpPr>
        <p:spPr>
          <a:xfrm>
            <a:off x="0" y="523627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4873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F780-3781-ABB6-49F4-52404188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80E7A7C-142B-6B99-D62E-43E3679C3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祢眼看清我一切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9771724-14D3-6316-1722-EC7FAD17C9B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Ánh mắt Ngài thấu hiểu mọi nỗi niềm con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1058F-3996-15B7-D6B9-24F8707C8176}"/>
              </a:ext>
            </a:extLst>
          </p:cNvPr>
          <p:cNvSpPr txBox="1"/>
          <p:nvPr/>
        </p:nvSpPr>
        <p:spPr>
          <a:xfrm>
            <a:off x="0" y="523627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9854163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9</TotalTime>
  <Words>289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2</cp:revision>
  <dcterms:created xsi:type="dcterms:W3CDTF">2025-04-15T14:47:17Z</dcterms:created>
  <dcterms:modified xsi:type="dcterms:W3CDTF">2025-04-15T14:59:27Z</dcterms:modified>
</cp:coreProperties>
</file>