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8" autoAdjust="0"/>
    <p:restoredTop sz="94660"/>
  </p:normalViewPr>
  <p:slideViewPr>
    <p:cSldViewPr snapToGrid="0">
      <p:cViewPr varScale="1">
        <p:scale>
          <a:sx n="75" d="100"/>
          <a:sy n="75" d="100"/>
        </p:scale>
        <p:origin x="1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0AFE3-0964-4CB6-9B1E-2095579900BD}" type="datetimeFigureOut">
              <a:rPr lang="vi-VN" smtClean="0"/>
              <a:t>28/03/2024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06B97-3683-447B-8620-8EC9EAB13EA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69711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0AFE3-0964-4CB6-9B1E-2095579900BD}" type="datetimeFigureOut">
              <a:rPr lang="vi-VN" smtClean="0"/>
              <a:t>28/03/2024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06B97-3683-447B-8620-8EC9EAB13EA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82512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0AFE3-0964-4CB6-9B1E-2095579900BD}" type="datetimeFigureOut">
              <a:rPr lang="vi-VN" smtClean="0"/>
              <a:t>28/03/2024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06B97-3683-447B-8620-8EC9EAB13EA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89856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0AFE3-0964-4CB6-9B1E-2095579900BD}" type="datetimeFigureOut">
              <a:rPr lang="vi-VN" smtClean="0"/>
              <a:t>28/03/2024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06B97-3683-447B-8620-8EC9EAB13EA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05773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0AFE3-0964-4CB6-9B1E-2095579900BD}" type="datetimeFigureOut">
              <a:rPr lang="vi-VN" smtClean="0"/>
              <a:t>28/03/2024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06B97-3683-447B-8620-8EC9EAB13EA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89876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0AFE3-0964-4CB6-9B1E-2095579900BD}" type="datetimeFigureOut">
              <a:rPr lang="vi-VN" smtClean="0"/>
              <a:t>28/03/2024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06B97-3683-447B-8620-8EC9EAB13EA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5466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0AFE3-0964-4CB6-9B1E-2095579900BD}" type="datetimeFigureOut">
              <a:rPr lang="vi-VN" smtClean="0"/>
              <a:t>28/03/2024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06B97-3683-447B-8620-8EC9EAB13EA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66733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0AFE3-0964-4CB6-9B1E-2095579900BD}" type="datetimeFigureOut">
              <a:rPr lang="vi-VN" smtClean="0"/>
              <a:t>28/03/2024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06B97-3683-447B-8620-8EC9EAB13EA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81091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0AFE3-0964-4CB6-9B1E-2095579900BD}" type="datetimeFigureOut">
              <a:rPr lang="vi-VN" smtClean="0"/>
              <a:t>28/03/2024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06B97-3683-447B-8620-8EC9EAB13EA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79570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0AFE3-0964-4CB6-9B1E-2095579900BD}" type="datetimeFigureOut">
              <a:rPr lang="vi-VN" smtClean="0"/>
              <a:t>28/03/2024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06B97-3683-447B-8620-8EC9EAB13EA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73725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0AFE3-0964-4CB6-9B1E-2095579900BD}" type="datetimeFigureOut">
              <a:rPr lang="vi-VN" smtClean="0"/>
              <a:t>28/03/2024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06B97-3683-447B-8620-8EC9EAB13EA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10635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0AFE3-0964-4CB6-9B1E-2095579900BD}" type="datetimeFigureOut">
              <a:rPr lang="vi-VN" smtClean="0"/>
              <a:t>28/03/2024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06B97-3683-447B-8620-8EC9EAB13EA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48351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180861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 </a:t>
            </a:r>
            <a:r>
              <a:rPr lang="en-US" altLang="zh-CN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49</a:t>
            </a:r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CN" altLang="en-US" sz="72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流血之泉</a:t>
            </a:r>
            <a:endParaRPr lang="zh-TW" altLang="en-US" sz="7200" b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118667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altLang="zh-TW" sz="5333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TC 181</a:t>
            </a:r>
            <a:r>
              <a:rPr lang="vi-VN" altLang="zh-TW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 Suối huyết tuôn</a:t>
            </a:r>
            <a:endParaRPr lang="zh-TW" altLang="en-US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386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今有一處流血之泉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Kìa, trông suối thiêng huyết báu tuôn đầy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( 1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462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從耶穌身發源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Từ hông Jê-sus phát nguyên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( 1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5847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罪人只要在此一洗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Tội nhân tắm mình dưới suối huyết này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( 1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2289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能去全身罪愆</a:t>
            </a:r>
            <a:endParaRPr lang="zh-TW" altLang="en-US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Sạch hết mọi gian ác liền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( 1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4560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我心相信  我真相信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Sạch hết mọi gian ác liền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( 1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3805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耶穌替我受害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Trắng trong bao nỗi ác khiên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( 1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665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天父愛子這樣受死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Tội nhân tắm mình dưới suối huyết này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( 1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0747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焚身難報主愛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Sạch hết mọi gian ác liền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( 1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50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盜賊臨死切心求救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Kìa, tên cướp xưa lúc chết phước thay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( 2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445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得見此泉喜歡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Kịp trông hông huyết Ngài đây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( 2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1380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我罪雖多永生絕望</a:t>
            </a:r>
            <a:endParaRPr lang="zh-TW" altLang="en-US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Dầu tôi xấu xa giống kẻ cướp này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( 2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115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也能洗淨無跡</a:t>
            </a:r>
            <a:endParaRPr lang="zh-TW" altLang="en-US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Nhờ huyết được trong trắng ngay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( 2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23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我心相信  我真相信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Nhờ huyết được trong trắng ngay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( 2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1195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耶穌替我受害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Trắng trong không vết mảy may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( 2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777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天父愛子這樣受死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Dầu tôi xấu xa giống kẻ cướp này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( 2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212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焚身難報主愛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Nhờ huyết được trong trắng ngay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( 2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6349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親愛救主祢寶貝血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Quyền năng huyết Chiên suốt đến muôn đời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( 3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344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永世不會失效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Diệu thay, vô đối linh dược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( 3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264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直到天父救贖眾民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Tận khi thánh dân Chúa cất lên trời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( 3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6465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罪惡一概洗掉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Toàn cứu tội khôn nhiễm được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( 3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70472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我心相信  我真相信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Toàn cứu tội khôn nhiễm được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( 3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87432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耶穌替我受害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Ác khiên khôn nhiễm gì được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( 3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6640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天父愛子這樣受死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Tận khi thánh dân Chúa cất lên trời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( 3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7686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焚身難報主愛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Toàn cứu tội khôn nhiễm được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( 3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736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自從一看主傷流血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Nhờ tin chính tôi thấy huyết láng lai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( 4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84720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成這贖罪泉源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Từ hông Jê-sus vì tôi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( 4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6665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贖罪妙恩我常傳揚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Đề mục của tôi, ấy ái tâm Ngài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( 4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2695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至死仍然要傳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Vẫn nói tận khi hết đời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( 4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9618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我心相信  我真相信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Vẫn nói tận khi hết đời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( 4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66834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耶穌替我受害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Nói luôn cho hết đời tôi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( 4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22070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天父愛子這樣受死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Đề mục của tôi, ấy ái tâm Ngài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( 4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58870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焚身難報主愛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Vẫn nói tận khi hết đời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( 4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92315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等到去世拙口笨舌</a:t>
            </a:r>
            <a:endParaRPr lang="zh-TW" altLang="en-US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Rồi khi lưỡi tôi ấp úng, ngập ngừng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( 5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42158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無聲在墳墓中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Nghỉ yên trong Chúa rày mai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( 5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92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在天還要歌聲更美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Miệng tôi cất cao tiếng hát thanh tân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( 5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4393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頌主救人大功</a:t>
            </a:r>
            <a:endParaRPr lang="zh-TW" altLang="en-US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Hát khúc quyền năng huyết Ngài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( 5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8749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我心相信  我真相信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Hát khúc quyền năng huyết Ngài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( 5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6121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耶穌替我受害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Hát khen ơn cứu Ngài ban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( 5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02215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天父愛子這樣受死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Miệng tôi cất cao tiếng hát thanh tân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( 5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8760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焚身難報主愛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Hát khúc quyền năng huyết Ngài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( 5 / 5 )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74382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D4D8536F-EA9B-444D-B7C6-D28351BF8C0E}" vid="{74E1B114-7CEC-452C-ADBE-2C51DD7F8A8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17</TotalTime>
  <Words>765</Words>
  <Application>Microsoft Office PowerPoint</Application>
  <PresentationFormat>Widescreen</PresentationFormat>
  <Paragraphs>122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微軟正黑體</vt:lpstr>
      <vt:lpstr>Arial</vt:lpstr>
      <vt:lpstr>Calibri</vt:lpstr>
      <vt:lpstr>Theme1</vt:lpstr>
      <vt:lpstr>宣 49 流血之泉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宣 39 流血之泉</dc:title>
  <dc:creator>Windows User</dc:creator>
  <cp:lastModifiedBy>batisuoc</cp:lastModifiedBy>
  <cp:revision>10</cp:revision>
  <dcterms:created xsi:type="dcterms:W3CDTF">2023-04-05T18:58:26Z</dcterms:created>
  <dcterms:modified xsi:type="dcterms:W3CDTF">2024-03-27T17:24:33Z</dcterms:modified>
</cp:coreProperties>
</file>