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2" r:id="rId14"/>
    <p:sldId id="273" r:id="rId15"/>
    <p:sldId id="274" r:id="rId16"/>
    <p:sldId id="271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1" autoAdjust="0"/>
    <p:restoredTop sz="94660"/>
  </p:normalViewPr>
  <p:slideViewPr>
    <p:cSldViewPr snapToGrid="0">
      <p:cViewPr varScale="1">
        <p:scale>
          <a:sx n="57" d="100"/>
          <a:sy n="57" d="100"/>
        </p:scale>
        <p:origin x="72" y="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20/06/2025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366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20/06/2025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304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20/06/2025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969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20/06/2025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556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20/06/2025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277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20/06/2025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069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20/06/2025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91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20/06/2025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131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20/06/2025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443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20/06/2025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020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20/06/2025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738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8DAAA-A60A-4649-A77A-7F12CC5C96A6}" type="datetimeFigureOut">
              <a:rPr lang="vi-VN" smtClean="0"/>
              <a:t>20/06/2025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-2048" y="2138065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10</a:t>
            </a:r>
            <a:r>
              <a:rPr lang="en-US" altLang="zh-CN" sz="66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CN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- </a:t>
            </a:r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堅固磐石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0" y="3281065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40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HỒN TÔI CHỈ QUYẾT NEO TRONG HUYẾT JÊSUS</a:t>
            </a:r>
            <a:br>
              <a:rPr lang="en-US" sz="40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</a:br>
            <a:r>
              <a:rPr lang="zh-CN" altLang="en-US" sz="40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（</a:t>
            </a:r>
            <a:r>
              <a:rPr lang="en-US" altLang="zh-CN" sz="40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TC 266</a:t>
            </a:r>
            <a:r>
              <a:rPr lang="zh-CN" altLang="en-US" sz="40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）</a:t>
            </a:r>
            <a:endParaRPr lang="zh-TW" altLang="en-US" sz="40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我心所望別無根基</a:t>
            </a: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Hồn tôi chỉ quyết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neo luôn trong nơi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4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EA4EC-1F81-0B8D-A615-5D7D135A1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CB0C9F73-BCB4-4707-71B0-7B5A7EF8D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惟主寶血並主公義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FF46011-95DB-815F-FED5-2EA5133F5060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Công nghĩa với huyết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Jê-sus mà thôi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4464B8-85DD-5DB6-A930-DFBDD9D78B34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4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34113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2FBED-E7D0-3A6D-A9D1-D92CBD7A7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737049C9-AD41-75C7-E269-A319AFA8B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除此以外虛空無憑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8A114B6-78BF-58DA-7017-C125548398F9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Thật tôi không dám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ỷ sở năng tôi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DBFF40-24CA-1731-7415-334A6591E4FD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4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37647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F63CA-EE9F-F983-B88B-3EECA3911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CB1F3D7C-CCEC-9DAF-EE8C-4E1E8F1CD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我獨靠主耶穌聖名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A7F86652-AC19-CBB3-3FA3-C19287342C54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Duy đứng vững chắc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trên Jê-sus thôi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13A6F0-27B6-888A-DB7E-B68E4C8816BB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4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65715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D6669-A6DA-2434-F044-7C7B536FA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960D614-3890-5C6D-14BE-941DC9A4C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立在基督磐石堅固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7D18ECF-301C-FAC3-B910-9E554FE71135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Nương trên Jê-sus như tảng đá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khối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338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49B3F-CAEF-3F24-48BB-253F3EC1C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8EC6F9B-6934-E028-E323-573EBA962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其餘根基全是沙土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276DB8B-4E1D-C1ED-46CF-4AB9BDD1606E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Các chỗ đứng khác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dường cát lún thôi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6358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0D147-BE89-E11B-34C1-FC92D3E00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4DC0345-2EEA-613B-35DB-5794A9A83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其餘根基全是沙土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D45D0E87-DA55-4C9C-D06E-EAAA79AA89BC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Thật bao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nơi kia giống như sa bồi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394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156CE-DE8D-75C1-0508-4FE1F5561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B930323-22B6-4E3C-1D09-4C733D1B6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有時黑雲遮蓋我面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AD46E143-ED99-7A23-C117-376F9676CEF7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Dầu khi bóng tối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khuất lấp Thiên nhan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FB6861-F2B8-7A67-F0B9-20244F6B5A3A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4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89405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14943-B298-42CA-6D3D-321CF2184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C68C9D6A-C9E9-95E9-9836-0D8294502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耶穌恩典永無改變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8132C61D-1B20-34F5-F1B1-04EDFE846DB4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Tôi quyết đứng vững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trên ơn Ngài ban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97D061-1EC5-4987-8D09-AF06F696C8CD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4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57748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BF2DF-8197-5A29-639D-A21151E21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65898A7-976E-4E0E-9E10-0E84875CB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大風巨浪我亦不怕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15BBB922-D666-3934-865D-53A78AD9E6BC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Dù gặp giông tố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phong ba kinh thiên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C787BF-2C49-4111-4043-FB12B9BE1C08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4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36827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8C23F-1D78-913A-FBE5-43A839808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D1775747-1DE8-A0C6-5D6E-5C95FFEC1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因望如錨海底拋牢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10D537C2-ED6B-68A7-F040-F1431E30DD59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Tôi quyết nắm chắc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lấy neo bình yên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599466-F089-0906-9BEB-0E66EE5640F1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4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05693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11021-7F37-2CEC-9AEB-DC119B160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2E19A778-06E8-5656-6CAB-BFC27DEC2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立在基督磐石堅固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395677FC-AB55-9C7F-1F52-ADCC30E2920F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Nương trên Jê-sus như tảng đá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khối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358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A9B4B-B6C4-2721-BAF9-ECB855DEB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2F2D9903-70CD-DD0C-6ED1-FD99614A8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其餘根基全是沙土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86F3C3D-0330-1D74-9769-22013BAA4EF0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Các chỗ đứng khác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dường cát lún thôi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185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BD61F-D217-FB95-6EAF-8E4EFB87A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71E6711-A295-69D4-33DE-7505F348B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其餘根基全是沙土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49C9635-79E4-C4F2-0BED-6A4819CBF975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Thật bao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nơi kia giống như sa bồi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203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2B11B-EB54-4FBB-F216-10F649E6E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568125C-F8BB-E8F4-3900-6387E0097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主曾流血立此新約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0963980-C56A-EA3C-6183-2E4EFE9E99BD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Nhờ giao ước với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huyết báu tuôn rơi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C6BDBE-3C64-C06D-8913-CDC07BED74E9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4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69895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40788-4435-E8BF-2600-B74588EB0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DF8CCBF-175B-1D3C-FF94-36D620313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應許救我扶我懦弱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A6CA327-8EAC-3294-3A68-BC50761D491C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Tôi đứng vững giữa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cơn ba đào sôi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668369-EA24-63E7-0E6E-357F86E161D6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4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14767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2F746-3EA8-D483-BE7C-6351F3DAB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E1C1972-69B6-8D0F-4811-9B240F073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良朋密友雖都遠離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F940C4E-7C52-8D36-1FF4-BD0FE5506507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Trời kia tuy cuốn,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đất kia tiêu tan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0FBB9C-77FD-1FBE-EAF8-F3FBFF1B6AE3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4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774389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6945C-09C7-9090-27C9-448783A35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E3ADD485-3F76-26E2-1870-9D61BC7AB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我靠救主安慰到底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5FC675D-62DA-2BFD-4FBD-1ACD304DF316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Tôi núp bóng Chúa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luôn luôn bình an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4122A3-E82A-F840-D687-2DA733B8E144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4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9301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04674-4F0E-4B9A-A341-EC50D435C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E8E6F4DF-2BCE-103B-F3F2-C82935CEC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立在基督磐石堅固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1CCBBD4-CF6A-D994-B144-5E277FBE5804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Nương trên Jê-sus như tảng đá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khối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450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D39A2-99BE-1A5B-18DB-2AA58B5F5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5BA70529-D359-8931-A51E-77F2588C9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其餘根基全是沙土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E4AED588-82F7-3172-669E-863BB0C9E401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Các chỗ đứng khác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dường cát lún thôi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7405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AD050-71DF-DD75-0038-B0647C86C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E2434E6A-C6DF-853A-0903-AC45B3F48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其餘根基全是沙土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1E4CD0A7-BF45-35E8-F9DE-B01BB3EFCB24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Thật bao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nơi kia giống như sa bồi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894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FA9FE-FD35-1C3B-0B87-642B5AF09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E31424B-8653-90E8-E683-B4C405FC4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末日聽聞號筒聲音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6C96FF17-C9B1-2F6A-CE15-515CA9D2CF7E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Kìa khi Chúa đến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với tiếng loa vang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B2936D-9406-6AA0-E346-E28C0E0A7DA7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4 / 4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336198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93750-F958-D441-36DC-1B44298D4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D1567415-92E4-9778-535B-BBC51960E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與主相遇永遠相親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25F3ACA-7B61-A739-6812-FEC8CF808126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Tôi sẽ đứng với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Chúa trong hào quang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2662EC-435C-4DC6-D1E8-28BDDEEECBE2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4 / 4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755405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6B401-5BCF-5C18-EB66-42F9AB065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EF85B0C2-1EE6-241F-48EB-206689C0B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穿上救主雪白義袍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4762E1F-DE89-FFA3-DAB8-A4225F59C8C7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Mình tôi khoác áo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trắng Chúa ban cho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B8DCEC-D0EC-C384-E427-D7B6EC05A898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4 / 4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626582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A95F0-BB6E-E779-636B-BC8D97EF5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B27D2503-AF45-CD16-C0BA-DCE9EE459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潔白無瑕同受榮耀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A293DA42-973E-B43A-09A4-C4A10AED3254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Đứng trước Đấng Thánh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tôi không sợ lo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001F52-128A-E8BB-E8DC-A5DA67C74C3F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4 / 4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690727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A8FA6-7864-DA3A-D275-A29558B1F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3CBE3E05-75BA-5707-48D0-5F61BF626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立在基督磐石堅固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BD808F5F-4C56-15ED-E14D-E386391A7DB4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Nương trên Jê-sus như tảng đá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khối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8141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95760-85BB-7A67-9079-220F1A52A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50A12D8-E7C1-0CDA-3F4F-052CE97CE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其餘根基全是沙土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37FBF1C1-21E0-2A46-983F-CF045F98CB77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Các chỗ đứng khác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dường cát lún thôi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3492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B1931-21DB-AC5B-7166-5AB4BE944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5848EC4A-3D90-3593-EAF0-147E4BE3C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其餘根基全是沙土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D6DC4BC-B32B-CB4E-0462-D9541A23075E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Thật bao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nơi kia giống như sa bồi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182426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越詩歌_yellow_bg" id="{C9965BAA-2F10-4D09-9620-ED7C0C8E77FA}" vid="{A553C7E5-33FB-40C4-85BF-538BB0AEC0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中越詩歌_yellow_bg</Template>
  <TotalTime>10</TotalTime>
  <Words>545</Words>
  <Application>Microsoft Office PowerPoint</Application>
  <PresentationFormat>Widescreen</PresentationFormat>
  <Paragraphs>74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微軟正黑體</vt:lpstr>
      <vt:lpstr>Arial</vt:lpstr>
      <vt:lpstr>Calibri</vt:lpstr>
      <vt:lpstr>Times New Roman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3</cp:revision>
  <dcterms:created xsi:type="dcterms:W3CDTF">2025-06-20T16:27:26Z</dcterms:created>
  <dcterms:modified xsi:type="dcterms:W3CDTF">2025-06-20T16:37:56Z</dcterms:modified>
</cp:coreProperties>
</file>