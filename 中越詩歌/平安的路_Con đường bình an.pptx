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  <a:srgbClr val="660033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1" autoAdjust="0"/>
    <p:restoredTop sz="94660"/>
  </p:normalViewPr>
  <p:slideViewPr>
    <p:cSldViewPr snapToGrid="0">
      <p:cViewPr varScale="1">
        <p:scale>
          <a:sx n="57" d="100"/>
          <a:sy n="57" d="100"/>
        </p:scale>
        <p:origin x="7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3661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047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1969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75569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8277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6069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4911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21313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64431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00208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77380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8DAAA-A60A-4649-A77A-7F12CC5C96A6}" type="datetimeFigureOut">
              <a:rPr lang="vi-VN" smtClean="0"/>
              <a:t>03/08/2024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65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3"/>
          <p:cNvSpPr txBox="1">
            <a:spLocks/>
          </p:cNvSpPr>
          <p:nvPr/>
        </p:nvSpPr>
        <p:spPr>
          <a:xfrm>
            <a:off x="0" y="2299173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平安的路</a:t>
            </a:r>
            <a:endParaRPr lang="zh-TW" altLang="en-US" sz="7200" b="1" i="1" dirty="0">
              <a:solidFill>
                <a:srgbClr val="00006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標題 3"/>
          <p:cNvSpPr txBox="1">
            <a:spLocks/>
          </p:cNvSpPr>
          <p:nvPr/>
        </p:nvSpPr>
        <p:spPr>
          <a:xfrm>
            <a:off x="2048" y="3236979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Con đường bình an</a:t>
            </a:r>
            <a:endParaRPr lang="zh-TW" altLang="en-US" sz="54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098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天下人間  有位真神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Trên thế gian này có một Chân Thần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9719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祂愛你 </a:t>
            </a:r>
            <a:r>
              <a:rPr lang="vi-VN" altLang="zh-TW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體恤你軟弱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Ngài yêu thương và hiểu sự hiểu đuối của bạn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1253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名字叫耶穌 </a:t>
            </a:r>
            <a:r>
              <a:rPr lang="vi-VN" altLang="zh-TW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</a:t>
            </a: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是你好牧人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Danh ngài là Giê-xu, Ngài là Đấng chăn hiền lành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91014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能引導你走向光明路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Ngài có thể dẫn đưa bạn hướng đến con đường sáng soi</a:t>
            </a:r>
            <a:endParaRPr lang="en-US" sz="36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59482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如遇困倦 </a:t>
            </a:r>
            <a:r>
              <a:rPr lang="vi-VN" altLang="zh-TW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來放低憂愁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Nếu bạn đang mệt mỏi, hãy trút bỏ ưu sầu 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61027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祂愛你</a:t>
            </a:r>
            <a:r>
              <a:rPr lang="vi-VN" altLang="zh-TW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使你能痊癒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Vì Ngài yêu bạn, Ngài sẽ chữa lành cho bạn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68759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來吧向前走 </a:t>
            </a:r>
            <a:r>
              <a:rPr lang="vi-VN" altLang="zh-TW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神恩典多深厚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2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Nào hãy cùng hướng đến phía trước, ân điển Ngài thật sâu rộng</a:t>
            </a:r>
            <a:endParaRPr lang="en-US" sz="32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85810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能擔當憂患背負你重擔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Ngài sẽ gánh thay mỗi gánh nặng, buồn bực trong bạn</a:t>
            </a:r>
            <a:endParaRPr lang="en-US" sz="36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5350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進入自由   喜樂  平安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Bước vào trong sự tự do, vui mừng và bình an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07008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奇妙的恩典 一生足夠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Ân </a:t>
            </a:r>
            <a:r>
              <a:rPr lang="vi-VN" sz="4000" b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điển diệu </a:t>
            </a: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kỳ đủ cho cả cuộc đời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7351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在雨中仍見彩虹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Trong mưa vẫn thấy được ánh cầu vòng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84513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黑暗漸變光明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Bóng đêm tan đi dần thấy ánh sáng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18627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每日早晨也是新的</a:t>
            </a: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Mỗi buổi sáng thì lại mới luôn</a:t>
            </a:r>
            <a:endParaRPr lang="en-US" sz="40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3184909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4DE8FE50-4117-462D-9201-EDB57F086D9C}" vid="{AFF313EB-5300-4EDF-B8E8-B08305447E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Words>304</Words>
  <Application>Microsoft Office PowerPoint</Application>
  <PresentationFormat>Widescreen</PresentationFormat>
  <Paragraphs>41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Microsoft JhengHei</vt:lpstr>
      <vt:lpstr>Microsoft JhengHei</vt:lpstr>
      <vt:lpstr>Arial</vt:lpstr>
      <vt:lpstr>Calibri</vt:lpstr>
      <vt:lpstr>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朝賀耶穌降生</dc:title>
  <dc:creator>Windows User</dc:creator>
  <cp:lastModifiedBy>batisuoc</cp:lastModifiedBy>
  <cp:revision>5</cp:revision>
  <dcterms:created xsi:type="dcterms:W3CDTF">2022-04-07T15:49:49Z</dcterms:created>
  <dcterms:modified xsi:type="dcterms:W3CDTF">2024-08-03T09:29:29Z</dcterms:modified>
</cp:coreProperties>
</file>