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0" y="2299173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平安的路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Con đường bình an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天下人間  有位真神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Trên thế gian này có một vị Chân Thần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祂愛你 </a:t>
            </a:r>
            <a:r>
              <a:rPr lang="vi-V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體恤你軟弱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 yêu thương và thấu hiểu sự yếu đuối của bạn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253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名字叫耶穌 </a:t>
            </a:r>
            <a:r>
              <a:rPr lang="vi-V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是你好牧人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Danh Ngài là Giê-su, Ngài là Đấng chăn nhân lành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1014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能引導你走向光明路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 có thể dẫn đưa bạn hướng đến con đường xán lạn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948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如遇困倦 </a:t>
            </a:r>
            <a:r>
              <a:rPr lang="vi-V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來放低憂愁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Nếu bạn đang mệt mỏi, hãy buông bỏ ưu sầu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1027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祂愛你</a:t>
            </a:r>
            <a:r>
              <a:rPr lang="vi-V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使你能痊癒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Vì Ngài yêu bạn, Ngài sẽ chữa lành cho bạn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8759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來吧向前走 </a:t>
            </a:r>
            <a:r>
              <a:rPr lang="vi-V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神恩典多深厚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Nào hãy cũng hướng về phía trước, ân điển Chúa thật sâu rộng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85810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能擔當憂患背負你重擔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 sẽ gánh thay mỗi gánh nặng, buồn bực trong bạn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3503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進入自由   喜樂  平安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Bước vào trong sự tự do, vui mừng và bình an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07008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奇妙的恩典 一生足夠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Ân điển diệu kì đủ cho cả cuộc đời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3516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在雨中仍見彩虹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 mưa vẫn thấy được cầu vồng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4513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黑暗漸變光明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đêm đen qua đi dần thấy được ánh sáng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8627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每日早晨也是新的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Mỗi buổi sáng thì lại mới luôn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318490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DE8FE50-4117-462D-9201-EDB57F086D9C}" vid="{AFF313EB-5300-4EDF-B8E8-B08305447E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306</Words>
  <Application>Microsoft Office PowerPoint</Application>
  <PresentationFormat>Widescreen</PresentationFormat>
  <Paragraphs>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微軟正黑體</vt:lpstr>
      <vt:lpstr>微軟正黑體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朝賀耶穌降生</dc:title>
  <dc:creator>Windows User</dc:creator>
  <cp:lastModifiedBy>batisuoc</cp:lastModifiedBy>
  <cp:revision>7</cp:revision>
  <dcterms:created xsi:type="dcterms:W3CDTF">2022-04-07T15:49:49Z</dcterms:created>
  <dcterms:modified xsi:type="dcterms:W3CDTF">2025-09-06T16:37:21Z</dcterms:modified>
</cp:coreProperties>
</file>