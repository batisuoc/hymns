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9" autoAdjust="0"/>
    <p:restoredTop sz="94660"/>
  </p:normalViewPr>
  <p:slideViewPr>
    <p:cSldViewPr snapToGrid="0">
      <p:cViewPr varScale="1">
        <p:scale>
          <a:sx n="83" d="100"/>
          <a:sy n="83" d="100"/>
        </p:scale>
        <p:origin x="65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37BFB-8979-4832-9941-7AB7C6373B32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DDEDB-3C3D-4E4E-9A28-DA34C6B42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694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37BFB-8979-4832-9941-7AB7C6373B32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DDEDB-3C3D-4E4E-9A28-DA34C6B42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025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37BFB-8979-4832-9941-7AB7C6373B32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DDEDB-3C3D-4E4E-9A28-DA34C6B42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817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37BFB-8979-4832-9941-7AB7C6373B32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DDEDB-3C3D-4E4E-9A28-DA34C6B42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476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37BFB-8979-4832-9941-7AB7C6373B32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DDEDB-3C3D-4E4E-9A28-DA34C6B42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264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37BFB-8979-4832-9941-7AB7C6373B32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DDEDB-3C3D-4E4E-9A28-DA34C6B42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6719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37BFB-8979-4832-9941-7AB7C6373B32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DDEDB-3C3D-4E4E-9A28-DA34C6B42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38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37BFB-8979-4832-9941-7AB7C6373B32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DDEDB-3C3D-4E4E-9A28-DA34C6B42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8651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37BFB-8979-4832-9941-7AB7C6373B32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DDEDB-3C3D-4E4E-9A28-DA34C6B42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5346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37BFB-8979-4832-9941-7AB7C6373B32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DDEDB-3C3D-4E4E-9A28-DA34C6B42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494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37BFB-8979-4832-9941-7AB7C6373B32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DDEDB-3C3D-4E4E-9A28-DA34C6B42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737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A37BFB-8979-4832-9941-7AB7C6373B32}" type="datetimeFigureOut">
              <a:rPr lang="en-US" smtClean="0"/>
              <a:t>8/9/2024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5DDEDB-3C3D-4E4E-9A28-DA34C6B42E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55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0" y="2299173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有一位神</a:t>
            </a:r>
            <a:endParaRPr lang="zh-TW" altLang="en-US" sz="72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Ðức Chúa Trời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有一位神  有權能創造宇宙萬物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Ðức Chúa Trời có quyền năng dựng nên muôn loài vạn vật</a:t>
            </a:r>
            <a:endParaRPr lang="en-US" sz="36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也有溫柔雙手安慰受傷靈魂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 cũng có đôi tay dịu dàng an ủi linh hồn bị tổn thương</a:t>
            </a:r>
            <a:endParaRPr lang="en-US" sz="36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483150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有一位神  有權柄審判一切罪惡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40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Ðức Chúa Trời có quyền phán xét mọi tội ác</a:t>
            </a:r>
            <a:endParaRPr lang="en-US" sz="40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830287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也有慈悲體貼人的軟弱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 cũng có lòng nhân từ cảm thông sự yếu đuối của con người</a:t>
            </a:r>
            <a:endParaRPr lang="en-US" sz="3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</a:t>
            </a:r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97441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有一位神  我們的神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Ðức Chúa Trời là Đấng Chân Thần duy nhất</a:t>
            </a:r>
            <a:endParaRPr lang="en-US" sz="36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52483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唯一的神  名叫耶和華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Danh Ngài là Giê-hô-va</a:t>
            </a:r>
            <a:endParaRPr lang="en-US" sz="36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664889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有權威榮光  有恩典慈愛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2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Đức Chúa Trời có quyền năng, vinh quang, ân điển và lòng nhân từ</a:t>
            </a:r>
            <a:endParaRPr lang="en-US" sz="32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81251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是昔在今在永在的神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 là Đấng hiện có, trước đã có và sẽ còn đời đời</a:t>
            </a:r>
            <a:endParaRPr lang="en-US" sz="36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95189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有一位神  有權能創造宇宙萬物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Ðức Chúa Trời có quyền năng dựng nên muôn loài vạn vật</a:t>
            </a:r>
            <a:endParaRPr lang="en-US" sz="36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0970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也有溫柔雙手安慰受傷靈魂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Ngài cũng có đôi tay dịu dàng an ủi linh hồn bị tổn thương</a:t>
            </a:r>
            <a:endParaRPr lang="en-US" sz="36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33679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有一位神  高坐在榮耀的寶座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Ðức Chúa Trời là Đấng ngự trên ngai vinh hiển</a:t>
            </a:r>
            <a:endParaRPr lang="en-US" sz="36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05755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6798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卻死在十架挽救人墮落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11753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400" b="1" dirty="0">
                <a:solidFill>
                  <a:srgbClr val="660033"/>
                </a:solidFill>
                <a:latin typeface="Calibri" panose="020F0502020204030204" pitchFamily="34" charset="0"/>
                <a:ea typeface="微軟正黑體" pitchFamily="34" charset="-120"/>
                <a:cs typeface="Calibri" panose="020F0502020204030204" pitchFamily="34" charset="0"/>
              </a:rPr>
              <a:t>Cũng là Đấng đã chết trên thập giá để cứu rỗi con người sa ngã</a:t>
            </a:r>
            <a:endParaRPr lang="en-US" sz="3400" b="1" dirty="0">
              <a:solidFill>
                <a:srgbClr val="660033"/>
              </a:solidFill>
              <a:latin typeface="Calibri" panose="020F0502020204030204" pitchFamily="34" charset="0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altLang="zh-CN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</a:t>
            </a:r>
            <a:r>
              <a:rPr lang="en-US" sz="36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7524387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38D8F6F-6129-41E9-80AF-4E746BDFC17F}" vid="{E4AAB2FA-26E6-40FD-A36C-53E99E71030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14</TotalTime>
  <Words>338</Words>
  <Application>Microsoft Office PowerPoint</Application>
  <PresentationFormat>Widescreen</PresentationFormat>
  <Paragraphs>38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微軟正黑體</vt:lpstr>
      <vt:lpstr>微軟正黑體</vt:lpstr>
      <vt:lpstr>Arial</vt:lpstr>
      <vt:lpstr>Calibri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Cheng</dc:creator>
  <cp:lastModifiedBy>Joe Cheng</cp:lastModifiedBy>
  <cp:revision>2</cp:revision>
  <dcterms:created xsi:type="dcterms:W3CDTF">2024-08-09T05:34:06Z</dcterms:created>
  <dcterms:modified xsi:type="dcterms:W3CDTF">2024-08-09T05:48:37Z</dcterms:modified>
</cp:coreProperties>
</file>