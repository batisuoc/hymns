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73" r:id="rId4"/>
    <p:sldId id="261" r:id="rId5"/>
    <p:sldId id="262" r:id="rId6"/>
    <p:sldId id="279" r:id="rId7"/>
    <p:sldId id="263" r:id="rId8"/>
    <p:sldId id="264" r:id="rId9"/>
    <p:sldId id="265" r:id="rId10"/>
    <p:sldId id="266" r:id="rId11"/>
    <p:sldId id="267" r:id="rId12"/>
    <p:sldId id="274" r:id="rId13"/>
    <p:sldId id="268" r:id="rId14"/>
    <p:sldId id="269" r:id="rId15"/>
    <p:sldId id="275" r:id="rId16"/>
    <p:sldId id="270" r:id="rId17"/>
    <p:sldId id="276" r:id="rId18"/>
    <p:sldId id="271" r:id="rId19"/>
    <p:sldId id="272" r:id="rId20"/>
    <p:sldId id="277" r:id="rId21"/>
    <p:sldId id="278" r:id="rId2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2" autoAdjust="0"/>
    <p:restoredTop sz="94660"/>
  </p:normalViewPr>
  <p:slideViewPr>
    <p:cSldViewPr snapToGrid="0">
      <p:cViewPr varScale="1">
        <p:scale>
          <a:sx n="59" d="100"/>
          <a:sy n="59" d="100"/>
        </p:scale>
        <p:origin x="78" y="1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21/02/2026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我神真偉大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Chúa Thật Tuyệt Thay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尊貴榮耀君王</a:t>
            </a: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Ngời sáng vinh quang trời cao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49B6C-351C-CB97-47B9-F1394E4E4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6F08536-29A6-969D-F612-11757DEBEF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在全地之上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0E64C2B-1712-ABB2-125D-F3FD4E32C77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hật Chúa oai nghiêm dường bao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0E1D17-D613-BB0B-CEEB-74FF6953806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3472067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1A5C1-1C46-22FB-C3D7-0B5F1EC31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063D1C9-AEF3-BA75-7B80-C062B50DF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願萬民都喜樂   全地都喜樂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E389EA3-C7E4-CA37-73E4-36B6A0012A7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Nào muôn loài ca tụng Chúa, muôn loài ca tụng Chúa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5A37E-BAC0-A419-0CCB-E543A71F0DD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2524622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D50BF-9981-6967-0DB1-AD2900C2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46D5527-5597-9CB5-F3DE-90CED7890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主祢滿有榮光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689A316-2F87-7BFD-88B4-004C7E28842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Mặc lấy vinh quang rạng soi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B073C-493F-7074-EB8F-EFA432C2EEB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663849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4CCE9-763F-2EA3-73A0-EE935743D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04C026A-F759-6B70-AFEB-0A39DBA65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黑暗都躲藏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0A0C967-6A95-348E-D0D7-9B7438B473E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ìa bóng đêm xa lùi ngay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7E222F-4A66-B468-2ABB-42DD15A57A6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3259595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4DC23-9F22-530E-10EA-78ED63B6D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5473E62-D075-7570-E715-8552386594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萬民高聲唱  齊來高聲唱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FD95700-2CDB-F18E-477F-7C203814F4E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Và run sợ khi Ngài nói, run sợ khi Ngài nói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42D7F-FD48-E1D1-6862-0FBEF605ED8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1 )</a:t>
            </a:r>
          </a:p>
        </p:txBody>
      </p:sp>
    </p:spTree>
    <p:extLst>
      <p:ext uri="{BB962C8B-B14F-4D97-AF65-F5344CB8AC3E}">
        <p14:creationId xmlns:p14="http://schemas.microsoft.com/office/powerpoint/2010/main" val="40619154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3DB60-7ED8-1EDA-DD58-32E1EDFA1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F68DA5D-D647-403E-84F5-167E81FC1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我神   真偉大 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3623350-8876-2CBC-4268-E9DF80FBEA5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Tuyệt</a:t>
            </a:r>
            <a:r>
              <a:rPr lang="fr-FR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fr-FR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thay</a:t>
            </a:r>
            <a:r>
              <a:rPr lang="fr-FR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là </a:t>
            </a:r>
            <a:r>
              <a:rPr lang="fr-FR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fr-FR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ta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FE0B7E-2547-D0AF-397C-28A3D43673C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35784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1C830-D10C-18A8-6634-F02E41A49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BBFDE2B-994A-A5C9-7767-EB66B337EE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歌頌祢聖名   真偉大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B0017E3-07DD-3ECC-C057-BB9094B0B5A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át lên câu suy tôn ngợi Chúa Cha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6A3B9-E76B-8FC9-E33C-2727F73B975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21036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E962D-7C87-B649-FE58-27FFC08A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9856487-9C56-7815-88AF-5200A80EE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全地都看見  我神真偉大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4942D1-241B-B355-F999-5D2C7C882AD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Mọi nước hoan ca tung hô, vì Chúa thật tuyệt 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FB43C8-6F20-3D0B-CD92-7F068FBB3DE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89017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CC83-DED5-76C8-B698-3A6E3C9BD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82D01AC-810D-7347-B44E-28DF7DD63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昔在永在君王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F52506F-4B96-26F5-7FD0-B8A24EB6C89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Tình Chúa không bao giờ 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98119-622D-2C33-C575-74002ED171F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576352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39FA6-6346-F44C-6239-134E4D505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3A16CF2-C944-7FDF-2250-AB7853124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從今直到永遠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672037C-3F98-EE26-CE7C-98D0BB0A202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hời khắc trong tay Ngài nay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C8BC1-56B4-05B1-7FB5-873C8573D77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809050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05B2-B56F-8938-1F1D-38816F233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2E4CEB9-70F5-B623-9977-9129EB9EE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祢從不曾改變   永存在天地間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EE0A8C9-4334-7C12-07A1-0BFF92B14C43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Từ ban đầu đến ngày cuối, ban đầu đến ngày cuối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1999F6-84C5-F248-B7DA-D313499AB51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6246142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64AA2-AE4F-2766-5D7B-D623DE2D5F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60DC59D-198A-D9A6-186A-E378F4842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祢是三一真神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9DF5ED4-807A-12D6-A561-A0A791EF0E7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Hiệp nhất Ba Ngôi thượng thiên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E2C492-640C-C639-885C-A9BCF94EF7A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2665391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2421C-2641-354D-C15A-399C162A9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DA7A278-ECC9-B5D2-FD71-521F3B80A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父子與聖靈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21828E9-E3E3-46AE-8373-B2420DC7E96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à Chúa Cha, Con, cùng Linh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3717EC-D94C-A90C-114C-076278F3EE7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1477341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F2207-CED0-F8D4-1D01-7631A0474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3E9BDF4-8152-77C6-A3B1-55DEAACE9D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真神的羔羊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65A2B3F3-02B5-77A4-C769-0C962E1B7BD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Quyền năng Ngài ôi mạnh thay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FB825D-D8C6-7FD9-9CBB-0D07DEAA63C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3256974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1251C-AB68-0A9A-077F-610C14DF8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90B0549-C252-C1A1-3535-859C61397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全能神羔羊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4587D88-441E-AAF2-6018-7023B25F429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à yêu đành mang thập giá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1CD83F-EC75-C63A-A5B6-45644FC1DBB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2 )</a:t>
            </a:r>
          </a:p>
        </p:txBody>
      </p:sp>
    </p:spTree>
    <p:extLst>
      <p:ext uri="{BB962C8B-B14F-4D97-AF65-F5344CB8AC3E}">
        <p14:creationId xmlns:p14="http://schemas.microsoft.com/office/powerpoint/2010/main" val="3881657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F7D1C-01AB-2FFB-80BC-B71976FA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642BD2D-3A7E-A3C4-9AEE-67EC92325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祢至聖尊名  配受大讚美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FB7BB56-B6AE-1DC5-ADAA-4DA0F42483C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Danh Chúa ôi cao vời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ôn Chúa Cha muôn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842583-3948-6C0D-798C-D0A77492282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25374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637E2-84CB-6573-0EE2-760087C00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F103F51-B153-20DF-1F20-47410E716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全心歌頌  我神  真偉大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90C960E-EFC2-27A6-3DB6-C3787D24504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con sẽ mãi luôn tụng ca ngợi Chúa Thánh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A06021-C629-BCCB-9C72-0DD92D7266A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597332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9E4A8-A16B-C8DD-2040-12647EB24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B6AE8D2D-9A2C-489B-A8A7-F07AF0536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祢至聖尊名  配受大讚美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7FC0B5E-E878-A090-A96E-FF4D6A66192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Danh Chúa ôi cao vời</a:t>
            </a:r>
            <a:r>
              <a:rPr lang="en-US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,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 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ôn Chúa Cha muôn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4E0920-1A2E-6343-5922-E233E8201B6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245087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5C67C-ACD3-DACC-BDE9-CCB5F53A7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AD72DD8-8017-5673-7525-EE05DE8B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全心歌頌  我神  真偉大</a:t>
            </a: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FD0205F-DEA9-7250-4AE6-6CD482B3D04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Lòng con sẽ mãi luôn tụng ca ngợi Ngài thôi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0164E-A789-4616-F50C-593B62D4A7F0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588240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13</TotalTime>
  <Words>420</Words>
  <Application>Microsoft Office PowerPoint</Application>
  <PresentationFormat>Widescreen</PresentationFormat>
  <Paragraphs>62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7</cp:revision>
  <dcterms:created xsi:type="dcterms:W3CDTF">2026-02-21T14:12:48Z</dcterms:created>
  <dcterms:modified xsi:type="dcterms:W3CDTF">2026-02-21T14:26:26Z</dcterms:modified>
</cp:coreProperties>
</file>