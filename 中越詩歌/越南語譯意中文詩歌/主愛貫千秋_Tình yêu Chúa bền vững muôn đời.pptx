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747" r:id="rId2"/>
    <p:sldId id="748" r:id="rId3"/>
    <p:sldId id="749" r:id="rId4"/>
    <p:sldId id="750" r:id="rId5"/>
    <p:sldId id="751" r:id="rId6"/>
    <p:sldId id="752" r:id="rId7"/>
    <p:sldId id="753" r:id="rId8"/>
    <p:sldId id="754" r:id="rId9"/>
    <p:sldId id="755" r:id="rId10"/>
    <p:sldId id="756" r:id="rId11"/>
    <p:sldId id="757" r:id="rId12"/>
    <p:sldId id="758" r:id="rId13"/>
    <p:sldId id="759" r:id="rId14"/>
    <p:sldId id="760" r:id="rId15"/>
    <p:sldId id="761" r:id="rId16"/>
    <p:sldId id="762" r:id="rId17"/>
    <p:sldId id="766" r:id="rId18"/>
    <p:sldId id="767" r:id="rId19"/>
    <p:sldId id="768" r:id="rId20"/>
    <p:sldId id="769" r:id="rId21"/>
    <p:sldId id="770" r:id="rId22"/>
    <p:sldId id="771" r:id="rId23"/>
    <p:sldId id="772" r:id="rId24"/>
    <p:sldId id="773" r:id="rId25"/>
    <p:sldId id="774" r:id="rId26"/>
    <p:sldId id="775" r:id="rId27"/>
    <p:sldId id="776" r:id="rId28"/>
    <p:sldId id="777" r:id="rId29"/>
    <p:sldId id="778" r:id="rId30"/>
    <p:sldId id="779" r:id="rId31"/>
    <p:sldId id="780" r:id="rId32"/>
    <p:sldId id="781" r:id="rId33"/>
    <p:sldId id="765" r:id="rId3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6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073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64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53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431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120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305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70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25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06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09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45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168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主愛貫千秋</a:t>
            </a: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zh-TW" sz="5400" b="1" i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Tình yêu Chúa bền vững muôn đời</a:t>
            </a:r>
            <a:endParaRPr lang="zh-TW" altLang="en-US" sz="5400" b="1" i="1" dirty="0">
              <a:solidFill>
                <a:srgbClr val="FFF4D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976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上主  全能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Đấng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Toàn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Năng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1106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十架捨身基督救蒼生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Đấng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Christ hi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sinh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thập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tự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giá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để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cứu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nhân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loại</a:t>
            </a:r>
            <a:endParaRPr lang="en-US" sz="39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41306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神是愛  感天父 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Đức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tình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yêu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tạ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Cha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94609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為我犧牲給我自由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hy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sinh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vì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con, ban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cho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tự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do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95916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此生  何求 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Đời này con còn mong gì hơn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33138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但盼主恩天天永看守 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Chỉ mong ơn Chúa mỗi ngày gìn giữ con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27760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無畏  起落  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Dẫu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cuộc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đời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thăng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trầm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1016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賴我基督安慰復扶佑  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Nương cậy Đấng Christ an ủi và nâng đỡ con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69582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祢嘅話語  心中緊扣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Lời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ghi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sâu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trong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lòng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37346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似活水解困紓我憂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Như dòng nước sống giúp con vượt qua bao ưu phiền</a:t>
            </a:r>
            <a:endParaRPr lang="en-US" sz="39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altLang="zh-CN" sz="3200" b="1" dirty="0">
                <a:solidFill>
                  <a:srgbClr val="FFF4D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54269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願能為  主事奉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Nguyện được hầu việc Chúa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38110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讚頌神深恩施拯救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Ca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ngợi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ân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sâu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cứu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rỗi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của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26437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沒有悲  沒有愁 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Không còn buồn đau ưu sầu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9690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罪已得釋  主愛貫千秋  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1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</a:t>
            </a:r>
            <a:r>
              <a:rPr lang="vi-VN" sz="41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ội lỗi được tha, tình yêu Chúa bền vững muôn đời</a:t>
            </a:r>
            <a:endParaRPr lang="en-US" sz="41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72473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2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神大愛 今身受 伴我一生福份厚</a:t>
            </a:r>
            <a:endParaRPr lang="en-US" altLang="zh-CN" sz="62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 ban cho con tình yêu được nếm trải phước hạnh thật dồi dào</a:t>
            </a:r>
            <a:endParaRPr lang="en-US" sz="3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41537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主愛貫千秋</a:t>
            </a: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zh-TW" sz="5400" b="1" i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Tình yêu Chúa bền vững muôn đời</a:t>
            </a:r>
            <a:endParaRPr lang="zh-TW" altLang="en-US" sz="5400" b="1" i="1" dirty="0">
              <a:solidFill>
                <a:srgbClr val="FFF4D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4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上主  全能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Đấng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Toàn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Năng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55375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十架捨身基督救蒼生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Đấng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Christ hi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sinh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thập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tự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giá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để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cứu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nhân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loại</a:t>
            </a:r>
            <a:endParaRPr lang="en-US" sz="39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96717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神是愛  感天父 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Đức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tình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yêu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tạ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Cha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26577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為我犧牲給我自由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hy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sinh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vì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con, ban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cho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tự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do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42145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此生  何求 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Đời này con còn mong gì hơn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FFF4D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11267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但盼主恩天天永看守 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Chỉ mong ơn Chúa mỗi ngày gìn giữ con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FFF4D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9897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無畏  起落  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Dẫu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cuộc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đời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thăng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trầm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2532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賴我基督安慰復扶佑  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Nương cậy Đấng Christ an ủi và nâng đỡ con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730237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祢嘅話語  心中緊扣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Lời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ghi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sâu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trong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lòng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341244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似活水解困紓我憂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Như dòng nước sống giúp con vượt qua bao ưu phiền</a:t>
            </a:r>
            <a:endParaRPr lang="en-US" sz="39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altLang="zh-CN" sz="3200" b="1" dirty="0">
                <a:solidFill>
                  <a:srgbClr val="FFF4D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457075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願能為  主事奉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Nguyện được hầu việc Chúa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555618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讚頌神深恩施拯救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Ca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ngợi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ân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sâu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cứu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rỗi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của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761316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沒有悲  沒有愁 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Không còn buồn đau ưu sầu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82113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罪已得釋  主愛貫千秋  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1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</a:t>
            </a:r>
            <a:r>
              <a:rPr lang="vi-VN" sz="41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ội lỗi được tha, tình yêu Chúa bền vững muôn đời</a:t>
            </a:r>
            <a:endParaRPr lang="en-US" sz="41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065335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2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神大愛 今身受 伴我一生福份厚</a:t>
            </a:r>
            <a:endParaRPr lang="en-US" altLang="zh-CN" sz="62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 ban cho con tình yêu được nếm trải phước hạnh thật dồi dào</a:t>
            </a:r>
            <a:endParaRPr lang="en-US" sz="3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053516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zh-TW" altLang="en-US" sz="57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神大愛 今身受 盡此一生喜已樂嚐透</a:t>
            </a:r>
            <a:endParaRPr lang="en-US" altLang="zh-CN" sz="57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 ban cho con tình yêu trọn đời vui hưởng niềm vui</a:t>
            </a:r>
            <a:endParaRPr lang="en-US" sz="37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5910043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384ED68F-161E-4EC5-AA47-8343C2AC128D}" vid="{FD3E678D-D6FA-4147-A139-1A6315ADEDC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104</TotalTime>
  <Words>679</Words>
  <Application>Microsoft Office PowerPoint</Application>
  <PresentationFormat>Widescreen</PresentationFormat>
  <Paragraphs>97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微軟正黑體</vt:lpstr>
      <vt:lpstr>微軟正黑體</vt:lpstr>
      <vt:lpstr>Arial</vt:lpstr>
      <vt:lpstr>Calibri</vt:lpstr>
      <vt:lpstr>Times New Roman</vt:lpstr>
      <vt:lpstr>Theme1</vt:lpstr>
      <vt:lpstr>主愛貫千秋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主愛貫千秋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主愛貫千秋</dc:title>
  <dc:creator>Uncle Jo</dc:creator>
  <cp:lastModifiedBy>Uncle Jo</cp:lastModifiedBy>
  <cp:revision>48</cp:revision>
  <dcterms:created xsi:type="dcterms:W3CDTF">2026-09-06T15:06:37Z</dcterms:created>
  <dcterms:modified xsi:type="dcterms:W3CDTF">2026-10-15T15:18:25Z</dcterms:modified>
</cp:coreProperties>
</file>