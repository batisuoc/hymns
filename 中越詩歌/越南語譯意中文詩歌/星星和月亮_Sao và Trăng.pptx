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47" r:id="rId2"/>
    <p:sldId id="748" r:id="rId3"/>
    <p:sldId id="749" r:id="rId4"/>
    <p:sldId id="757" r:id="rId5"/>
    <p:sldId id="750" r:id="rId6"/>
    <p:sldId id="762" r:id="rId7"/>
    <p:sldId id="763" r:id="rId8"/>
    <p:sldId id="764" r:id="rId9"/>
    <p:sldId id="765" r:id="rId10"/>
    <p:sldId id="798" r:id="rId11"/>
    <p:sldId id="758" r:id="rId12"/>
    <p:sldId id="759" r:id="rId13"/>
    <p:sldId id="760" r:id="rId14"/>
    <p:sldId id="766" r:id="rId15"/>
    <p:sldId id="767" r:id="rId16"/>
    <p:sldId id="768" r:id="rId17"/>
    <p:sldId id="769" r:id="rId18"/>
    <p:sldId id="770" r:id="rId19"/>
    <p:sldId id="771" r:id="rId20"/>
    <p:sldId id="772" r:id="rId21"/>
    <p:sldId id="773" r:id="rId22"/>
    <p:sldId id="774" r:id="rId23"/>
    <p:sldId id="775" r:id="rId24"/>
    <p:sldId id="776" r:id="rId25"/>
    <p:sldId id="799" r:id="rId26"/>
    <p:sldId id="778" r:id="rId27"/>
    <p:sldId id="779" r:id="rId28"/>
    <p:sldId id="780" r:id="rId29"/>
    <p:sldId id="781" r:id="rId30"/>
    <p:sldId id="782" r:id="rId31"/>
    <p:sldId id="800" r:id="rId32"/>
    <p:sldId id="784" r:id="rId33"/>
    <p:sldId id="785" r:id="rId34"/>
    <p:sldId id="786" r:id="rId35"/>
    <p:sldId id="787" r:id="rId36"/>
    <p:sldId id="788" r:id="rId37"/>
    <p:sldId id="789" r:id="rId38"/>
    <p:sldId id="790" r:id="rId39"/>
    <p:sldId id="791" r:id="rId40"/>
    <p:sldId id="792" r:id="rId41"/>
    <p:sldId id="793" r:id="rId42"/>
    <p:sldId id="794" r:id="rId43"/>
    <p:sldId id="795" r:id="rId44"/>
    <p:sldId id="797" r:id="rId4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7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5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3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2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0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7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2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6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0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4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679E8-0509-4C89-9E6C-75AE6448FCD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0F94B-D5FB-4551-8CDA-295CAAA44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6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星星和月亮</a:t>
            </a:r>
            <a:endParaRPr lang="zh-TW" altLang="en-US" sz="72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Sao và </a:t>
            </a:r>
            <a:r>
              <a:rPr lang="en-US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răng</a:t>
            </a:r>
            <a:endParaRPr lang="zh-TW" altLang="en-US" sz="54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97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為什麼天上星星會發亮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lại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tỏa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endParaRPr lang="en-US" sz="4200" b="1" dirty="0">
              <a:solidFill>
                <a:srgbClr val="FFF4DB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110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是上帝創造在天空閃爍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khiến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lung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646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為什麼天上月亮會發光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vầng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trăng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endParaRPr lang="en-US" sz="4200" b="1" dirty="0">
              <a:solidFill>
                <a:srgbClr val="FFF4DB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66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是上帝創造讓夜空明亮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soi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bầu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đêm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8340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為什麼天上星星會發亮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lại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tỏa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endParaRPr lang="en-US" sz="4200" b="1" dirty="0">
              <a:solidFill>
                <a:srgbClr val="FFF4DB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674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是上帝創造在天空閃爍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khiến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lung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523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為什麼天上月亮會發光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vầng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trăng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endParaRPr lang="en-US" sz="4200" b="1" dirty="0">
              <a:solidFill>
                <a:srgbClr val="FFF4DB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6879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是上帝創造讓夜空明亮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soi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bầu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đêm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0610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星星和月亮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Sao và </a:t>
            </a:r>
            <a:r>
              <a:rPr lang="en-US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răng</a:t>
            </a:r>
            <a:endParaRPr lang="en-US" sz="4200" b="1" dirty="0">
              <a:solidFill>
                <a:srgbClr val="FFF4DB"/>
              </a:solidFill>
              <a:effectLst/>
              <a:latin typeface="+mj-lt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8429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訴說神創造的奇妙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kỳ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diệu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công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cuộc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tạo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endParaRPr lang="en-US" sz="39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0745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166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9449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643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6375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星星和月亮</a:t>
            </a:r>
            <a:endParaRPr lang="zh-TW" altLang="en-US" sz="72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Sao và </a:t>
            </a:r>
            <a:r>
              <a:rPr lang="en-US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altLang="zh-TW" sz="5400" b="1" i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răng</a:t>
            </a:r>
            <a:endParaRPr lang="zh-TW" altLang="en-US" sz="5400" b="1" i="1" dirty="0">
              <a:solidFill>
                <a:srgbClr val="FFF4D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055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為什麼天上星星會發亮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lại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tỏa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endParaRPr lang="en-US" sz="4200" b="1" dirty="0">
              <a:solidFill>
                <a:srgbClr val="FFF4DB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6342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是上帝創造在天空閃爍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khiến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lung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030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為什麼天上月亮會發光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vầng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trăng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endParaRPr lang="en-US" sz="4200" b="1" dirty="0">
              <a:solidFill>
                <a:srgbClr val="FFF4DB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2540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是上帝創造讓夜空明亮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soi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bầu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đêm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5702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為什麼天上星星會發亮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lại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tỏa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endParaRPr lang="en-US" sz="4200" b="1" dirty="0">
              <a:solidFill>
                <a:srgbClr val="FFF4DB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7055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是上帝創造在天空閃爍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khiến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lung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5900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為什麼天上月亮會發光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vầng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trăng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endParaRPr lang="en-US" sz="4200" b="1" dirty="0">
              <a:solidFill>
                <a:srgbClr val="FFF4DB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0858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是上帝創造讓夜空明亮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Vì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tạo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soi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bầu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r>
              <a:rPr lang="en-US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2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đêm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7471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星星和月亮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Sao và </a:t>
            </a:r>
            <a:r>
              <a:rPr lang="en-US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răng</a:t>
            </a:r>
            <a:endParaRPr lang="en-US" sz="4200" b="1" dirty="0">
              <a:solidFill>
                <a:srgbClr val="FFF4DB"/>
              </a:solidFill>
              <a:effectLst/>
              <a:latin typeface="+mj-lt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1317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訴說神創造的奇妙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kỳ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diệu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công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cuộc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tạo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endParaRPr lang="en-US" sz="39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2280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8051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8259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70672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8522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星星和月亮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Sao và </a:t>
            </a:r>
            <a:r>
              <a:rPr lang="en-US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altLang="zh-TW" sz="4200" b="1" dirty="0">
                <a:solidFill>
                  <a:srgbClr val="FFF4D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軟正黑體" pitchFamily="34" charset="-120"/>
                <a:cs typeface="Calibri" panose="020F0502020204030204" pitchFamily="34" charset="0"/>
              </a:rPr>
              <a:t>răng</a:t>
            </a:r>
            <a:endParaRPr lang="en-US" sz="4200" b="1" dirty="0">
              <a:solidFill>
                <a:srgbClr val="FFF4DB"/>
              </a:solidFill>
              <a:effectLst/>
              <a:latin typeface="+mj-lt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6986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訴說神創造的奇妙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kỳ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diệu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công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cuộc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sáng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tạo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sz="39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900" b="1" dirty="0" err="1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endParaRPr lang="en-US" sz="39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9672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3591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4170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14005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6241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36890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41728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53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2558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21633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57599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我們口稱頌  我們心存感恩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Miệng chúng con ca ngợi, lòng chúng con biết ơn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024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82430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FFF4DB"/>
                </a:solidFill>
                <a:latin typeface="微軟正黑體" pitchFamily="34" charset="-120"/>
                <a:ea typeface="微軟正黑體" pitchFamily="34" charset="-120"/>
              </a:rPr>
              <a:t>感謝神奇妙的創造</a:t>
            </a:r>
            <a:endParaRPr lang="en-US" altLang="zh-CN" sz="6400" b="1" dirty="0">
              <a:solidFill>
                <a:srgbClr val="FFF4DB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058705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200" b="1" dirty="0">
                <a:solidFill>
                  <a:srgbClr val="FFF4DB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 tạ Chúa Đấng sáng tạo kì diệu</a:t>
            </a:r>
            <a:endParaRPr lang="en-US" sz="4200" b="1" dirty="0">
              <a:solidFill>
                <a:srgbClr val="FFF4DB"/>
              </a:solidFill>
              <a:effectLst/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FFF4D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altLang="zh-CN" sz="3200" b="1" dirty="0">
                <a:solidFill>
                  <a:srgbClr val="FFF4D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x2</a:t>
            </a:r>
            <a:r>
              <a:rPr lang="en-US" sz="3200" b="1" dirty="0">
                <a:solidFill>
                  <a:srgbClr val="FFF4DB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FFF4DB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731636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102</TotalTime>
  <Words>962</Words>
  <Application>Microsoft Office PowerPoint</Application>
  <PresentationFormat>Widescreen</PresentationFormat>
  <Paragraphs>130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微軟正黑體</vt:lpstr>
      <vt:lpstr>微軟正黑體</vt:lpstr>
      <vt:lpstr>Arial</vt:lpstr>
      <vt:lpstr>Calibri</vt:lpstr>
      <vt:lpstr>Times New Roman</vt:lpstr>
      <vt:lpstr>Theme1</vt:lpstr>
      <vt:lpstr>星星和月亮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星星和月亮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星星和月亮</dc:title>
  <dc:creator>Uncle Jo</dc:creator>
  <cp:lastModifiedBy>Uncle Jo</cp:lastModifiedBy>
  <cp:revision>48</cp:revision>
  <dcterms:created xsi:type="dcterms:W3CDTF">2026-09-06T15:06:37Z</dcterms:created>
  <dcterms:modified xsi:type="dcterms:W3CDTF">2026-10-15T15:17:26Z</dcterms:modified>
</cp:coreProperties>
</file>