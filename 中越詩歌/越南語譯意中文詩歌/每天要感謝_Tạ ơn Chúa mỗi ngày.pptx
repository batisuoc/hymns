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47" r:id="rId2"/>
    <p:sldId id="748" r:id="rId3"/>
    <p:sldId id="749" r:id="rId4"/>
    <p:sldId id="750" r:id="rId5"/>
    <p:sldId id="751" r:id="rId6"/>
    <p:sldId id="755" r:id="rId7"/>
    <p:sldId id="756" r:id="rId8"/>
    <p:sldId id="757" r:id="rId9"/>
    <p:sldId id="758" r:id="rId10"/>
    <p:sldId id="752" r:id="rId11"/>
    <p:sldId id="753" r:id="rId12"/>
    <p:sldId id="754" r:id="rId13"/>
    <p:sldId id="759" r:id="rId14"/>
    <p:sldId id="760" r:id="rId15"/>
    <p:sldId id="761" r:id="rId16"/>
    <p:sldId id="762" r:id="rId17"/>
    <p:sldId id="763" r:id="rId18"/>
    <p:sldId id="764" r:id="rId19"/>
    <p:sldId id="765" r:id="rId20"/>
    <p:sldId id="766" r:id="rId21"/>
    <p:sldId id="767" r:id="rId22"/>
    <p:sldId id="768" r:id="rId23"/>
    <p:sldId id="769" r:id="rId24"/>
    <p:sldId id="770" r:id="rId25"/>
    <p:sldId id="771" r:id="rId26"/>
    <p:sldId id="772" r:id="rId27"/>
    <p:sldId id="773" r:id="rId28"/>
    <p:sldId id="774" r:id="rId29"/>
    <p:sldId id="775" r:id="rId30"/>
    <p:sldId id="776" r:id="rId31"/>
    <p:sldId id="777" r:id="rId32"/>
    <p:sldId id="778" r:id="rId33"/>
    <p:sldId id="783" r:id="rId34"/>
    <p:sldId id="784" r:id="rId35"/>
    <p:sldId id="785" r:id="rId36"/>
    <p:sldId id="779" r:id="rId37"/>
    <p:sldId id="780" r:id="rId38"/>
    <p:sldId id="781" r:id="rId39"/>
    <p:sldId id="782" r:id="rId4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7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4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0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5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7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7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6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1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3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9F6D7-A15A-4042-A2F1-A45BC0CC3ED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746D-E7DB-49F4-B468-EF9A1DD3C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0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3ADE7-B451-8C40-F5E4-0DBB006EC4F7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每天要感謝</a:t>
            </a:r>
            <a:endParaRPr lang="zh-TW" altLang="en-US" sz="7200" b="1" i="1" dirty="0">
              <a:solidFill>
                <a:srgbClr val="241C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Tạ ơn Chúa mỗi ngày</a:t>
            </a:r>
            <a:endParaRPr lang="zh-TW" altLang="en-US" sz="5400" b="1" i="1" dirty="0">
              <a:solidFill>
                <a:srgbClr val="241C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97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每天要感謝祢是我神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110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賜下太陽  又賜下雨雲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Ban cho con ánh mặt trời, cũng ban cả mây mưa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887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我彷似花兒每日成長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như đóa hoa lớn lên mỗi ngày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5150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全是祢的看顧護蔭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 ơn Ngài chăm sóc, chở che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5935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每天要感謝祢是我神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719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賜下太陽  又賜下雨雲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Ban cho con ánh mặt trời, cũng ban cả mây mưa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6436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我彷似花兒每日成長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như đóa hoa lớn lên mỗi ngày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1352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全是祢的看顧護蔭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 ơn Ngài chăm sóc, chở che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857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為祢不止息的愛  感謝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cảm tạ Chúa, tình yêu Ngài không đổi dời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362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賜我家中的溫暖  感謝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cảm tạ Ngài ban hơi ấm gia đình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4466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 fontScale="92500"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感謝祢 今天有力氣 能為祢歌唱頌讚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Chúa, hôm nay con có hơi thở ngợi khen Ngài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0334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每天要感謝祢是我神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4671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賜下太陽  又賜下雨雲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Ban cho con ánh mặt trời, cũng ban cả mây mưa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7668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我彷似花兒每日成長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như đóa hoa lớn lên mỗi ngày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7017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全是祢的看顧護蔭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 ơn Ngài chăm sóc, chở che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2601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3ADE7-B451-8C40-F5E4-0DBB006EC4F7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每天要感謝</a:t>
            </a:r>
            <a:endParaRPr lang="zh-TW" altLang="en-US" sz="7200" b="1" i="1" dirty="0">
              <a:solidFill>
                <a:srgbClr val="241C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241C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Tạ ơn Chúa mỗi ngày</a:t>
            </a:r>
            <a:endParaRPr lang="zh-TW" altLang="en-US" sz="5400" b="1" i="1" dirty="0">
              <a:solidFill>
                <a:srgbClr val="241C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88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每天要感謝祢是我神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5892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賜下太陽  又賜下雨雲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Ban cho con ánh mặt trời, cũng ban cả mây mưa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8867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我彷似花兒每日成長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như đóa hoa lớn lên mỗi ngày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7559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全是祢的看顧護蔭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 ơn Ngài chăm sóc, chở che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3785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每天要感謝祢是我神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7924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賜下太陽  又賜下雨雲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Ban cho con ánh mặt trời, cũng ban cả mây mưa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8522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我彷似花兒每日成長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như đóa hoa lớn lên mỗi ngày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40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全是祢的看顧護蔭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 ơn Ngài chăm sóc, chở che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9499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為祢不止息的愛  感謝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cảm tạ Chúa, tình yêu Ngài không đổi dời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1220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賜我家中的溫暖  感謝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cảm tạ Ngài ban hơi ấm gia đình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5577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 fontScale="92500"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感謝祢 今天有力氣 能為祢歌唱頌讚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Chúa, hôm nay con có hơi thở ngợi khen Ngài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7066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每天要感謝祢是我神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0309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賜下太陽  又賜下雨雲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Ban cho con ánh mặt trời, cũng ban cả mây mưa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37445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我彷似花兒每日成長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như đóa hoa lớn lên mỗi ngày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2994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全是祢的看顧護蔭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 ơn Ngài chăm sóc, chở che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8743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為祢不止息的愛  感謝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cảm tạ Chúa, tình yêu Ngài không đổi dời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09386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賜我家中的溫暖  感謝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cảm tạ Ngài ban hơi ấm gia đình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97241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 fontScale="92500"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感謝祢 今天有力氣 能為祢歌唱頌讚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Chúa, hôm nay con có hơi thở ngợi khen Ngài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1096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每天要感謝祢是我神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733" b="1" dirty="0" err="1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4970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賜下太陽  又賜下雨雲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Ban cho con ánh mặt trời, cũng ban cả mây mưa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02167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我彷似花兒每日成長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như đóa hoa lớn lên mỗi ngày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1113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7CD333-9119-83EA-E4BE-7CE609F7EA63}"/>
              </a:ext>
            </a:extLst>
          </p:cNvPr>
          <p:cNvSpPr/>
          <p:nvPr/>
        </p:nvSpPr>
        <p:spPr>
          <a:xfrm>
            <a:off x="1336" y="2181645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0FE6D-C3DC-F099-397E-7CAB00430B5D}"/>
              </a:ext>
            </a:extLst>
          </p:cNvPr>
          <p:cNvSpPr/>
          <p:nvPr/>
        </p:nvSpPr>
        <p:spPr>
          <a:xfrm>
            <a:off x="0" y="2182429"/>
            <a:ext cx="12192000" cy="2110667"/>
          </a:xfrm>
          <a:prstGeom prst="rect">
            <a:avLst/>
          </a:prstGeom>
          <a:solidFill>
            <a:srgbClr val="F2F2F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241C18"/>
                </a:solidFill>
                <a:latin typeface="微軟正黑體" pitchFamily="34" charset="-120"/>
                <a:ea typeface="微軟正黑體" pitchFamily="34" charset="-120"/>
              </a:rPr>
              <a:t>全是祢的看顧護蔭</a:t>
            </a:r>
            <a:endParaRPr lang="en-US" altLang="zh-CN" sz="6400" b="1" dirty="0">
              <a:solidFill>
                <a:srgbClr val="241C18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241C18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Nhờ ơn Ngài chăm sóc, chở che</a:t>
            </a:r>
            <a:endParaRPr lang="en-US" sz="3733" b="1" dirty="0">
              <a:solidFill>
                <a:srgbClr val="241C18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241C18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241C18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629848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4F259EA-1F46-4904-A044-B4BE1B2AA23A}" vid="{C39155D4-7B25-424A-824E-B65097B00C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約瑟團契 《每天要感謝》</Template>
  <TotalTime>13</TotalTime>
  <Words>891</Words>
  <Application>Microsoft Office PowerPoint</Application>
  <PresentationFormat>Widescreen</PresentationFormat>
  <Paragraphs>115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Microsoft JhengHei</vt:lpstr>
      <vt:lpstr>Microsoft JhengHei</vt:lpstr>
      <vt:lpstr>Arial</vt:lpstr>
      <vt:lpstr>Calibri</vt:lpstr>
      <vt:lpstr>Times New Roman</vt:lpstr>
      <vt:lpstr>Theme1</vt:lpstr>
      <vt:lpstr>每天要感謝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每天要感謝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每天要感謝</dc:title>
  <dc:creator>ASUS</dc:creator>
  <cp:lastModifiedBy>Uncle Jo</cp:lastModifiedBy>
  <cp:revision>10</cp:revision>
  <dcterms:created xsi:type="dcterms:W3CDTF">2026-10-13T07:23:43Z</dcterms:created>
  <dcterms:modified xsi:type="dcterms:W3CDTF">2026-10-15T15:09:17Z</dcterms:modified>
</cp:coreProperties>
</file>