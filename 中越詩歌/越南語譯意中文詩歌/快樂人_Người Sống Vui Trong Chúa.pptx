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70" r:id="rId2"/>
    <p:sldId id="971" r:id="rId3"/>
    <p:sldId id="972" r:id="rId4"/>
    <p:sldId id="973" r:id="rId5"/>
    <p:sldId id="974" r:id="rId6"/>
    <p:sldId id="975" r:id="rId7"/>
    <p:sldId id="976" r:id="rId8"/>
    <p:sldId id="977" r:id="rId9"/>
    <p:sldId id="978" r:id="rId10"/>
    <p:sldId id="979" r:id="rId11"/>
    <p:sldId id="980" r:id="rId12"/>
    <p:sldId id="981" r:id="rId13"/>
    <p:sldId id="982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快樂人" id="{E5F849FF-CC1F-4E27-881E-E0F8F65390DC}">
          <p14:sldIdLst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2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0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6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8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9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7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6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7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5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CC17A-15E2-4DCD-A24F-C7061E94AF7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B95ED-E783-4F1B-B4F0-587A449E8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4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C5951-96CB-D3B7-1BF0-EA2CC087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DA525DF-5AAF-52A9-698E-CE63A90F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 vert="horz" lIns="121920" tIns="60960" rIns="121920" bIns="60960" rtlCol="0" anchor="ctr">
            <a:noAutofit/>
          </a:bodyPr>
          <a:lstStyle/>
          <a:p>
            <a:r>
              <a:rPr lang="zh-CN" altLang="en-US" sz="7200" b="1" i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快樂人</a:t>
            </a:r>
            <a:endParaRPr lang="zh-TW" altLang="en-US" sz="7200" b="1" i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>
            <a:extLst>
              <a:ext uri="{FF2B5EF4-FFF2-40B4-BE49-F238E27FC236}">
                <a16:creationId xmlns:a16="http://schemas.microsoft.com/office/drawing/2014/main" id="{DEC6FC4F-F147-67A0-575D-0D87E4F7DB28}"/>
              </a:ext>
            </a:extLst>
          </p:cNvPr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algn="ctr" defTabSz="1219170">
              <a:spcBef>
                <a:spcPct val="0"/>
              </a:spcBef>
              <a:buNone/>
              <a:defRPr sz="3200" b="1" i="1">
                <a:solidFill>
                  <a:srgbClr val="A3232A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</a:lstStyle>
          <a:p>
            <a:r>
              <a:rPr lang="vi-VN" sz="4800" dirty="0"/>
              <a:t>Người Sống Vui Trong Chúa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153013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82D94-8D28-6362-0476-B3322D40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82CF23D-131C-084C-9EFC-DA22533A0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真開心早經已獲得拯救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F69AD31E-E528-7293-1525-EB3C06C68739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Thật vui mừng vì được cứu rỗi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EB7B3-CFCF-54E7-27B7-65BE62775B90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( 1 / 2 )</a:t>
            </a:r>
          </a:p>
        </p:txBody>
      </p:sp>
    </p:spTree>
    <p:extLst>
      <p:ext uri="{BB962C8B-B14F-4D97-AF65-F5344CB8AC3E}">
        <p14:creationId xmlns:p14="http://schemas.microsoft.com/office/powerpoint/2010/main" val="748801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FA3F9-DAE7-6FC6-B0FC-8BF1FBA6B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DC8566A-0299-A989-0BDE-204B1106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得恩主愛護能做快樂人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E87EC6FC-C7D9-689F-1596-5B9A0E8387BD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sz="3733" dirty="0"/>
              <a:t>L</a:t>
            </a:r>
            <a:r>
              <a:rPr lang="vi-VN" sz="3733" dirty="0"/>
              <a:t>òng con thoả vui được Chúa yêu thương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11D4D-E1D3-FF18-84EA-55AC70156CC8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( 1 / 2 )</a:t>
            </a:r>
          </a:p>
        </p:txBody>
      </p:sp>
    </p:spTree>
    <p:extLst>
      <p:ext uri="{BB962C8B-B14F-4D97-AF65-F5344CB8AC3E}">
        <p14:creationId xmlns:p14="http://schemas.microsoft.com/office/powerpoint/2010/main" val="30987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C62A-F750-0DC0-56CD-2CEEC950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4039A70-03B6-A7BC-CE9D-B8FB5DE40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神常維護我心中倍歡欣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D9CD5365-4B7F-76D5-4373-48A8895809E5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Lòng con hân hoan vì được Chúa gìn giữ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06A202-DA6A-389D-C5AB-CC67F963047A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( 1 / 2 )</a:t>
            </a:r>
          </a:p>
        </p:txBody>
      </p:sp>
    </p:spTree>
    <p:extLst>
      <p:ext uri="{BB962C8B-B14F-4D97-AF65-F5344CB8AC3E}">
        <p14:creationId xmlns:p14="http://schemas.microsoft.com/office/powerpoint/2010/main" val="121538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D741-AFD0-0583-BA7F-8F244089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AFD551-09AD-E7BA-3CEB-946A814CB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人生滿希望共主可以同行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0FA96560-AA1D-3F3D-E20D-FA199500996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sz="3733" dirty="0"/>
              <a:t>L</a:t>
            </a:r>
            <a:r>
              <a:rPr lang="vi-VN" sz="3733" dirty="0"/>
              <a:t>òng đầy hy vọng khi có Chúa đồng hành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21B2F-7CBB-0C52-B0B1-0CA93693344A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( 1 / 2 )</a:t>
            </a:r>
          </a:p>
        </p:txBody>
      </p:sp>
    </p:spTree>
    <p:extLst>
      <p:ext uri="{BB962C8B-B14F-4D97-AF65-F5344CB8AC3E}">
        <p14:creationId xmlns:p14="http://schemas.microsoft.com/office/powerpoint/2010/main" val="200780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47AB-8EDB-FC40-14D5-09366C4D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51895EC-715C-6472-CB95-1C44FC9C4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我願以歌聲  唱頌救主恩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2894CBA8-E96F-9064-88F2-7149FFB0579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Con nguyện ca ngợi ơn cứu rỗi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A96DA-604A-B8CE-EBCE-5630C46996A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( 1 / 2 )</a:t>
            </a:r>
          </a:p>
        </p:txBody>
      </p:sp>
    </p:spTree>
    <p:extLst>
      <p:ext uri="{BB962C8B-B14F-4D97-AF65-F5344CB8AC3E}">
        <p14:creationId xmlns:p14="http://schemas.microsoft.com/office/powerpoint/2010/main" val="2159437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E7336-E8B4-0F94-84F2-565EB3E3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A164263-E2A4-42CB-9124-03B370B7B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常頌揚基督感激祂護蔭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2F9AF42-D46C-B5E8-D798-376483EAC55C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sz="3733" dirty="0"/>
              <a:t>N</a:t>
            </a:r>
            <a:r>
              <a:rPr lang="vi-VN" sz="3733" dirty="0"/>
              <a:t>g</a:t>
            </a:r>
            <a:r>
              <a:rPr lang="en-US" sz="3733" dirty="0" err="1"/>
              <a:t>ợi</a:t>
            </a:r>
            <a:r>
              <a:rPr lang="vi-VN" sz="3733" dirty="0"/>
              <a:t> ca cảm tạ Cứu Chúa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89C09-B313-1B64-D6BC-BF20E95D01A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( 1 / 2 )</a:t>
            </a:r>
          </a:p>
        </p:txBody>
      </p:sp>
    </p:spTree>
    <p:extLst>
      <p:ext uri="{BB962C8B-B14F-4D97-AF65-F5344CB8AC3E}">
        <p14:creationId xmlns:p14="http://schemas.microsoft.com/office/powerpoint/2010/main" val="219578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E269-7374-F6C5-E625-71101525B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5B0BD77-B527-3266-D303-D65E9F8CF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心中真興奮有上主同行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B1340D42-B4CB-5F2F-F986-521D1E30BD1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Lòng con phấn khởi vì có Chúa đi cùng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35E1F-748D-B121-596C-5F791679A997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( 2 / 2 )</a:t>
            </a:r>
          </a:p>
        </p:txBody>
      </p:sp>
    </p:spTree>
    <p:extLst>
      <p:ext uri="{BB962C8B-B14F-4D97-AF65-F5344CB8AC3E}">
        <p14:creationId xmlns:p14="http://schemas.microsoft.com/office/powerpoint/2010/main" val="169296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234D-348E-980B-43A2-62B14DBDB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FF3A0C-8CA9-9C6A-B811-208A1BF66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基督親領路全力向前行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78ECCD24-D753-0085-61DF-5F2508A7E40C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Có Chúa dẫn dắt con vững bước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AF668-C8C0-AE17-B88C-C4DBCC68353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( 2 / 2 )</a:t>
            </a:r>
          </a:p>
        </p:txBody>
      </p:sp>
    </p:spTree>
    <p:extLst>
      <p:ext uri="{BB962C8B-B14F-4D97-AF65-F5344CB8AC3E}">
        <p14:creationId xmlns:p14="http://schemas.microsoft.com/office/powerpoint/2010/main" val="580070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2FE1F-CFDF-1CC1-E6EF-9E4EC996F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CA14DD1-245F-E349-C915-50A0CFC5F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全無後顧之憂更安心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9FD08789-FD11-7756-B7E1-CE3F395A6C77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Con an tâm không lo lắng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A7002-3E25-A98A-9A64-D929B9A45CDE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( 2 / 2 )</a:t>
            </a:r>
          </a:p>
        </p:txBody>
      </p:sp>
    </p:spTree>
    <p:extLst>
      <p:ext uri="{BB962C8B-B14F-4D97-AF65-F5344CB8AC3E}">
        <p14:creationId xmlns:p14="http://schemas.microsoft.com/office/powerpoint/2010/main" val="105136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B962-FB5F-4FCD-24F8-DB56E8A3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7894F4D-67E6-0509-AFAA-C7792EE7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人生滿希望盡一生服事神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4734DA08-BF61-9BE3-B134-1467860DA967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sz="3733" dirty="0"/>
              <a:t>T</a:t>
            </a:r>
            <a:r>
              <a:rPr lang="vi-VN" sz="3733" dirty="0"/>
              <a:t>ràn đầy hy vọng dâng trọn đời con phục vụ Chúa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6684B-2704-2034-EBEF-8B80F27B375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( 2 / 2 )</a:t>
            </a:r>
          </a:p>
        </p:txBody>
      </p:sp>
    </p:spTree>
    <p:extLst>
      <p:ext uri="{BB962C8B-B14F-4D97-AF65-F5344CB8AC3E}">
        <p14:creationId xmlns:p14="http://schemas.microsoft.com/office/powerpoint/2010/main" val="386636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49ED-2D52-4EFE-B5F2-A3EACF91C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C09C97F-529E-6A79-1D30-38AA9F4C9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竭力作主工   主領路要跟緊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19EBE6AD-6797-6536-29FD-E5C65710D6C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Xin hết lòng hầu việc Chúa đi theo Ngài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E7CCA-2983-11DA-FA22-19A43E611237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( 2 / 2 )</a:t>
            </a:r>
          </a:p>
        </p:txBody>
      </p:sp>
    </p:spTree>
    <p:extLst>
      <p:ext uri="{BB962C8B-B14F-4D97-AF65-F5344CB8AC3E}">
        <p14:creationId xmlns:p14="http://schemas.microsoft.com/office/powerpoint/2010/main" val="3944230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EFC9-C7FB-D8B5-6944-766EFD1F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E750FF-AADD-7DF9-F818-0368F28AB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常令神歡欣感激祂護蔭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F6B3AE5-9A74-5AAE-8421-586855C0C000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sz="3733" dirty="0"/>
              <a:t>N</a:t>
            </a:r>
            <a:r>
              <a:rPr lang="vi-VN" sz="3733" dirty="0"/>
              <a:t>guyện luôn sống đẹp lòng Ngài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F97B0-2569-D2DF-BCA7-D1A09763696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>
                <a:latin typeface="+mj-lt"/>
              </a:rPr>
              <a:t>( 2 / 2 )</a:t>
            </a:r>
          </a:p>
        </p:txBody>
      </p:sp>
    </p:spTree>
    <p:extLst>
      <p:ext uri="{BB962C8B-B14F-4D97-AF65-F5344CB8AC3E}">
        <p14:creationId xmlns:p14="http://schemas.microsoft.com/office/powerpoint/2010/main" val="8845173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290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Theme1</vt:lpstr>
      <vt:lpstr>快樂人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2026-02-23T15:20:26Z</dcterms:created>
  <dcterms:modified xsi:type="dcterms:W3CDTF">2026-02-23T15:20:38Z</dcterms:modified>
</cp:coreProperties>
</file>