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小小嬰孩" id="{EE41CA90-9B1D-4805-95AD-A3B5BBF57DB7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43" d="100"/>
          <a:sy n="43" d="100"/>
        </p:scale>
        <p:origin x="78" y="7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21/12/2025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小小嬰孩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軟正黑體" pitchFamily="34" charset="-120"/>
                <a:cs typeface="Calibri" panose="020F0502020204030204" pitchFamily="34" charset="0"/>
              </a:rPr>
              <a:t>Vị Cứu Chúa bé nhỏ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千萬人中有一小小嬰孩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Đứa bé ra đời nơi biển người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DCFBE-0A48-C45D-35B9-0ADCF3D81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A8F18F6-7CD3-73A5-8408-0236EFA9D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在今夜有救主的美夢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87759BB-B55F-BF37-395D-120321D6C1D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đêm nay mơ về Chúa cứu rỗi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F294BB-5288-4160-514B-ADF54FEB4CB4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7657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3E950-6231-44AC-F888-C06FB2744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9928CCC-F335-63DF-7210-ECA0DEBE1F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聖嬰張手迎接星輝天空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C16A09A-392E-CEF6-039B-D82D9ACCA75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Con dang tay đón tinh tú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7AB82D-BCEE-08BF-A882-B4961F768A19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52499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76845-45C8-56A8-5708-B356BD0B9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F6090FD1-3015-A509-8AC3-EC5B94B26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城中充滿生命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F1412EA-AFFA-00B0-E687-C01D3711D42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nội thành đêm nay đầy yên bình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B15674-792A-224F-C8D6-AD1E741E8536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79443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063553-0101-53E3-F39A-401B392E8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26797EC-CED4-755D-1245-996E9A41FD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一君王帶來黃金與榮華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EDB75FF-86E6-9590-F15B-536FC783C26A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Một vị vua mang hoàng kim giàu sang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51E7F3-55EE-EF69-EF2C-7B119A0DA903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22136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2FC0F-F3D9-D730-98E8-97C4D281A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3698F2B-FFBF-D66D-399C-C9130C3A46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大君王統領大能天軍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760EBAF-61C6-D4A9-C220-8E4EC42850E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Đại quân vương thống lĩnh binh lính thiên đàng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EC0295-C394-4380-5461-61E18C1CAA49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48100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3D6FF-051C-39D2-5418-BE1FA869A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FE7D5BA-52E6-9EFD-929C-BBE2C6D08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一君王帶來乳香與燭光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737F3A8-CF77-B3ED-2B66-E5B630FEB5DA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Một vị vua mang nhũ hương, đèn nến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9AFC43-0173-1DCF-BE1D-7DFE711ED158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01669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4F2E4-348E-60D5-E524-696A213A1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95916B2-3FFF-7A48-AD85-11D9FA447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大君王賜生命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CC435B2-E4B3-12D9-DE43-42146CEFE0A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Đại quân vương ban sự sống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14CAFC-82E4-C502-99BE-3B6571F61E1A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825870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45283-674E-49D8-CA8C-93CA2E77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A5B629F-F47C-1FC2-5DF5-10BF666EB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聖嬰躺臥在馬槽中小床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76BE168-DB6B-7686-0FF8-55EFBDE8FD8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Con nằm trên giường máng cỏ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11EA4F-EF21-7B41-DC9E-E8DADB833B93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11719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EF78E-53E7-512B-B282-C32BC96E4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3066565-1136-209C-0279-61DE74AD1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溫柔微笑真可愛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DE3C332-1699-CD02-DDE3-DE850737F0AA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mỉm cười dịu dàng thật khả ái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21AA8F-826D-E977-78D2-729FC45AABD6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7877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A063D-64F0-B6F3-2B7B-7C165BDBE3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E1E56FE-9739-5910-ACDE-35879087D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馬利亞稱頌讚美天父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E6915FB-1C57-D1E9-884A-3697075DFE0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Ma-ri xưng tụng ca ngợi Chúa Cha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9CEC18-B678-74E2-6A05-B7A2B7593049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18521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C46D1-5461-7DB2-56A1-54A610D22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328CE71-9D49-5608-4705-4E7BE4BF8E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懷裡寶寶睡意濃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8FA4740B-0792-7BF2-AA1F-3986C5C554F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Đứa bé ngủ yên nơi lòng bà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360FEA-937A-F735-F7E4-92CB2B92B5F8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09186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B9BE3-591D-16F1-0BBF-6BCA88D5F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4974DBC-6CFD-175C-978C-624469B767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小小燭光燃亮周圍地方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71DC101-34E1-989F-6131-0D186C72CD24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Ánh nến nho nhỏ chiếu sáng mọi nơi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D96D6B-8825-CEEB-F1B5-BA2FB7B6D19B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9598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CC323-6BE0-0B8C-3884-72501ECB3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A014FFF-9485-F7DA-20BC-652F08EB7C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大能上帝之城發光芒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9E79257-D51C-8248-92B4-00BF22B46CB9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Thành của Chúa cha sáng ngời ngợi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49FDBE-9F02-6915-EF96-CB6A7EEDB102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05199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A877D-DF01-4D1F-0FD5-01200E400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9E32F8C-62EB-290D-C63C-C7FAFB398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長夜空中燦爛繁星閃爍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4EC204F-9100-FFB6-887D-4A99106B54C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Tinh tú chói lòa trong đêm dài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B21DE1-EBCF-CE9F-704B-0AD5B4A1C92E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096990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D4E7C-3332-657E-BFED-DEFCD783E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195E27D-C134-7876-4487-CF6039185D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榮光充滿面容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6F970CF-7805-9327-510B-E31A4A175DFF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vinh quang hiển hiện trên mặt Ngài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B1FC8F-8451-46B4-BA3F-2CAD047E97E5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3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012460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D53ED-584B-1264-C8F8-7B160E6F1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F626427-62A2-36D4-2AF3-59749EA48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牧羊人恭敬跪拜在主前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3DC78BD1-E3B5-F343-5803-CF6A3BB7FD8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Người chăn cung kính thờ lạy Chúa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8680F5-D821-0E95-9320-F507F7CDB52F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246916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3382D-4BC4-CA0B-F8BC-B49C802B4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06EC60F-C92B-4770-D25E-062C8AEC0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東方王屈膝奉獻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374C14A-39DD-5596-C1D2-3147BE4D2DF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Vua nơi Đông Phương quỳ dâng của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A40B79-768C-C1DB-DE5F-90B3C49E9B4E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9185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6E74F-B836-E7AD-009E-7C0C8DBD7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FBEDC44-5B06-01C9-D589-5EA8D3FD93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馬利亞稱頌讚美天父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66D8B28-BACA-0695-EE98-FCC1A3FB04F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Ma-ri xưng tụng ca ngợi Chúa Cha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C91205-7F9C-987A-0EF4-393E493AC1D7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20544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4BB66-03FA-129C-145C-987C9018C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35FC0ABC-2C03-0761-11D9-5F78B59EC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聖嬰睡覺多安祥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A1640D3-91A3-2D5D-9A99-2394FA69B90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Đứa bé ngủ yên nơi lòng bà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92186A-F421-D38A-B116-77A42BC7B9AB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zh-CN" altLang="en-US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altLang="zh-CN" sz="28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15902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1C4B5-3A6F-3923-A77D-F8A08909B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273A73C-8127-913A-3B13-083896D1C4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千萬人中有一小小嬰孩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27DBDEA-4E7A-FA6F-A8C4-9D54BF69172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Đứa bé ra đời nơi biển người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69BAC-7521-AB0A-174A-403CC329274E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670269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A9BF3-BEB6-19AE-DC45-8686701FD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CBD7C62-D0C2-4616-72A7-EC4821811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大能上帝選民的美夢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02CDF6C-FC7F-AED8-EA7B-3EF86337547B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Ước mơ Chúa cứu rỗi của bao người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75E413-D346-EAD9-FF72-E3655D5F1C14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38146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B5974-02AF-6447-D116-7F763251D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7E407F5-A013-4FF1-F0D3-41B3A3B493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聖嬰張手迎接星輝天空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E4655BF-D651-1EEC-E2B8-2C6ADF87D197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Con dang tay đón tinh tú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F9723A-42A1-2566-2278-07E22990B6B5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64202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6C132-4E47-5ABE-13BD-5FC4E86F4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289CF759-041B-12ED-3DD8-2D7AE14DCB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唯一生命救主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7230E9C4-A1A1-60B7-B30A-FE776AFDA43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Vị Cứu Chúa duy nhất trên đời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8BCECB-3127-DDC3-DB60-C4486DCDB351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4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20468246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34</TotalTime>
  <Words>509</Words>
  <Application>Microsoft Office PowerPoint</Application>
  <PresentationFormat>Widescreen</PresentationFormat>
  <Paragraphs>74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微軟正黑體</vt:lpstr>
      <vt:lpstr>微軟正黑體</vt:lpstr>
      <vt:lpstr>Arial</vt:lpstr>
      <vt:lpstr>Calibri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Uncle Jo</dc:creator>
  <cp:lastModifiedBy>Uncle Jo</cp:lastModifiedBy>
  <cp:revision>4</cp:revision>
  <dcterms:created xsi:type="dcterms:W3CDTF">2025-12-21T15:43:21Z</dcterms:created>
  <dcterms:modified xsi:type="dcterms:W3CDTF">2025-12-21T16:17:47Z</dcterms:modified>
</cp:coreProperties>
</file>