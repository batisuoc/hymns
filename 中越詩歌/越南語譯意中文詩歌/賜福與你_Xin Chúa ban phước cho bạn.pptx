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06" r:id="rId2"/>
    <p:sldId id="907" r:id="rId3"/>
    <p:sldId id="908" r:id="rId4"/>
    <p:sldId id="909" r:id="rId5"/>
    <p:sldId id="910" r:id="rId6"/>
    <p:sldId id="915" r:id="rId7"/>
    <p:sldId id="916" r:id="rId8"/>
    <p:sldId id="917" r:id="rId9"/>
    <p:sldId id="918" r:id="rId10"/>
    <p:sldId id="911" r:id="rId11"/>
    <p:sldId id="912" r:id="rId12"/>
    <p:sldId id="913" r:id="rId13"/>
    <p:sldId id="914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賜福與你" id="{A985FB52-6004-4716-AA39-054F96173697}">
          <p14:sldIdLst>
            <p14:sldId id="906"/>
            <p14:sldId id="907"/>
            <p14:sldId id="908"/>
            <p14:sldId id="909"/>
            <p14:sldId id="910"/>
            <p14:sldId id="915"/>
            <p14:sldId id="916"/>
            <p14:sldId id="917"/>
            <p14:sldId id="918"/>
            <p14:sldId id="911"/>
            <p14:sldId id="912"/>
            <p14:sldId id="913"/>
            <p14:sldId id="91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7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6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7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53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9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1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3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9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41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80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F009E-65CE-47C4-A450-6EB1AB8DF53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4FB94-4906-4841-A93D-2E43D1B6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20F4-7087-FD3B-96C7-76E1641C2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3485074-E821-DDC6-A4B3-38E9328BB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 vert="horz" lIns="121920" tIns="60960" rIns="121920" bIns="60960" rtlCol="0" anchor="ctr">
            <a:noAutofit/>
          </a:bodyPr>
          <a:lstStyle/>
          <a:p>
            <a:r>
              <a:rPr lang="zh-CN" altLang="en-US" sz="7200" b="1" i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賜福與你</a:t>
            </a:r>
            <a:endParaRPr lang="zh-TW" altLang="en-US" sz="7200" b="1" i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>
            <a:extLst>
              <a:ext uri="{FF2B5EF4-FFF2-40B4-BE49-F238E27FC236}">
                <a16:creationId xmlns:a16="http://schemas.microsoft.com/office/drawing/2014/main" id="{3D41D943-3260-CB6B-645E-6D0693E8D59A}"/>
              </a:ext>
            </a:extLst>
          </p:cNvPr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algn="ctr" defTabSz="1219170">
              <a:spcBef>
                <a:spcPct val="0"/>
              </a:spcBef>
              <a:buNone/>
              <a:defRPr sz="3200" b="1" i="1">
                <a:solidFill>
                  <a:srgbClr val="A3232A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</a:lstStyle>
          <a:p>
            <a:r>
              <a:rPr lang="vi-VN" sz="4800" dirty="0"/>
              <a:t>Xin Chúa ban phước cho bạn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393422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2BFC5-7719-C97A-5B9D-BC50B601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11DF94E-E112-3D9A-7D63-4050CCEDE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願主的恩惠慈愛與你同在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548A8A9E-C19D-1134-DD1B-B4AD2D1843F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Nguyện ân điển và tình yêu Chúa ở cùng bạn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068800-0BA7-7F2F-136D-69D9D4C0CEA6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6512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590DB-A2D7-6281-6135-34962466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0123F5F-B3F9-3466-71D2-0DD9EADE1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願主的靈時時圍繞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208C8CB3-3557-1CA2-8CAA-C1890F7FC567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Nguyện Chúa Thánh Linh đầy dẫy bạn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E41B5-9BC9-BDCF-2019-BA4C0DA4654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30913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1EDE2-2983-C1CD-3E31-F9728FD9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0328BDD-5171-7973-595A-72254A8A6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恩典降下  賜福與你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88B0BC67-64A3-A0BE-C184-04CB7F00E5F1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Xin Chúa ban ân điển và phước lành cho bạn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4F5F4-5B12-4310-5815-833D7A493139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503308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66453-9686-A14A-0006-77C9BBCF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14AADB-D454-D794-B349-2C8AC563F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平安喜樂天天充滿你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3190B181-BEFC-9D28-E1B0-588B57BC94B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Bình an vui thỏa mỗi ngày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D807F-297E-5A57-BF92-B9DD87C9132B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98296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A7D69-E573-0A52-05B5-1A49739E9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2313FF4-CD3C-90B3-A732-C879DCD74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願主的恩惠慈愛與你同在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E2BEFA29-3976-A5E8-CF54-A6C6371BE679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Nguyện ân điển và tình yêu Chúa ở cùng bạn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21B05-C557-9302-EF03-7EE1164AEE65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63389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E3D04-061D-FA5A-6F4D-A7C4976CC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A5A05CA-BD2A-BC69-31B3-F08940B04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願主的靈時時圍繞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C0D9583C-54CF-2FCD-FD27-E91297E4867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Nguyện Chúa Thánh Linh đầy dẫy bạn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E4678-174A-C277-98A0-E0301F6F62C4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406433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265EC-698F-3EE8-4DA4-CF532AA4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33D84B3-DB34-4A01-3084-2CE4A7C13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恩典降下  賜福與你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E042CE57-BE00-C739-B9FA-E3E33ACBB535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Xin Chúa ban ân điển và phước lành cho bạn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F04D6-3C88-A7D9-BF20-FC5C4033DA71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142650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41E0-82C5-1BC4-898B-E477E5C1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563F575-960C-5B79-B63A-EEFF7842D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平安喜樂天天充滿你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0ECF080B-234D-B7B5-CE58-1EF8823CA8B8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Bình an vui thỏa mỗi ngày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8FBDC-11D0-DB47-E13A-CCCAE1584FB0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954388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A6AE-EB4E-66D8-F0A0-A1B73D944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E4D0812-0444-E8AD-C67F-7382D62CE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賜福與你  賜福與你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28FFE647-18FC-F41D-95E7-2B8F6EF0ECE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Xin Chúa ban phước cho bạn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54A36-541E-20A9-6557-4E79E36B2439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180720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09891-A032-5799-5275-5E58DD68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00F9A78-048D-2959-F3E4-54BE5A16F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平安喜樂天天充滿你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A61B0DBF-1805-A7E0-2719-77B90050CE53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Bình an vui thỏa đong đầy mỗi ngày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6C584-FC86-5935-B89F-C0B7EF5854F4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696078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992C7-2CB1-B7EF-7CD8-A949BF03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9F05D9-5AB8-7A25-5024-149A28F64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賜福與你  賜福與你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85329A2C-5C0E-5FB9-D061-E3BB4DA1087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Xin Chúa ban phước cho bạn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1C1CC-9614-025C-8500-11384C72F6F6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077237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74F0B-452A-DF82-F05A-21790EEB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CEF7216-A6E6-F708-DF71-1EAFE0358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平安喜樂天天充滿你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156673BA-151D-09E1-F4A8-5264388632EF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Bình an vui thỏa đong đầy mỗi ngày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F9E26-8AE9-5D4F-7E30-F02D67B081B1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404099069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258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微軟正黑體</vt:lpstr>
      <vt:lpstr>Arial</vt:lpstr>
      <vt:lpstr>Calibri</vt:lpstr>
      <vt:lpstr>Theme1</vt:lpstr>
      <vt:lpstr>賜福與你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2026-02-23T14:54:51Z</dcterms:created>
  <dcterms:modified xsi:type="dcterms:W3CDTF">2026-02-23T14:55:14Z</dcterms:modified>
</cp:coreProperties>
</file>