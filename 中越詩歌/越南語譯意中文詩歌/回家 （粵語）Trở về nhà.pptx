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06/09/2025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回家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Trở về nhà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步伐是否感覺疲倦了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Bước chân bạn đang mỏi mệt chăng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C58B-1F50-1072-5C86-0ECA9A61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743C8B1-EEA9-A940-6180-26D15236E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現實令你感到無奈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7C22618-3B64-9520-E66E-0EB803AB7D9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Thực tại làm bạn thấy bất lực ư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53B24-8DC9-3694-7ADE-52A7AF5AFC5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439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CC9C-3C50-75CE-695B-3A3B180B1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4AE03D0-B645-2D86-825B-0CFAAF9B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只懂每日每夜忙碌裡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A282DE1-EC77-0251-7D24-28F94BAA6EA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Bạn mãi bận rộn xoay vòng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D3C97-8251-169E-2E58-DAEDE344056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349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E852-B7EB-4E41-6534-03382EEEF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4A91DC8-0D3D-1EA6-A701-5D3EA60A1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兜兜轉轉似沒了沒完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7627FFD-36EE-46A8-E68D-F180E87C79C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dường như chẳng có hồi kết thúc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F8D51-1288-9D9E-B111-E96CD49D8E8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38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C072-FD57-40CC-F7AC-43450351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30A198F-4905-CB92-B712-523F65DC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但願讓你知道神是愛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157CE59-6077-3C93-D418-C98DDFA892A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Mong bạn biết rằng Chúa là tình yêu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AFEFE-9A1D-D4CD-3324-E8730C8A077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230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AC39-E06B-89D1-9CD3-3FDC0AAA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0EE78D4-A9B9-0D58-FB2A-0AC772C9F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在路上每一秒同在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0DBDBE2-95DF-9063-8699-B2BA4BC2C0F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vẫn luôn ở bên bạn 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CF68B-6428-BEF5-C307-DA411E8B29A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126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2CA2A-E77D-12EF-93E8-9583F9DFB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3523426-6EAE-F317-0580-5D1CA44E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可否接受這份純真愛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D9B9D80-3C75-FA47-2980-0F028A08F33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Mong bạn tiếp nhận tình yêu thật này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13B44-9CE3-3802-E829-4F3C800A83E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01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B60B-5456-C733-623E-9AC7F039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9C0D710-D174-58A8-DDB5-FE64852C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一生歡欣快樂精彩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0F19E0D-8173-9DD5-83DE-B2965885B07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sống đời hạnh phúc rực rỡ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A3F73-636A-52D9-8C17-333D1CD6326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163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7995-38B2-841E-2285-63C2DC62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36F0E4-D4E1-0373-ED98-5390FCCC1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回家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7DC6601-B567-7D87-6AD1-9E0C6526C1D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Hãy trở về nhà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75FBA-02EB-78E5-447A-8625626CA1EC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82758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3EAF9-76E4-4AD5-6181-FDCC66175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E4FA1FD-7046-4AC4-35F1-51726F14D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將傷痛放下  看透俗世謊話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3CD768F-A25C-276C-F050-87CC498464F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buông bỏ đau thương và những lời dối trá thế gian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259AA-6D3C-D8A9-7E2B-8DD0038C421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012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B438-79BA-061F-AB39-055CFFF5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A00F7F8-FE90-9619-EC64-73E8277B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迷失漆黑中  祂總把你念掛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5C01B3E-2899-671B-FCA7-DCFE16D7EE2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luôn nhớ đến bạn khi bạn lạc lối trong đêm tối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0506C-7DCA-22E2-C48C-8B1BB30908B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9295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3B3F-E1C6-3A74-45F7-A7D29639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B4B6532-D415-2AB7-98C7-65FD7AB4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回家  即使新世代全然皆冰冷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09B8E73-0C7B-CC76-568F-8F5AD1C15A6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Hãy trở về nhà, dù cho thế gian lạnh lẽo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90F30-6AD2-4D01-4C3C-A9520980C40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3163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1B93-7A4C-6A12-A07B-100A724B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0F73DB7-84CF-328A-E6AF-AB3D8A31E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在這屋裡有主的愛  別再怕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115677B-651B-8AA6-5506-579A5252E9E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Trong nhà Cha có tình yêu của Chúa, hãy thôi sợ hãi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7D93B-CB8F-9582-9004-A11C6FF615A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536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8BECB-AB6B-5DE4-475A-9D7F266A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EE82268-0DA3-9D30-06A2-E8AA0D96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在這屋裡有主的愛  不要害怕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A07A49E-642F-48AF-FC30-C032CAB4C40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Trong nhà Cha có tình yêu của Chúa, không cần sợ hãi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938C4-694F-D6D0-4AD7-B6D8EA98B28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705544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5</TotalTime>
  <Words>309</Words>
  <Application>Microsoft Office PowerPoint</Application>
  <PresentationFormat>Widescreen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2025-09-06T16:29:21Z</dcterms:created>
  <dcterms:modified xsi:type="dcterms:W3CDTF">2025-09-06T16:34:33Z</dcterms:modified>
</cp:coreProperties>
</file>