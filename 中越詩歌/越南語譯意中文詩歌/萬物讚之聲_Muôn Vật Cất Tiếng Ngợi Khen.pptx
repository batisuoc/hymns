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47" r:id="rId2"/>
    <p:sldId id="748" r:id="rId3"/>
    <p:sldId id="749" r:id="rId4"/>
    <p:sldId id="750" r:id="rId5"/>
    <p:sldId id="751" r:id="rId6"/>
    <p:sldId id="752" r:id="rId7"/>
    <p:sldId id="753" r:id="rId8"/>
    <p:sldId id="754" r:id="rId9"/>
    <p:sldId id="755" r:id="rId10"/>
    <p:sldId id="756" r:id="rId11"/>
    <p:sldId id="757" r:id="rId12"/>
    <p:sldId id="758" r:id="rId13"/>
    <p:sldId id="759" r:id="rId14"/>
    <p:sldId id="760" r:id="rId15"/>
    <p:sldId id="761" r:id="rId16"/>
    <p:sldId id="762" r:id="rId17"/>
    <p:sldId id="763" r:id="rId18"/>
    <p:sldId id="764" r:id="rId19"/>
    <p:sldId id="765" r:id="rId20"/>
    <p:sldId id="766" r:id="rId21"/>
    <p:sldId id="767" r:id="rId22"/>
    <p:sldId id="768" r:id="rId23"/>
    <p:sldId id="769" r:id="rId24"/>
    <p:sldId id="770" r:id="rId25"/>
    <p:sldId id="771" r:id="rId26"/>
    <p:sldId id="772" r:id="rId27"/>
    <p:sldId id="773" r:id="rId28"/>
    <p:sldId id="774" r:id="rId29"/>
    <p:sldId id="775" r:id="rId30"/>
    <p:sldId id="776" r:id="rId31"/>
    <p:sldId id="777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7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5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3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2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0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7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2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6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0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4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6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萬物讚之聲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Muôn Vật Cất Tiếng Ngợi Khen</a:t>
            </a:r>
            <a:endParaRPr lang="zh-TW" altLang="en-US" sz="54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97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山擊掌  水高唱  眾星也和應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5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Núi vỗ tay, nước hát vang, muôn vì sao hòa chung tiếng hát</a:t>
            </a:r>
            <a:endParaRPr lang="en-US" sz="35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110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風輕吹</a:t>
            </a:r>
            <a:r>
              <a:rPr lang="zh-TW" altLang="en-US" dirty="0"/>
              <a:t>  </a:t>
            </a: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吹起讚之聲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Gió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nhẹ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lay,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dấy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tiếng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khen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630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花擺腰  草偷笑  要興奮做証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5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Hoa nghiêng mình, cỏ cười khẽ, cùng hân hoan làm chứng</a:t>
            </a:r>
            <a:endParaRPr lang="en-US" sz="35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082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頌唱主基督已經得勝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đắc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thắng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887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永活耶穌  尊貴崇高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Giê-xu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sống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quý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7035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謳歌讚美祂至美至榮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khen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tuyệt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mỹ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quang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6752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遍地同慶  普世同聲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Khắp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mừng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đồng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thanh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61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歌聲句句動聽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câu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562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萬物讚之聲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Muôn Vật Cất Tiếng Ngợi Khen</a:t>
            </a:r>
            <a:endParaRPr lang="zh-TW" altLang="en-US" sz="54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3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山擊掌  水高唱  眾星也和應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5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Núi vỗ tay, nước hát vang, muôn vì sao hòa chung tiếng hát</a:t>
            </a:r>
            <a:endParaRPr lang="en-US" sz="35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3576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風輕吹</a:t>
            </a:r>
            <a:r>
              <a:rPr lang="zh-TW" altLang="en-US" dirty="0"/>
              <a:t>  </a:t>
            </a: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吹起讚之聲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Gió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nhẹ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lay,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dấy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tiếng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khen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566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花擺腰  草偷笑  要興奮做証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5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Hoa nghiêng mình, cỏ cười khẽ, cùng hân hoan làm chứng</a:t>
            </a:r>
            <a:endParaRPr lang="en-US" sz="35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64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頌唱主基督已經得勝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đắc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thắng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823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永活耶穌  尊貴崇高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Giê-xu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sống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quý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384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謳歌讚美祂至美至榮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khen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tuyệt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mỹ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quang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4567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遍地同慶  普世同聲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Khắp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mừng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đồng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thanh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9533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歌聲句句動聽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câu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3558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萬物讚之聲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Muôn Vật Cất Tiếng Ngợi Khen</a:t>
            </a:r>
            <a:endParaRPr lang="zh-TW" altLang="en-US" sz="54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34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山擊掌  水高唱  眾星也和應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5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Núi vỗ tay, nước hát vang, muôn vì sao hòa chung tiếng hát</a:t>
            </a:r>
            <a:endParaRPr lang="en-US" sz="35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8722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風輕吹</a:t>
            </a:r>
            <a:r>
              <a:rPr lang="zh-TW" altLang="en-US" dirty="0"/>
              <a:t>  </a:t>
            </a: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吹起讚之聲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Gió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nhẹ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lay,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dấy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tiếng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khen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4610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花擺腰  草偷笑  要興奮做証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5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Hoa nghiêng mình, cỏ cười khẽ, cùng hân hoan làm chứng</a:t>
            </a:r>
            <a:endParaRPr lang="en-US" sz="35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7231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頌唱主基督已經得勝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đắc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thắng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1177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永活耶穌  尊貴崇高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Giê-xu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sống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quý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8687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謳歌讚美祂至美至榮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khen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tuyệt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mỹ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quang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997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遍地同慶  普世同聲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Khắp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mừng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đồng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thanh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3857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歌聲句句動聽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câu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6080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永活耶穌  尊貴崇高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Giê-xu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sống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quý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5838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謳歌讚美祂至美至榮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ngợi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khen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tuyệt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mỹ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quang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7747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遍地同慶  普世同聲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Khắp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mừng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đồng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thanh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6928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歌聲句句動聽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câu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ca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thật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538552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28</TotalTime>
  <Words>654</Words>
  <Application>Microsoft Office PowerPoint</Application>
  <PresentationFormat>Widescreen</PresentationFormat>
  <Paragraphs>90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微軟正黑體</vt:lpstr>
      <vt:lpstr>微軟正黑體</vt:lpstr>
      <vt:lpstr>Arial</vt:lpstr>
      <vt:lpstr>Calibri</vt:lpstr>
      <vt:lpstr>Times New Roman</vt:lpstr>
      <vt:lpstr>Theme1</vt:lpstr>
      <vt:lpstr>萬物讚之聲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萬物讚之聲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萬物讚之聲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萬物讚之聲</dc:title>
  <dc:creator>Uncle Jo</dc:creator>
  <cp:lastModifiedBy>Uncle Jo</cp:lastModifiedBy>
  <cp:revision>26</cp:revision>
  <dcterms:created xsi:type="dcterms:W3CDTF">2026-09-06T15:06:37Z</dcterms:created>
  <dcterms:modified xsi:type="dcterms:W3CDTF">2026-10-15T15:15:01Z</dcterms:modified>
</cp:coreProperties>
</file>