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853" r:id="rId2"/>
    <p:sldId id="854" r:id="rId3"/>
    <p:sldId id="855" r:id="rId4"/>
    <p:sldId id="856" r:id="rId5"/>
    <p:sldId id="857" r:id="rId6"/>
    <p:sldId id="858" r:id="rId7"/>
    <p:sldId id="859" r:id="rId8"/>
    <p:sldId id="860" r:id="rId9"/>
    <p:sldId id="861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敬畏上帝的人有福" id="{DA8518BC-5460-4A56-918A-901AE828BA93}">
          <p14:sldIdLst>
            <p14:sldId id="853"/>
            <p14:sldId id="854"/>
            <p14:sldId id="855"/>
            <p14:sldId id="856"/>
            <p14:sldId id="857"/>
            <p14:sldId id="858"/>
            <p14:sldId id="859"/>
            <p14:sldId id="860"/>
            <p14:sldId id="8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2587-A7B6-4AB2-8F0C-98A29317E7B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2D5D-FCD8-4015-B25B-02ABB48C5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34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2587-A7B6-4AB2-8F0C-98A29317E7B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2D5D-FCD8-4015-B25B-02ABB48C5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665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2587-A7B6-4AB2-8F0C-98A29317E7B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2D5D-FCD8-4015-B25B-02ABB48C5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15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2587-A7B6-4AB2-8F0C-98A29317E7B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2D5D-FCD8-4015-B25B-02ABB48C5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33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2587-A7B6-4AB2-8F0C-98A29317E7B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2D5D-FCD8-4015-B25B-02ABB48C5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21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2587-A7B6-4AB2-8F0C-98A29317E7B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2D5D-FCD8-4015-B25B-02ABB48C5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57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2587-A7B6-4AB2-8F0C-98A29317E7B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2D5D-FCD8-4015-B25B-02ABB48C5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98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2587-A7B6-4AB2-8F0C-98A29317E7B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2D5D-FCD8-4015-B25B-02ABB48C5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230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2587-A7B6-4AB2-8F0C-98A29317E7B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2D5D-FCD8-4015-B25B-02ABB48C5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54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2587-A7B6-4AB2-8F0C-98A29317E7B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2D5D-FCD8-4015-B25B-02ABB48C5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457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2587-A7B6-4AB2-8F0C-98A29317E7B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22D5D-FCD8-4015-B25B-02ABB48C5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965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42587-A7B6-4AB2-8F0C-98A29317E7B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22D5D-FCD8-4015-B25B-02ABB48C5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1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F14B5-BC10-9B7B-AD24-9E229E569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FAED4F4-97C0-30F3-CBC2-C5B0F41EF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敬畏上帝的人有福</a:t>
            </a:r>
          </a:p>
        </p:txBody>
      </p:sp>
      <p:sp>
        <p:nvSpPr>
          <p:cNvPr id="3" name="標題 3">
            <a:extLst>
              <a:ext uri="{FF2B5EF4-FFF2-40B4-BE49-F238E27FC236}">
                <a16:creationId xmlns:a16="http://schemas.microsoft.com/office/drawing/2014/main" id="{BA955C9C-1B92-F808-0E58-F4C55CEEBC8E}"/>
              </a:ext>
            </a:extLst>
          </p:cNvPr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4267" b="1" i="1" dirty="0">
                <a:solidFill>
                  <a:srgbClr val="A3232A"/>
                </a:solidFill>
                <a:ea typeface="微軟正黑體" pitchFamily="34" charset="-120"/>
                <a:cs typeface="Calibri" panose="020F0502020204030204" pitchFamily="34" charset="0"/>
              </a:rPr>
              <a:t>Phước thay cho người kính sợ Đức Chúa Trời</a:t>
            </a:r>
            <a:endParaRPr lang="zh-TW" altLang="en-US" sz="4267" b="1" i="1" dirty="0">
              <a:solidFill>
                <a:srgbClr val="A3232A"/>
              </a:solidFill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71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5DB4-1DAE-4587-AFAA-BD16D5562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1686BD1-69D9-82C3-7C01-70BF43AD3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敬畏上帝的人有福</a:t>
            </a:r>
            <a:endParaRPr lang="en-US" altLang="zh-CN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523067D2-DA73-233F-0E2A-4CB9E8FF98B6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Phước thay cho người kính sợ Đức Chúa Trời</a:t>
            </a:r>
            <a:endParaRPr lang="en-US" sz="4200" b="1" dirty="0">
              <a:solidFill>
                <a:srgbClr val="A3232A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9469A1-6BB8-1A92-AA54-E1CECA54744F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A3232A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76107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D9ECC-3FDC-1388-14DA-AD505AF30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3796A66-6D9F-A0E7-5AAD-4F5BF37EA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因為󠇡這是知識的開端</a:t>
            </a:r>
            <a:endParaRPr lang="en-US" altLang="zh-CN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53E879FE-4C89-0860-095B-6BD9920320DB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 đó là khởi đầu của sự khôn ngoan</a:t>
            </a:r>
            <a:endParaRPr lang="en-US" sz="4200" b="1" dirty="0">
              <a:solidFill>
                <a:srgbClr val="A3232A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BCCE69-7251-D00E-DEDC-1875B5907A91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A3232A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4730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5B914-931F-D2EB-6232-A8C3310A5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7723C99-7BAE-99F1-FDBC-E0ED47D53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敬畏上帝的人有福</a:t>
            </a:r>
            <a:endParaRPr lang="en-US" altLang="zh-CN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B9FAB57B-A41A-3888-50AE-1210F13D4AFC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Phước thay cho người kính sợ Đức Chúa Trời</a:t>
            </a:r>
            <a:endParaRPr lang="en-US" sz="4200" b="1" dirty="0">
              <a:solidFill>
                <a:srgbClr val="A3232A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881A73-2ECE-4587-4235-60C48E34AC0A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A3232A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52357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E8C0F-2E7E-3B8B-11F0-DF819ABA8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3E54233-BC39-71F6-619B-CED49D502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認識上帝便是聰明</a:t>
            </a:r>
            <a:endParaRPr lang="en-US" altLang="zh-CN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12DDCCD2-95B6-ED75-94CF-9F0CC7A730A2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Nhận biết Chúa chính là sự thông sáng</a:t>
            </a:r>
            <a:endParaRPr lang="en-US" sz="4200" b="1" dirty="0">
              <a:solidFill>
                <a:srgbClr val="A3232A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9E84E7-BBBF-B084-7F09-752698D675B0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A3232A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1814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B5F04-414C-D7F7-E860-70E876DB1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13103D5-D74B-BE40-266A-2CDB59CA1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求祢將祢的道指示我</a:t>
            </a:r>
            <a:endParaRPr lang="en-US" altLang="zh-CN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71ACC8C4-A6EC-97A7-A503-1225FB0C3C5A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Xin Chúa cho con biết các đường lối Ngài</a:t>
            </a:r>
            <a:endParaRPr lang="en-US" sz="4200" b="1" dirty="0">
              <a:solidFill>
                <a:srgbClr val="A3232A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0C2F92-081F-8938-D6C4-2C213AE2B4F2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A3232A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87887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A9ADC-9950-BCDF-9077-886B04493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C16041B-7C80-495C-D93A-28C6CC3DA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求祢引導我</a:t>
            </a:r>
            <a:endParaRPr lang="en-US" altLang="zh-CN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AD2D50F8-C4A0-2610-6D59-ED2C2408C4C6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</a:t>
            </a:r>
            <a:r>
              <a:rPr lang="vi-VN" sz="4200" b="1" dirty="0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in hãy dẫn bước con đi</a:t>
            </a:r>
            <a:endParaRPr lang="en-US" sz="4200" b="1" dirty="0">
              <a:solidFill>
                <a:srgbClr val="A3232A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EFC069-4073-027E-2DFC-69056A3DE463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A3232A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9248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F6E05-C1C0-6BE5-AAE6-A13DBF2B3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E5C23C6-AD68-B2B4-EA8B-BE04AA589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我將祢話藏在我心</a:t>
            </a:r>
            <a:endParaRPr lang="en-US" altLang="zh-CN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997FC92A-8BA7-F007-9E55-010678423FE9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4200" b="1" dirty="0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Con giữ lời Chúa trong lòng con</a:t>
            </a:r>
            <a:endParaRPr lang="en-US" sz="4200" b="1" dirty="0">
              <a:solidFill>
                <a:srgbClr val="A3232A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81089F-7006-9021-CC8A-F7141368B874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A3232A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16571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10634-D787-B51F-7D10-C4307512B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CCAA138-DC98-7906-7233-61CDBEE42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A3232A"/>
                </a:solidFill>
                <a:latin typeface="微軟正黑體" pitchFamily="34" charset="-120"/>
                <a:ea typeface="微軟正黑體" pitchFamily="34" charset="-120"/>
              </a:rPr>
              <a:t>免得我得罪祢</a:t>
            </a:r>
            <a:endParaRPr lang="en-US" altLang="zh-CN" sz="6400" b="1" dirty="0">
              <a:solidFill>
                <a:srgbClr val="A3232A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>
            <a:extLst>
              <a:ext uri="{FF2B5EF4-FFF2-40B4-BE49-F238E27FC236}">
                <a16:creationId xmlns:a16="http://schemas.microsoft.com/office/drawing/2014/main" id="{A61ACE11-33E1-A303-F196-696684C6DA4A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4200" b="1" dirty="0">
                <a:solidFill>
                  <a:srgbClr val="A3232A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Để con không phạm tội cùng Ngài</a:t>
            </a:r>
            <a:endParaRPr lang="en-US" sz="4200" b="1" dirty="0">
              <a:solidFill>
                <a:srgbClr val="A3232A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7D4017-CD93-32D1-A5C4-7EF00AE790BF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A323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A3232A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0783493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84ED68F-161E-4EC5-AA47-8343C2AC128D}" vid="{FD3E678D-D6FA-4147-A139-1A6315ADEDC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175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微軟正黑體</vt:lpstr>
      <vt:lpstr>微軟正黑體</vt:lpstr>
      <vt:lpstr>Arial</vt:lpstr>
      <vt:lpstr>Calibri</vt:lpstr>
      <vt:lpstr>Times New Roman</vt:lpstr>
      <vt:lpstr>Theme1</vt:lpstr>
      <vt:lpstr>敬畏上帝的人有福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1</cp:revision>
  <dcterms:created xsi:type="dcterms:W3CDTF">2026-02-23T14:34:37Z</dcterms:created>
  <dcterms:modified xsi:type="dcterms:W3CDTF">2026-02-23T14:35:09Z</dcterms:modified>
</cp:coreProperties>
</file>