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耶穌祢已得勝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Chúa Giê-su Ngài đã đắc thắng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這世上的苦難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Khổ nạn trên thế gian này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F929-4B1B-AD09-5515-1D196742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E3094C6-A42E-4682-1974-91B1CAF88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像海浪不曾停止  拍打海岸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A76FD83-225C-EB53-E734-857BE38F55B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Như sóng biển không ngừng đánh vào bờ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26F45-C2C9-E2E9-6202-11FE30277CE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956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9E42-09AC-DF3F-71DA-1486551E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723E4BE-E39F-FA86-59A6-46BD813B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人們相聚離散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0DC077B-72A2-4696-BCA3-AA65F048BD0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con người đoàn tụ rồi ly tán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CF42B-3DC1-68EB-04D8-09ACCB94A54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6848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1140-CFBB-1968-B165-087D7863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8D044DF-8E27-3DDD-BEE5-1DF0D68B0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有沒有一種約定  永遠不更改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70F756-B708-C8E5-062E-BE725D85BB2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Có hay không một lời hứa mãi không đổi thay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52800E-F7EB-053B-CCA7-9C0B9D13721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95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B734-DC54-81C2-6B2F-CD4B3AD2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40D8105-5293-0B11-6B09-BB88522AF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誰能告訴我生命的答案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F86133-E5E6-CEC7-4478-9B9EF3E2546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Ai có thể cho tôi câu trả lời của cuộc sống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FDE35-AA4F-F0FA-3959-0F5B1EC0BB4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256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507B-4C50-0C02-CB29-5CBC23EB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8D4CFB3-1D95-FFEA-8958-C041AEC9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超越了時空的祝福  永遠的愛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9B7513-11AB-323A-C238-95DBB083ECE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một tình yêu vĩnh cửu và sự chúc phước mãi mãi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338A8-1488-1E55-0759-4715E42EC88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67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021A-4D54-B45C-C28C-5E17BC9B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821824A-134A-A9EC-ACE7-0670A2C2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耶穌祢勝過了世界  勝過了死亡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FA02DE8-BA42-6C5B-E92C-4782769351E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Ngài đã đắc thắng thế gian và sự chết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719DB-3F60-6D89-01AB-2C8EA268E66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647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F01F-29CE-85B4-3766-97D16697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B7193AB-67DE-17C8-F925-F9938537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勝過了黑暗的權勢  坐在父右邊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F7A44B9-52F4-05BF-9152-30C0CEA0F61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đắc thắng thế lực đen tối và ngự bên hữu Chúa Cha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90B57-36C5-1D88-B4C0-14F4066B60F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0466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D818-631C-D78F-55DF-F29780CF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CB320DA-8CA1-E6A9-D683-472C34812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世界的亮光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榮耀的君王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44A75AF-FD9B-DC11-F4A0-25947ADF48E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là Sự sáng thế gian và Vua vinh hiển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11977D-2AA4-61AE-FC1D-21708E2D9C2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9558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B2D0-54D3-610B-E7AC-D8C27E13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B065E48-902F-9CE4-EFEB-7B4601FEA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無罪的羔羊為我走上十字架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CC2EDB0-14AA-9B35-8520-D4CA93AE6D6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chiên con vô tội vì tôi bước lên thập giá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ECAE4-89B8-5ED3-ED08-5D9DA2F8987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17826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9</TotalTime>
  <Words>260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2025-09-06T16:10:36Z</dcterms:created>
  <dcterms:modified xsi:type="dcterms:W3CDTF">2025-09-06T16:20:23Z</dcterms:modified>
</cp:coreProperties>
</file>