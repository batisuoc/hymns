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0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16/09/2026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16/09/2026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16/09/2026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16/09/2026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16/09/2026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16/09/2026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16/09/2026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16/09/2026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16/09/2026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16/09/2026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16/09/2026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16/09/2026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基督等待你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Christ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chờ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đợi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bạn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世界滿有知識與才學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Thế gian đầy tri thức và tài năng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A5EB2-E873-5D54-DC3C-DF7F065DE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101828C-2376-58A6-F0A2-A15AB69B9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人群仍然每天尋路向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5ED38BB-48CC-D213-8006-17727A6785C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con người mỗi ngày vẫn tìm hướng đi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92A3A-E693-ABDD-AB0F-339EE7E5760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110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85E3D-410E-7B39-068D-C2044EEC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49E1727-8BEF-F31C-4AB7-D67233271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可知基督的愛  今天仍然期待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5CC618A-AAE4-874A-9CFD-CC65395D986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Bạn có biết tình yêu của Đấng Christ</a:t>
            </a:r>
            <a:r>
              <a:rPr lang="en-US" sz="3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3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vẫn đang chờ đợi hôm nay </a:t>
            </a:r>
            <a:endParaRPr lang="en-US" sz="3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6DEB63-C5C7-8668-BE56-37C5BC2C606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293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F065C-F549-35CD-6F58-F379A29E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455E74B-1283-22ED-C371-08074D081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誰願意領會祢的愛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C1F4B47-32D3-BE28-A4E9-43B28E2F592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Ai sẽ bằng lòng nhận biết tình yêu Ngài?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26A410-EB24-074A-97C3-2B6E6F8020E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012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6C2D3-DF78-BA69-B55E-7D7504E0B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56F42C6-4EA7-62F3-6473-EDE631D3D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世界佈滿痛苦與無奈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9CBC68D-E675-C82C-CAED-F2153A3BAE3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Thế gian đầy đau khổ và bất lực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510745-2A28-4043-A466-9CFD6BE191E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4983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0F599-76B1-1478-AC07-27010974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AE5CCB9-055C-334E-6513-BC670A727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人潮茫然不知前路往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51066E4-2A38-93F3-2A1A-C213CDA6772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dòng người hoang mang chẳng biết đi về đâu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0F1FA0-8531-A921-7A95-14AE233898F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2326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887D9-169F-F300-65F2-EF202753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B461513-B5B0-66B4-73D6-08057AC5F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可知基督的愛  此際仍然期待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EA831C5-5514-DF40-3FCD-64F5EA8D50E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4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Bạn có biết tình yêu của Đấng Christ vẫn đang chờ đợi lúc này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1B4080-6DF3-1B6D-17B1-A26AE71A51B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9869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FD7BB-A537-696A-E12D-560E44B44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34BE2FE-C74C-8D1E-54AD-38E5D1478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唯願你領會這真愛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BD3E887-9BA7-F46C-B451-5E4A2E5DC62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Mong bạn nhận biết tình yêu chân thật này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C025A1-1F85-0B4D-6929-6E5C00E96A9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4649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577F3-9476-F3A0-5769-C06B00B8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FF4D7CA-5A92-9F97-572E-BC702D938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基督等待你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願你知曉主道理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EB17649-2A9F-2DF1-E5FF-539A9EF34C6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Đấng Christ đang chờ bạn, mong bạn hiểu biết đường lối Ngài</a:t>
            </a:r>
            <a:endParaRPr lang="en-US" sz="3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23EE4-CAE1-A429-6707-1BB596038E11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9232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F39E6-A2C5-7EE8-8B7B-6744E2BA1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CD0B628-0D92-CE16-2496-308CCF3F8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將一生交管理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祂天天伴你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2C3FFAA-BD57-EF44-84B3-5D9D1B5B4AF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400" dirty="0"/>
              <a:t>Trao trọn đời mình cho Chúa tể trị, Chúa luôn ở bên bạn</a:t>
            </a:r>
            <a:endParaRPr lang="en-US" sz="3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C06D4-0DC1-3134-78AB-8313D21CC00C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635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BAB8B-A01B-40E3-F46C-5AE9BD224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DC2061D-E274-E591-4743-8FF6FA7F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踏過崎嶇險路徑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23E333B-D419-10A0-FB71-2DA4994CBB8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vượt qua đường đời gập ghềnh hiểm trở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FE2C1E-AB68-FFCE-1D22-9AE382970FA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964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3A4B4-41E6-E529-3950-D35784D9F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4747B56-0105-9E25-AA8E-A6DE50D40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恩典的光照亮路程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BE0CFC7-461E-086A-4B18-EE384A80885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ánh sáng ân điển soi sáng lối đi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58ACF4-A203-F93E-9E43-4D78F4F25DB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132177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6</TotalTime>
  <Words>303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Microsoft JhengHei</vt:lpstr>
      <vt:lpstr>Microsoft JhengHei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2026-09-16T16:17:48Z</dcterms:created>
  <dcterms:modified xsi:type="dcterms:W3CDTF">2026-09-16T16:24:35Z</dcterms:modified>
</cp:coreProperties>
</file>