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雲上太陽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Mặt trời trên các tầng mây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無論是住在美麗的高山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Dù hoàn cảnh sống của bạn ra sao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FB72-60FF-69C4-B472-C2D359FD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D2ABF44-9F35-19DB-2B00-291880F12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或是躺臥在陰暗的幽谷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BA937A-01DB-D5BA-C4C3-9679DCAC6B4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tươi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 u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tối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0415D-501B-460C-52D0-060C3C272C9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871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EA095-3B34-6FD7-45ED-4BDC94A1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399FB2-322B-8090-34A4-03A3C0C0D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當你抬起頭你將會發現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0268DDD-5C7F-D89C-7406-04774756119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ngẩng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đầu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nhìn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sẽ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nhận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76B11-FB8C-F002-7A8E-C54312A8018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881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111D-A0C9-600A-D6FF-09E3F0F0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D95C504-77A4-C538-8937-59D5E0DC9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主已為你我而預備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EA26D5B-0AE0-63A2-6A45-DC36C9AF0D6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sắm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sẵn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cho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95687-9D19-7F48-5E04-B4CDE5E4750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042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92EE-7F57-0781-29B9-E8462E33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EC7A02E-0EDA-043E-741F-57E1B98E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雲上太陽  它總不改變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E0805C0-A692-BAF9-453A-1D8D33D16CD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Mặt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các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tầng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mây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vẫn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s-E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đổi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AEC2C-A6B8-EB44-836A-E345B13B3D8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214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2243-1E60-64F0-F373-2AFA0117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739044C-E223-3C37-33D5-2935EB160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雖然小雨灑在臉上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25210E9-40BA-AB9E-3A7F-0981345A9A2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dù có mưa rơi trên mặt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9B255-E4D4-7484-CE1C-04A735463D7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336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FAD2-1294-2E5A-8255-B9F166C0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C8FEC94-4ADF-24FB-5297-57C7F95F1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雲上太陽  它總不改變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8E4D9B8-2F4A-C190-93E5-A5AAB78475C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Mặt trời trên mây, chẳng hề thay đổi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AF6B7-F32B-DB04-5156-C999F47D875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369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DA0A-8926-D062-0E11-62B382B7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9A0475-4859-D989-A164-B1EF60178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啊啊～它不改變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CFB1E34-FC42-5621-835D-14FD57D81C1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 Chúa chẳng hề đổi thay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05570-FEF4-7376-FA39-EC95876299E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71138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73</TotalTime>
  <Words>176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2025-09-06T14:56:31Z</dcterms:created>
  <dcterms:modified xsi:type="dcterms:W3CDTF">2025-09-06T16:10:28Z</dcterms:modified>
</cp:coreProperties>
</file>