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36" r:id="rId2"/>
    <p:sldId id="937" r:id="rId3"/>
    <p:sldId id="938" r:id="rId4"/>
    <p:sldId id="939" r:id="rId5"/>
    <p:sldId id="940" r:id="rId6"/>
    <p:sldId id="941" r:id="rId7"/>
    <p:sldId id="942" r:id="rId8"/>
    <p:sldId id="943" r:id="rId9"/>
    <p:sldId id="944" r:id="rId10"/>
    <p:sldId id="945" r:id="rId11"/>
    <p:sldId id="946" r:id="rId12"/>
    <p:sldId id="947" r:id="rId13"/>
    <p:sldId id="94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新年心祝福" id="{9CD14884-F415-4D1A-9D0E-389C623467BA}">
          <p14:sldIdLst>
            <p14:sldId id="936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945"/>
            <p14:sldId id="946"/>
            <p14:sldId id="947"/>
            <p14:sldId id="94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4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8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8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2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3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5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2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5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7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F064B-7A73-4E54-BB5B-BF1F6BDC8CD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F5CA2-818F-4556-A918-FAED85AAB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4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3E49-5065-AE55-8DD2-21E70548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990F1B7-C1DB-035B-536B-0E25F768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 vert="horz" lIns="121920" tIns="60960" rIns="121920" bIns="60960" rtlCol="0" anchor="ctr">
            <a:noAutofit/>
          </a:bodyPr>
          <a:lstStyle/>
          <a:p>
            <a:r>
              <a:rPr lang="zh-CN" altLang="en-US" sz="7200" b="1" i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新年心祝福</a:t>
            </a:r>
            <a:endParaRPr lang="zh-TW" altLang="en-US" sz="7200" b="1" i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>
            <a:extLst>
              <a:ext uri="{FF2B5EF4-FFF2-40B4-BE49-F238E27FC236}">
                <a16:creationId xmlns:a16="http://schemas.microsoft.com/office/drawing/2014/main" id="{BAA2051F-20F9-47E2-849A-78A0871F5BAC}"/>
              </a:ext>
            </a:extLst>
          </p:cNvPr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algn="ctr" defTabSz="1219170">
              <a:spcBef>
                <a:spcPct val="0"/>
              </a:spcBef>
              <a:buNone/>
              <a:defRPr sz="3200" b="1" i="1">
                <a:solidFill>
                  <a:srgbClr val="A3232A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</a:lstStyle>
          <a:p>
            <a:r>
              <a:rPr lang="vi-VN" sz="4800" dirty="0"/>
              <a:t>Lời chúc năm mới từ đáy lòng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1961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53BD-B303-5386-861A-D938FD63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949246A-0D25-D700-3009-93CA9D265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感謝天父讓我們今相聚</a:t>
            </a:r>
            <a:endParaRPr lang="en-US" altLang="zh-TW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CF3A3AE0-F7C4-4441-C1FB-CE0D2F7852A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Tạ ơn Chúa Cha cho chúng ta sum vầy hôm nay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57342-78CD-3AB7-1E95-3536BC1FFEC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51003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0AF6-1A2C-5FAD-4ECD-92A8320D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2B7B3B-BBE3-DD6C-EA0C-9B3130AE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感謝耶穌讓我們新年潔淨自己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936F0277-E05B-C1D5-AD86-3D0A60869D9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Tạ ơn Chúa Giê-su thanh tẩy chúng 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99BF1-D5DC-6DE0-8769-E3F6D225104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45495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008A-5469-14D5-0CF8-2B17B2CB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DA47DEF-EDE5-E9BA-40CC-D575D2FC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感謝聖靈在心中引導我和你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6AFCBEE4-23B6-2A10-368B-34EF0AEE8449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Tạ ơn Chúa Thánh Linh ở cùng dẫn dắt bạn và tôi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BD1E1-F8D7-E719-EF16-476F56F9478F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80550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7FBE-1B32-1E7D-C012-63D7CF62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6AC8E0-78F6-6199-D5EE-DBBFE9BDA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在主裡把最好的祝福送給你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8F69D55-D9D0-BBA7-EFAC-310F1F98303B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Xin trao bạn lời chúc phước trong Chúa yêu thương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88EDB-E9CA-7E66-CDCB-69B6B193FE9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正歌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059149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27A0-CCF3-DBD8-7E0B-4184CDD9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4A60D84-76FB-A17C-A27F-DF68AFDFB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新的一年你會更加有力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61639A30-F3E9-CF46-7CC2-CC5525937EDD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Năm mới này chúc bạn thêm sức mới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375AF-6A86-3FE7-D5E9-722D5E763DE0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61726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51CE-15D5-6BC1-9097-BAF035EC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0EA0C66-5398-8419-4F5D-42D49FD9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新的一年你會更加有勇氣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69751293-C31B-9340-EB87-223CF25CA14D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Năm mới này chúc bạn thêm can đảm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479D2-B543-EACD-D7A2-CBEBBA526B2F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811115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E14E-F9BB-86B8-3D77-93472B11E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E110288-68AF-2FE8-9074-57B896AFB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新的一年神要成就你禱告的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8E9B82B3-AE19-F125-E8A7-99D5662C7F7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Năm mới này mong Chúa nhậm lời bạn cầu xin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458A3-723F-F28A-3B85-FB149C30EAE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66882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EF68-36C1-28C5-B751-BBE1A7B4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325AF8-E04C-11D6-7073-B1211A1A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新的一年天天喜樂滿溢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5915E779-2A4E-7F05-DB75-0CF90E32A6F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Năm mới này mỗi ngày đong đầy niềm vui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8E546-40B0-6B4B-B07B-DF4BE7E55ECE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303780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06FF1-A36A-1A85-4787-D5B840B3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BC31CED-66D7-898A-7F4F-743049DF3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新的一年你會更加有力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6637BCA8-7FC3-3444-0044-5C72D716B7FB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Năm mới này chúc bạn thêm sức mới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C67D7-B0F6-688D-1FC5-768203C072B9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47840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5AECF-0E44-AF1E-B9A5-61E16C03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1686B81-4003-2AC8-1B90-098C09FFC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新的一年你會更加有勇氣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80F5BDD9-988B-5896-681F-7960E71C587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Năm mới này chúc bạn thêm can đảm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4F5FF-7BA3-BB30-AA76-635D43584BC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975896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4913-F350-2D64-2183-C3859DB4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9899F81-6DBB-C2EF-5829-FD171A6C6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新的一年你要縱橫走遍這地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F104B1C5-25B0-A46C-1B30-027A333D328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Năm mới này bạn sẽ đi khắp nơi trên thế giới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E151B-5F06-333E-63DA-92FD489D08C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648555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E2A70-F7AF-34A5-62CA-83B1E457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97563B4-4DFC-27A5-B3F3-6231E9391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有信心的你一定看到奇跡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14039368-D309-4065-E783-A62244788F4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3150" b="1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sz="3733" dirty="0"/>
              <a:t>Khi có đức tin, bạn sẽ được thấy phép màu nơi Chúa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B2DAA-37F1-7BB7-56D3-30741BACB874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 b="1">
                <a:solidFill>
                  <a:srgbClr val="A3232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sz="3200" dirty="0"/>
              <a:t>( </a:t>
            </a:r>
            <a:r>
              <a:rPr lang="zh-CN" altLang="en-US" sz="3200" dirty="0"/>
              <a:t>副歌</a:t>
            </a:r>
            <a:r>
              <a:rPr lang="en-US" sz="3200" dirty="0"/>
              <a:t> )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8486110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310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Theme1</vt:lpstr>
      <vt:lpstr>新年心祝福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2026-02-23T15:06:24Z</dcterms:created>
  <dcterms:modified xsi:type="dcterms:W3CDTF">2026-02-23T15:07:14Z</dcterms:modified>
</cp:coreProperties>
</file>