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0" r:id="rId5"/>
    <p:sldId id="751" r:id="rId6"/>
    <p:sldId id="752" r:id="rId7"/>
    <p:sldId id="753" r:id="rId8"/>
    <p:sldId id="754" r:id="rId9"/>
    <p:sldId id="755" r:id="rId10"/>
    <p:sldId id="756" r:id="rId11"/>
    <p:sldId id="757" r:id="rId12"/>
    <p:sldId id="758" r:id="rId13"/>
    <p:sldId id="759" r:id="rId14"/>
    <p:sldId id="781" r:id="rId15"/>
    <p:sldId id="760" r:id="rId16"/>
    <p:sldId id="761" r:id="rId17"/>
    <p:sldId id="762" r:id="rId18"/>
    <p:sldId id="763" r:id="rId19"/>
    <p:sldId id="764" r:id="rId20"/>
    <p:sldId id="765" r:id="rId21"/>
    <p:sldId id="766" r:id="rId22"/>
    <p:sldId id="767" r:id="rId23"/>
    <p:sldId id="769" r:id="rId24"/>
    <p:sldId id="770" r:id="rId25"/>
    <p:sldId id="771" r:id="rId26"/>
    <p:sldId id="772" r:id="rId27"/>
    <p:sldId id="773" r:id="rId28"/>
    <p:sldId id="774" r:id="rId29"/>
    <p:sldId id="775" r:id="rId30"/>
    <p:sldId id="776" r:id="rId31"/>
    <p:sldId id="777" r:id="rId32"/>
    <p:sldId id="778" r:id="rId33"/>
    <p:sldId id="779" r:id="rId34"/>
    <p:sldId id="780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5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7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6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1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0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加利利的微微風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Làn gió nhẹ bên biển Ga-li-lê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穿越過千年的加利利海邊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Trải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qua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năm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bên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bờ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biển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Ga-li-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晚風曾吹佛過主耶穌的臉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Gió chiều xưa từng khẽ lướt qua gương mặt Chúa Giê-xu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199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如今這微風又吹進我心田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Nay làn gió nhẹ lại thổi vào lòng con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178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撫平了世間那喧囂和疲倦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Xoa dịu những ồn ào, mỏi mệt của cuộc đời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652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生命的汪洋裡難免有狂浪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5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Biển đời mênh mông, không tránh khỏi những cơn sóng dữ</a:t>
            </a:r>
            <a:endParaRPr lang="en-US" sz="365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015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孤舟在黑夜中也曾會迷航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thuyền đơn độc giữa đêm đen cũng có lúc lạc hướng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56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主只要一句話風浪就退讓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 một lời Chúa phán, sóng gió liền yên lặng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053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你是我靈魂那永遠的船長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 là Thuyền Trưởng đời đời của linh hồn con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867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加利利的微風帶來主同在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5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Làn gió Ga-li-lê khiến con cảm nhận sự hiện diện của Chúa</a:t>
            </a:r>
            <a:endParaRPr lang="en-US" sz="365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703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驅散了黑夜裡所有的陰霾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Xua tan mọi u ám trong đêm tối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5937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你大能的話語跨越過時代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 quyền năng của Ngài vượt qua mọi thời đại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403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將我的全人全心深深覆蓋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 phủ trọn vẹn con người và trái tim con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53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加利利的微微風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Làn gió nhẹ bên biển Ga-li-lê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7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星光正灑滿在提比哩亞海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Ánh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đang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phủ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mặt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biển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Ti-bê-ri-át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1044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就如同你恩典從未曾更改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 ân điển Chúa chẳng hề đổi thay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6349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81280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我閉上雙眼享受這份慈愛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nhắm mắt lại, tận hưởng tình yêu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793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81280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所有的憂愁都交託在門外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Mọi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nỗi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lo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âu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phó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thác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s-E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s-E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8452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加利利的微風帶來主同在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5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Làn gió Ga-li-lê khiến con cảm nhận sự hiện diện của Chúa</a:t>
            </a:r>
            <a:endParaRPr lang="en-US" sz="365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078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驅散了黑夜裡所有的陰霾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Xua tan mọi u ám trong đêm tối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887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你大能的話語跨越過時代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 quyền năng của Ngài vượt qua mọi thời đại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1534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將我的全人全心深深覆蓋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 phủ trọn vẹn con người và trái tim con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8918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是你在水面上行走的神蹟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 phép lạ Ngài bước đi trên mặt biển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4112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讓我能安息在風暴的中心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 con an nghỉ ngay giữa tâm bão 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265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聽見你微笑的聲音在心底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nghe tiếng Ngài dịu dàng mỉm cười trong lòng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5182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賜給我明天去面對的勇氣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lòng can đảm để đối diện ngày mai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8251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加利利的微風帶來主同在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5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Làn gió Ga-li-lê khiến con cảm nhận sự hiện diện của Chúa</a:t>
            </a:r>
            <a:endParaRPr lang="en-US" sz="365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4315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驅散了黑夜裡所有的陰霾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Xua tan mọi u ám trong đêm tối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1602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你大能的話語跨越過時代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 quyền năng của Ngài vượt qua mọi thời đại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4447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將我的全人全心深深覆蓋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 phủ trọn vẹn con người và trái tim con</a:t>
            </a:r>
            <a:endParaRPr lang="en-US" sz="373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9955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潮起又潮落 你恩典不改變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Thủy triều lên rồi xuống, ân hiển Ngài vẫn không đổi thay</a:t>
            </a:r>
            <a:endParaRPr lang="en-US" sz="370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1772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微風中我沉睡在你的面前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Giữa làn gió nhẹ, con ngủ yên trước mặt Ngài</a:t>
            </a:r>
            <a:endParaRPr lang="en-US" sz="370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410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阿門阿門  安息在這一瞬間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A-men, a-men, con an nghỉ trong khoảnh khắc này</a:t>
            </a:r>
            <a:endParaRPr lang="en-US" sz="370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altLang="zh-CN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4834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願主保守直到那榮光顯現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00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Chúa gìn giữ con đến ngày vinh quang hiển hiện</a:t>
            </a:r>
            <a:endParaRPr lang="en-US" sz="3700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427747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4F259EA-1F46-4904-A044-B4BE1B2AA23A}" vid="{C39155D4-7B25-424A-824E-B65097B00C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常喜團契 《加利利的微微風》</Template>
  <TotalTime>88</TotalTime>
  <Words>837</Words>
  <Application>Microsoft Office PowerPoint</Application>
  <PresentationFormat>Widescreen</PresentationFormat>
  <Paragraphs>100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Microsoft JhengHei</vt:lpstr>
      <vt:lpstr>Microsoft JhengHei</vt:lpstr>
      <vt:lpstr>Arial</vt:lpstr>
      <vt:lpstr>Calibri</vt:lpstr>
      <vt:lpstr>Times New Roman</vt:lpstr>
      <vt:lpstr>Theme1</vt:lpstr>
      <vt:lpstr>加利利的微微風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加利利的微微風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加利利的微微風</dc:title>
  <dc:creator>ASUS</dc:creator>
  <cp:lastModifiedBy>Uncle Jo</cp:lastModifiedBy>
  <cp:revision>31</cp:revision>
  <dcterms:created xsi:type="dcterms:W3CDTF">2026-10-13T07:42:56Z</dcterms:created>
  <dcterms:modified xsi:type="dcterms:W3CDTF">2026-10-15T15:08:43Z</dcterms:modified>
</cp:coreProperties>
</file>