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47" r:id="rId2"/>
    <p:sldId id="748" r:id="rId3"/>
    <p:sldId id="749" r:id="rId4"/>
    <p:sldId id="750" r:id="rId5"/>
    <p:sldId id="751" r:id="rId6"/>
    <p:sldId id="752" r:id="rId7"/>
    <p:sldId id="753" r:id="rId8"/>
    <p:sldId id="754" r:id="rId9"/>
    <p:sldId id="755" r:id="rId10"/>
    <p:sldId id="756" r:id="rId11"/>
    <p:sldId id="757" r:id="rId12"/>
    <p:sldId id="758" r:id="rId13"/>
    <p:sldId id="759" r:id="rId14"/>
    <p:sldId id="760" r:id="rId15"/>
    <p:sldId id="761" r:id="rId16"/>
    <p:sldId id="763" r:id="rId17"/>
    <p:sldId id="764" r:id="rId18"/>
    <p:sldId id="765" r:id="rId19"/>
    <p:sldId id="766" r:id="rId20"/>
    <p:sldId id="767" r:id="rId21"/>
    <p:sldId id="768" r:id="rId22"/>
    <p:sldId id="769" r:id="rId23"/>
    <p:sldId id="770" r:id="rId24"/>
    <p:sldId id="771" r:id="rId25"/>
    <p:sldId id="772" r:id="rId26"/>
    <p:sldId id="773" r:id="rId27"/>
    <p:sldId id="774" r:id="rId28"/>
    <p:sldId id="775" r:id="rId29"/>
    <p:sldId id="776" r:id="rId30"/>
    <p:sldId id="777" r:id="rId31"/>
    <p:sldId id="778" r:id="rId32"/>
    <p:sldId id="779" r:id="rId33"/>
    <p:sldId id="780" r:id="rId34"/>
    <p:sldId id="781" r:id="rId35"/>
    <p:sldId id="782" r:id="rId36"/>
    <p:sldId id="783" r:id="rId37"/>
    <p:sldId id="762" r:id="rId3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4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0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5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7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7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6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1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3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0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3ADE7-B451-8C40-F5E4-0DBB006EC4F7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永恆的答問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Những câu hỏi về sự vĩnh cửu</a:t>
            </a:r>
            <a:endParaRPr lang="zh-TW" altLang="en-US" sz="5400" b="1" i="1" dirty="0">
              <a:solidFill>
                <a:srgbClr val="241C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97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在世上有多少歡笑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bao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nhiêu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niềm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110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能使你快樂永久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thể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khiến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bạn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hạnh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phúc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4920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試問誰能支配將來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Thử hỏi ai có thể làm chủ tương lai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9832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永遠不必擔憂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 suốt đời chẳng phải lo âu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04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名和利哪天才足夠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Đến bao giờ danh vọng và lợi lộc mới là đủ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9439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能使你滿足永久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 khiến bạn thỏa lòng mãi mãi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589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試問就算擁有一切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Thử hỏi dù có được mọi thứ trên đời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213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誰能守住眼前的所有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Ai có thể giữ mãi tất cả những gì đang có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0545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人世間變幻  無窮變幻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Cuộc đời đổi thay với muôn vàn thay đổi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4811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今朝有多少光彩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Hào quang hôm nay rực rỡ bao nhiêu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4206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在明日轉眼消逝離開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 mai thoáng chốc đã tan biến, lìa xa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1943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不朽的生命永遠存在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Sự sống đời đời còn mãi đời đời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0607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在耶穌基督裡面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Ở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Giê-xu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9590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在跟隨祂的人心間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 lòng những người bước theo Ngài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9027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3ADE7-B451-8C40-F5E4-0DBB006EC4F7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永恆的答問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Những câu hỏi về sự vĩnh cửu</a:t>
            </a:r>
            <a:endParaRPr lang="zh-TW" altLang="en-US" sz="5400" b="1" i="1" dirty="0">
              <a:solidFill>
                <a:srgbClr val="241C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08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在世上有多少歡笑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bao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nhiêu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niềm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099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能使你快樂永久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thể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khiến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bạn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hạnh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phúc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8409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試問誰能支配將來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Thử hỏi ai có thể làm chủ tương lai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0995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永遠不必擔憂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 suốt đời chẳng phải lo âu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2734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名和利哪天才足夠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Đến bao giờ danh vọng và lợi lộc mới là đủ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6366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能使你滿足永久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 khiến bạn thỏa lòng mãi mãi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9809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試問就算擁有一切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Thử hỏi dù có được mọi thứ trên đời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5003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誰能守住眼前的所有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Ai có thể giữ mãi tất cả những gì đang có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6086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人世間變幻  無窮變幻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Cuộc đời đổi thay với muôn vàn thay đổi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9494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今朝有多少光彩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Hào quang hôm nay rực rỡ bao nhiêu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9308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在明日轉眼消逝離開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 mai thoáng chốc đã tan biến, lìa xa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9592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不朽的生命永遠存在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Sự sống đời đời còn mãi đời đời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4751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在耶穌基督裡面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Ở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Giê-xu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6079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在跟隨祂的人心間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 lòng những người bước theo Ngài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0416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人世間變幻  無窮變幻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Cuộc đời đổi thay với muôn vàn thay đổi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7017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今朝有多少光彩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Hào quang hôm nay rực rỡ bao nhiêu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48571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在明日轉眼消逝離開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 mai thoáng chốc đã tan biến, lìa xa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153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不朽的生命永遠存在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Sự sống đời đời còn mãi đời đời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47021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在耶穌基督裡面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Ở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Giê-xu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4701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在跟隨祂的人心間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 lòng những người bước theo Ngài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28174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耶穌基督祂是永恆的主宰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Giê-xu Chirst là Đấng chủ tể đời đời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068783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4F259EA-1F46-4904-A044-B4BE1B2AA23A}" vid="{C39155D4-7B25-424A-824E-B65097B00C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重陽福音雙語歌詞PPT</Template>
  <TotalTime>15</TotalTime>
  <Words>732</Words>
  <Application>Microsoft Office PowerPoint</Application>
  <PresentationFormat>Widescreen</PresentationFormat>
  <Paragraphs>109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Microsoft JhengHei</vt:lpstr>
      <vt:lpstr>Microsoft JhengHei</vt:lpstr>
      <vt:lpstr>Arial</vt:lpstr>
      <vt:lpstr>Calibri</vt:lpstr>
      <vt:lpstr>Times New Roman</vt:lpstr>
      <vt:lpstr>Theme1</vt:lpstr>
      <vt:lpstr>永恆的答問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永恆的答問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永恆的答問</dc:title>
  <dc:creator>ASUS</dc:creator>
  <cp:lastModifiedBy>Uncle Jo</cp:lastModifiedBy>
  <cp:revision>15</cp:revision>
  <dcterms:created xsi:type="dcterms:W3CDTF">2026-10-13T09:13:30Z</dcterms:created>
  <dcterms:modified xsi:type="dcterms:W3CDTF">2026-10-15T15:07:56Z</dcterms:modified>
</cp:coreProperties>
</file>