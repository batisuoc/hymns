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從馬槽開始" id="{BF56D15E-C636-4E07-B0A0-4F20F0DFEE8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43" d="100"/>
          <a:sy n="43" d="100"/>
        </p:scale>
        <p:origin x="7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從馬槽開始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Từ nơi máng cỏ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在寒冷深夜裡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Từ nơi máng cỏ, trong đêm đông lạnh giá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0E43-DF53-0075-DD60-11C74988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2ECCCF8-4762-4166-6423-97160257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抬頭仰望那晨星  緊隨不停行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B348C21-D932-FDF0-294A-2C366CDC9D4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Ngước nhìn sao mai rực sáng, bước theo không ngơi nghỉ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CCB15-A7C5-6072-E485-98BC3EAA952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355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9863-B988-DDF4-FB68-99564A56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BFE2F8-3892-B282-4F0D-C307414F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祂引領世人  走出黑暗迷途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FC3A0CA-151C-BF0E-3499-2625403C942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Chúa dẫn dắt nhân loại, ra khỏi bóng tối lầm lạc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0AD8E-20B0-4B98-50F0-FE1C5E5D80F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318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CBFA-87AA-EA82-3DCC-7F74C7F6A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B1169FE-BDD8-2212-959A-1E1462D59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走向十架路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5B80CA3-F2A2-6723-C9F1-26407A66708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Từ nơi máng cỏ đến thập giá hy sinh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832BF-B2E9-3D9D-8192-C3548C1AFCD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32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429A-43A1-4803-7DB1-E5754BB0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A627E57-4A46-CB6E-B03D-C4579FDD2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躺臥著聖嬰孩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78A7C65-5B26-BACB-0C15-A823A26ED7C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Từ máng cỏ nơi Hài Nhi Thánh yên nằm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67595-592E-BF0C-F213-35DCBE27AA5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785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7A12-A5E4-D159-1CF5-119DBD6D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42FA95-0F7E-E481-0192-E9BA2256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天父賜下的禮物  傾流無盡愛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5F93DD6-993B-C2F1-B9E6-A8E065D5416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Là món quà Cha ban, tuôn đổ tình yêu thương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A7DFF-346F-BA2C-990A-B2F333F118F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811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5726-598B-8E60-F461-330A3490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BB639F3-474A-DE20-C373-7582CCC75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為救贖我們  祂甘願捨命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32DDFAB-4FEA-AC58-E414-C93057363FE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Vì cứu chuộc chúng ta, Ngài sẵn sàng chết thế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EB471-40A4-D35D-BA4B-DDB036A6022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463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D41F-28B6-3A25-97A3-C2187E30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A754CCC-2D2F-BC2C-FE1E-4B19607B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走向十架路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B5AD173-A301-493A-A89D-E10994ED588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Từ nơi máng cỏ đến thập giá hy sinh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A6780-CDB5-73C1-3706-F1AB6550618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969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3882-B477-2796-EC9A-23C808E4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7D38D59-7C1B-F622-D2A1-5B5CAEB5D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若這世上一切的金銀財寶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C6B223A-75D2-9D6F-C657-A2B82B6931D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/>
              <a:t>Dẫu</a:t>
            </a:r>
            <a:r>
              <a:rPr lang="zh-CN" altLang="en-US" dirty="0"/>
              <a:t> </a:t>
            </a:r>
            <a:r>
              <a:rPr lang="vi-VN" dirty="0"/>
              <a:t>mọi vàng bạc châu báu thế gian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E89F1-BFA4-6E98-C96E-A0E7BDA91F3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30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DFAE2-B41C-2747-5239-3A1C50CD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76683A6-0A6D-1764-0166-2D7120B21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盡握在手掌之中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031772D-42F7-41D3-3A06-AF19A1A1C55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872BF-A73D-6FE6-8026-1C926934FE8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25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C4AA-95D0-0053-182B-D9D08D8D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0648184-CA59-79C8-0D45-6886B621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一天又一天仍覺無方向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1796A07-21D7-4BB2-90F6-FCB378B0F5B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005C4-BEA4-9926-813E-CD1994CF44A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14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B7BB-B5B6-07F1-2735-738B323A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4B427D3-752E-86E3-989E-ECD5F6D4F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才發現全盡是虛空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71D9F12-1D9E-4D5C-D500-87308934B97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vi-VN"/>
            </a:defPPr>
            <a:lvl1pPr indent="0" algn="ctr" defTabSz="1219170">
              <a:spcBef>
                <a:spcPct val="20000"/>
              </a:spcBef>
              <a:buFont typeface="Arial" pitchFamily="34" charset="0"/>
              <a:buNone/>
              <a:defRPr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defRPr>
            </a:lvl1pPr>
            <a:lvl2pPr marL="990575" indent="-380990" defTabSz="1219170">
              <a:spcBef>
                <a:spcPct val="20000"/>
              </a:spcBef>
              <a:buFont typeface="Arial" pitchFamily="34" charset="0"/>
              <a:buChar char="–"/>
              <a:defRPr sz="3733"/>
            </a:lvl2pPr>
            <a:lvl3pPr marL="1523962" indent="-304792" defTabSz="1219170">
              <a:spcBef>
                <a:spcPct val="20000"/>
              </a:spcBef>
              <a:buFont typeface="Arial" pitchFamily="34" charset="0"/>
              <a:buChar char="•"/>
              <a:defRPr sz="3200"/>
            </a:lvl3pPr>
            <a:lvl4pPr marL="2133547" indent="-304792" defTabSz="1219170">
              <a:spcBef>
                <a:spcPct val="20000"/>
              </a:spcBef>
              <a:buFont typeface="Arial" pitchFamily="34" charset="0"/>
              <a:buChar char="–"/>
              <a:defRPr sz="2667"/>
            </a:lvl4pPr>
            <a:lvl5pPr marL="2743131" indent="-304792" defTabSz="1219170">
              <a:spcBef>
                <a:spcPct val="20000"/>
              </a:spcBef>
              <a:buFont typeface="Arial" pitchFamily="34" charset="0"/>
              <a:buChar char="»"/>
              <a:defRPr sz="2667"/>
            </a:lvl5pPr>
            <a:lvl6pPr marL="335271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6pPr>
            <a:lvl7pPr marL="3962301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7pPr>
            <a:lvl8pPr marL="4571886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8pPr>
            <a:lvl9pPr marL="5181470" indent="-304792" defTabSz="1219170">
              <a:spcBef>
                <a:spcPct val="20000"/>
              </a:spcBef>
              <a:buFont typeface="Arial" pitchFamily="34" charset="0"/>
              <a:buChar char="•"/>
              <a:defRPr sz="2667"/>
            </a:lvl9pPr>
          </a:lstStyle>
          <a:p>
            <a:r>
              <a:rPr lang="vi-VN" dirty="0">
                <a:cs typeface="Times New Roman" panose="02020603050405020304" pitchFamily="18" charset="0"/>
              </a:rPr>
              <a:t>mới biết tất cả chỉ là hư không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06FAC-8F6B-13BB-EFE1-F6287366948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642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EB58-0FAB-E8DA-5BFF-4BD42E17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651E956-E354-4F1B-2367-A92AD82C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神的愛已顯明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3AC8689-88B3-90D9-C349-B832615C7D3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Từ nơi máng cỏ, tình yêu của Chúa được bày tỏ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11BAF-9B7E-6000-9DEB-A807BC09CB7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592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5908A-C23A-0AD0-E149-ADA2FD6D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7055E93-2742-7037-21FB-E855BEC0A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耶穌捨尊貴榮位  白白為我死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1B01A8B-141F-0B61-405A-F4B54FFB7A0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Giê-xu từ bỏ ngai vinh hiển, chết vì tôi nhưng không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44301-458F-DD20-BF85-F23D8C8934F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1921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27DA-EC8C-961B-F733-E83965D7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CDCD2A8-BE34-9A95-FAEF-BD01D7DA4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何等的大愛，我願謙遜降服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30880C6-AAC1-483B-FCC4-5102CBC6070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Tình yêu quá lớn lao, con nguyện cúi lòng thuận phục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44868-B2BB-6DBD-F975-1FE7D3705D2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3131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A2B7-AF26-E0C1-5382-9FC295F3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D668E9-97B3-246F-3A8B-2A2AF53C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從馬槽開始  走向十架路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F86681F-3902-613B-76BD-D53670D8A01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Từ nơi máng cỏ đến thập giá hy sinh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8476D-1244-C329-0774-D7C7204180B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37079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15</TotalTime>
  <Words>409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微軟正黑體</vt:lpstr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5</cp:revision>
  <dcterms:created xsi:type="dcterms:W3CDTF">2025-12-21T16:35:35Z</dcterms:created>
  <dcterms:modified xsi:type="dcterms:W3CDTF">2025-12-21T16:51:22Z</dcterms:modified>
</cp:coreProperties>
</file>