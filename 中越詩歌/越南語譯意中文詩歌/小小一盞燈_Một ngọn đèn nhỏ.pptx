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小小一盞燈" id="{D07AE275-9564-4742-A0DF-325B95D505A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84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小小一盞燈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Một ngọn đèn nhỏ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小小一盞燈  點在伯利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ngọn đèn nhỏ, thắp nơi Bết-lê-hem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689F-F62B-0815-91E4-D1635D0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86213CE-252A-9540-B773-A09A19C4D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小小主耶穌  馬槽裡降生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888D430-EAEF-5110-B3D8-5BE4C117832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nho nhỏ, sinh nơi máng cỏ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66629-B884-111B-B0ED-5341996B377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8FD9-24FA-2953-076F-F76ED12F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8A6D7AF-3A2D-63F9-DC3E-0BF0CE79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大大的世界裡  多少眼淚和傷痕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16E9F6A-AB47-F776-229A-2AF061868F3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 giới mênh mông, đẫm lệ và gai chông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B68CE-ECF5-F75E-A3C5-ADEDD51AC64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762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E087-5455-3913-38B5-DEBD39F1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21F67EC-9D18-88A0-2AC3-A9D522F8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小小的一盞燈  照亮世上人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2A407-B0AB-5496-0D55-997C0EB5555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ngọn đèn nhỏ, thắp sáng toàn nhân loại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661AC-2DA1-A94B-FC9B-DB0EBA5BFA4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947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CB79-E8E2-DFFA-0ECF-9397ACEB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2D9691B-06E9-AC59-1620-C86DB9AE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小小一盞燈  點在人心上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0DCFE9-1FF9-6A7B-6F7B-6A7E1C6E475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ngọn đèn nhỏ, thắp sáng lòng 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50B1C-E2DA-5EA6-AE13-2341D9A366D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759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A3BA-C7D1-E1E8-5204-C2805DFD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75968BB-B54B-EFCE-DEE5-44EA51D2D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小小主耶穌  天父的心腸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788896-80A4-B090-D0EC-E247644EC3C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nho nhỏ, nỗi niềm Cha từ ái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0AD7B-BD33-9817-6DF1-B9FFC9E32B6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701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67BF-109E-B0E6-DEED-4EBE9E7C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E9A2E5E-5EEC-1B25-FF8E-A834F1B12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我們所有重擔一起背在祂肩膀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AE0512F-382A-8003-3854-2F1DCCC9AA7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Gánh nặng hết thảy chúng ta đều đặt trên vai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CC622-1FAB-93C1-95C3-A825C939094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435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8434-DD5D-BE35-7CC3-EB69768D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2C07937-6149-5437-26E1-23FEC33BD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小小主耶穌  我生命的光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C27BF53-B86E-F429-6CA9-D7C589AF13F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nho nhỏ, là ánh sáng đời sống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7C3EF-3692-F92C-C880-18D48C8A3F0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511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EAA5-BC9F-5342-89EE-661F9D58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C3E7D56-AFEF-1CE5-0FC5-00D7C5697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照亮  照亮  祢帶來真光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C42FF1F-A6A7-7BF8-C9B4-7FC179DA7D9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Chiếu sáng, chiếu sáng, Ngài mang đến ánh sáng thật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FFF40-9C49-07F9-EBED-1010D9DF84D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6576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3394-BECB-27B2-C347-1FC520AA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87738E6-1F42-17DE-375B-F4E3ABD3E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照亮  照亮  重新的希望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F4E28A9-E8B2-795C-DAC2-884B577093D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Chiếu sáng, chiếu sáng, hi vọng được sang trang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DC15CE-90AF-8AB8-7A2C-F91D91E3FE5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9556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BA6D-9036-A13C-801A-3EAF83DB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C5CF291-CAD3-6F58-3E2A-35C8AD35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小小一盞燈  點在伯利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515468-FBF4-A880-0FBF-E73CAAE453D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ngọn đèn nhỏ, thắp nơi Bết-lê-hem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C996D-C17D-D952-37DC-36CF5957252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079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92D0E-7B0E-8AB7-3740-6753C4F0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5A0D278-B7D4-A3C8-79F2-E433AE7E8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小小主耶穌  偉大的犧牲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3B8127A-BF00-9985-0BC8-2FAC5C3E9E7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nho nhỏ, sự hy sinh vĩ đ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ại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A60B5-3698-8273-C64E-492AABB7ADD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16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77AA-9F40-38FD-D31B-EF808901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A4D4E26-8366-1F97-5B62-57D796A91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大大的世界裡多少眼淚和傷痕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FE79A68-173C-E992-CF8A-8012C798AA6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Thế giới mênh mông, đẫm lệ và gai chông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2EE87-FBB1-B366-240A-972C0FB1846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693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072E-BD07-0CA3-16CF-3469E36B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9C94119-30C9-A916-4202-B8207228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小小的一盞燈  照亮世上人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E7DE3D2-6A0C-3971-65E0-8037308D19A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ngọn đèn nhỏ, thắp sáng toàn nhân loại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FA51D-5D0B-2FCA-1991-89594021985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397750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7</TotalTime>
  <Words>366</Words>
  <Application>Microsoft Office PowerPoint</Application>
  <PresentationFormat>Widescreen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微軟正黑體</vt:lpstr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2025-12-21T16:22:33Z</dcterms:created>
  <dcterms:modified xsi:type="dcterms:W3CDTF">2025-12-21T16:30:08Z</dcterms:modified>
</cp:coreProperties>
</file>