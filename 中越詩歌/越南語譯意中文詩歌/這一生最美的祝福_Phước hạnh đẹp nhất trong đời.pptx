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57" d="100"/>
          <a:sy n="57" d="100"/>
        </p:scale>
        <p:origin x="72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這一生最美的祝福</a:t>
            </a: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075871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Phước hạnh đẹp nhất trong đời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在無數的黑夜裡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Giữa muôn đêm tối tăm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65183-609D-54A7-2CEA-6EF12A471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34BC926-AA4C-1EC8-B284-019B8BF2B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我用星星畫出祢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7DF4FF8-4907-0C2A-8872-F262E5FA1796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Chúa như ánh sao của đời con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1AC2D2-365C-D17C-43EE-D5D5F958B04A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43704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51D89-7C90-9238-20C8-3AF4F9E07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CC822CD-C5A3-1F8F-A4E8-D0C98CB1C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 fontScale="92500"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祢的恩典如晨星讓我真實的見到祢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41A1B7C-11A1-6D7C-824E-B8B5F348DFCB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Ân điển Ngài như sao mai, con đã cảm nhận cách chân thực</a:t>
            </a:r>
            <a:endParaRPr lang="en-US" sz="36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BFD519-78BF-DB70-0C44-DE92A1D71ECE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3421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A2D18-2197-E49E-F8E4-1395ED898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53BC436-35C8-7D24-3918-17311123C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在我的歌聲裡  我用音符讚美祢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F2F5D85-EF7E-1F65-1BC6-612F9097B426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Qua giọng hát con, con dùng giai điệu ca ngợi Ngài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441CE6-4E80-E42B-E453-F3920CECA2DB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44217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A84BA-F6E4-38B3-7C59-E8F1475C8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CC98CF7-128F-A339-50D0-E086318FC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祢的美好是我今生頌揚的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5A608F1-E8F5-A78B-07D9-B0E20E206AB8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Sự tốt lành của Ngài, là điều con ca ngợi suốt đời này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E28E70-1B5A-8A3A-9EC3-FCFE0966C69A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00573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FC86A-BDF7-2A06-E017-5D6B6DA21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C0AD7EEB-A19E-C5E9-04F4-F8E74B367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這一生最美的祝福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ECD13CA7-5AA7-AC1E-FA81-8059904938F8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Phước hạnh đẹp nhất đời con 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1FC18A-3881-396F-2338-9A2BF6F81930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1066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463A7-4B1F-754E-CDC6-682D22A7F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BCC2B55-EA11-A80B-2FE8-A910A83AA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就是能認識主耶穌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9EA15D1-9696-EBDE-065B-56B8F671C15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chính là được biết Chúa Giê-su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E0F2B3-4B87-6599-EA1A-2EDB9C7ADF7B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44773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45CF7-4667-6EBC-62B9-7DE968C81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1368EAA-05AA-D453-FFC0-85CC79BDA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這一生最美的祝福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85FF562-E3AC-EF28-0576-091312A15343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Phước hạnh đẹp nhất đời con 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74FBC2-6972-15FA-F1BE-F7EC44E05388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36432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6242D-33D8-D3FB-36CC-F8AC40BBD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BF3C44F-92C5-EB5A-8336-9EDD4346F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就是能信靠主耶穌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6DA30607-7882-C85F-9DBA-5D77990FBF6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chính là tin cậy nơi Chúa Giê-su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50E696-23D8-6A71-BE04-E03CD9B0BC02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64012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27AC7-BFF5-697E-FBF6-BEF64C822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BC21776-CD02-6B21-0E39-985EF0B08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走在高山深谷 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祂會伴我同行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F862862-F729-E2BA-3310-D54F1B4DB64A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Trong mọi hoàn cảnh Ngài đồng hành với con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413B45-81E5-4716-5AF6-509A105D3113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72084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9A2CB-AEE3-DD94-F4AC-CC35E90A2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87AE8AD-1777-1A51-D908-B7997DDA0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我知道  這是最美的祝福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E3E66807-F2A7-B023-7E97-369A48C7E063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Con biết đó chính là phước hạnh đẹp nhất đời con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2EAEF6-518F-3F34-6F34-D9ADE8157E5D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6050449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越詩歌_yellow_bg" id="{C9965BAA-2F10-4D09-9620-ED7C0C8E77FA}" vid="{A553C7E5-33FB-40C4-85BF-538BB0AEC0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中越詩歌_yellow_bg</Template>
  <TotalTime>23</TotalTime>
  <Words>262</Words>
  <Application>Microsoft Office PowerPoint</Application>
  <PresentationFormat>Widescreen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微軟正黑體</vt:lpstr>
      <vt:lpstr>微軟正黑體</vt:lpstr>
      <vt:lpstr>Arial</vt:lpstr>
      <vt:lpstr>Calibri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2</cp:revision>
  <dcterms:created xsi:type="dcterms:W3CDTF">2025-09-06T16:20:36Z</dcterms:created>
  <dcterms:modified xsi:type="dcterms:W3CDTF">2025-09-06T16:44:24Z</dcterms:modified>
</cp:coreProperties>
</file>