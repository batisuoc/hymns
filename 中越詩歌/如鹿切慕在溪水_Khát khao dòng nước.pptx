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1" r:id="rId1"/>
  </p:sld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8" r:id="rId10"/>
  </p:sldIdLst>
  <p:sldSz cx="10080625" cy="567055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86">
          <p15:clr>
            <a:srgbClr val="A4A3A4"/>
          </p15:clr>
        </p15:guide>
        <p15:guide id="2" pos="3175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5" d="100"/>
          <a:sy n="85" d="100"/>
        </p:scale>
        <p:origin x="864" y="78"/>
      </p:cViewPr>
      <p:guideLst>
        <p:guide orient="horz" pos="1786"/>
        <p:guide pos="317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756047" y="1761546"/>
            <a:ext cx="8568531" cy="121549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12094" y="3213311"/>
            <a:ext cx="7056438" cy="144914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0A39492-DB94-4116-AA78-76AA7028C41C}" type="slidenum">
              <a:rPr lang="en-US" sz="1400" b="0" strike="noStrike" spc="-1" smtClean="0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0A39492-DB94-4116-AA78-76AA7028C41C}" type="slidenum">
              <a:rPr lang="en-US" sz="1400" b="0" strike="noStrike" spc="-1" smtClean="0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96300" y="3643854"/>
            <a:ext cx="8568531" cy="112623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96300" y="2403422"/>
            <a:ext cx="8568531" cy="1240432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0A39492-DB94-4116-AA78-76AA7028C41C}" type="slidenum">
              <a:rPr lang="en-US" sz="1400" b="0" strike="noStrike" spc="-1" smtClean="0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04031" y="1323129"/>
            <a:ext cx="4452276" cy="374230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5124318" y="1323129"/>
            <a:ext cx="4452276" cy="374230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0A39492-DB94-4116-AA78-76AA7028C41C}" type="slidenum">
              <a:rPr lang="en-US" sz="1400" b="0" strike="noStrike" spc="-1" smtClean="0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504031" y="1269311"/>
            <a:ext cx="4454027" cy="52898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504031" y="1798299"/>
            <a:ext cx="4454027" cy="326713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5120818" y="1269311"/>
            <a:ext cx="4455776" cy="52898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5120818" y="1798299"/>
            <a:ext cx="4455776" cy="326713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0A39492-DB94-4116-AA78-76AA7028C41C}" type="slidenum">
              <a:rPr lang="en-US" sz="1400" b="0" strike="noStrike" spc="-1" smtClean="0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0A39492-DB94-4116-AA78-76AA7028C41C}" type="slidenum">
              <a:rPr lang="en-US" sz="1400" b="0" strike="noStrike" spc="-1" smtClean="0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0A39492-DB94-4116-AA78-76AA7028C41C}" type="slidenum">
              <a:rPr lang="en-US" sz="1400" b="0" strike="noStrike" spc="-1" smtClean="0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04032" y="225772"/>
            <a:ext cx="3316456" cy="96084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941245" y="225772"/>
            <a:ext cx="5635349" cy="483965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504032" y="1186616"/>
            <a:ext cx="3316456" cy="387881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0A39492-DB94-4116-AA78-76AA7028C41C}" type="slidenum">
              <a:rPr lang="en-US" sz="1400" b="0" strike="noStrike" spc="-1" smtClean="0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975873" y="3969385"/>
            <a:ext cx="6048375" cy="46860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975873" y="506674"/>
            <a:ext cx="6048375" cy="340233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975873" y="4437993"/>
            <a:ext cx="6048375" cy="66550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0A39492-DB94-4116-AA78-76AA7028C41C}" type="slidenum">
              <a:rPr lang="en-US" sz="1400" b="0" strike="noStrike" spc="-1" smtClean="0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0A39492-DB94-4116-AA78-76AA7028C41C}" type="slidenum">
              <a:rPr lang="en-US" sz="1400" b="0" strike="noStrike" spc="-1" smtClean="0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7308453" y="227085"/>
            <a:ext cx="2268141" cy="4838344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504031" y="227085"/>
            <a:ext cx="6636411" cy="4838344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0A39492-DB94-4116-AA78-76AA7028C41C}" type="slidenum">
              <a:rPr lang="en-US" sz="1400" b="0" strike="noStrike" spc="-1" smtClean="0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504031" y="227085"/>
            <a:ext cx="9072563" cy="9450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504031" y="1323129"/>
            <a:ext cx="9072563" cy="3742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504031" y="5255760"/>
            <a:ext cx="2352146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444214" y="5255760"/>
            <a:ext cx="3192198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7224448" y="5255760"/>
            <a:ext cx="2352146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/>
            <a:fld id="{F0A39492-DB94-4116-AA78-76AA7028C41C}" type="slidenum">
              <a:rPr lang="en-US" sz="1400" b="0" strike="noStrike" spc="-1" smtClean="0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3"/>
          <p:cNvSpPr txBox="1">
            <a:spLocks/>
          </p:cNvSpPr>
          <p:nvPr/>
        </p:nvSpPr>
        <p:spPr>
          <a:xfrm>
            <a:off x="-1694" y="1767900"/>
            <a:ext cx="10080625" cy="945059"/>
          </a:xfrm>
          <a:prstGeom prst="rect">
            <a:avLst/>
          </a:prstGeom>
        </p:spPr>
        <p:txBody>
          <a:bodyPr vert="horz" lIns="75605" tIns="37802" rIns="75605" bIns="37802" rtlCol="0" anchor="ctr">
            <a:noAutofit/>
          </a:bodyPr>
          <a:lstStyle>
            <a:lvl1pPr algn="ctr" defTabSz="1219170" rtl="0" eaLnBrk="1" latinLnBrk="0" hangingPunct="1"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5953" b="1" i="1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如鹿切慕溪水</a:t>
            </a:r>
            <a:endParaRPr lang="zh-TW" altLang="en-US" sz="5953" b="1" i="1" dirty="0">
              <a:solidFill>
                <a:srgbClr val="00006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標題 3"/>
          <p:cNvSpPr txBox="1">
            <a:spLocks/>
          </p:cNvSpPr>
          <p:nvPr/>
        </p:nvSpPr>
        <p:spPr>
          <a:xfrm>
            <a:off x="-1" y="2543300"/>
            <a:ext cx="10080625" cy="945059"/>
          </a:xfrm>
          <a:prstGeom prst="rect">
            <a:avLst/>
          </a:prstGeom>
        </p:spPr>
        <p:txBody>
          <a:bodyPr vert="horz" lIns="75605" tIns="37802" rIns="75605" bIns="37802" rtlCol="0" anchor="ctr">
            <a:noAutofit/>
          </a:bodyPr>
          <a:lstStyle>
            <a:lvl1pPr algn="ctr" defTabSz="1219170" rtl="0" eaLnBrk="1" latinLnBrk="0" hangingPunct="1"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vi-VN" sz="4465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微軟正黑體" pitchFamily="34" charset="-120"/>
                <a:cs typeface="Calibri" panose="020F0502020204030204" pitchFamily="34" charset="0"/>
              </a:rPr>
              <a:t>KHÁT KHAO DÒNG NƯỚC</a:t>
            </a:r>
            <a:endParaRPr lang="zh-TW" altLang="en-US" sz="4465" b="1" i="1" dirty="0">
              <a:solidFill>
                <a:srgbClr val="6600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098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-1" y="1767434"/>
            <a:ext cx="10080625" cy="1089939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5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神啊  我的心切慕祢</a:t>
            </a:r>
            <a:endParaRPr lang="en-US" altLang="zh-TW" sz="5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-1" y="2552543"/>
            <a:ext cx="10080625" cy="1089939"/>
          </a:xfrm>
          <a:prstGeom prst="rect">
            <a:avLst/>
          </a:prstGeom>
        </p:spPr>
        <p:txBody>
          <a:bodyPr vert="horz" lIns="75605" tIns="37802" rIns="75605" bIns="37802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307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Nhìn nai kia khát khao dòng nước mát</a:t>
            </a:r>
            <a:endParaRPr lang="en-US" sz="3307" b="1" dirty="0">
              <a:solidFill>
                <a:srgbClr val="660033"/>
              </a:solidFill>
              <a:latin typeface="+mj-lt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1" y="4343568"/>
            <a:ext cx="10080625" cy="448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315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97194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966FD-B33E-5569-30CB-09EAB4DDE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>
            <a:extLst>
              <a:ext uri="{FF2B5EF4-FFF2-40B4-BE49-F238E27FC236}">
                <a16:creationId xmlns:a16="http://schemas.microsoft.com/office/drawing/2014/main" id="{BBC022AF-831A-2979-BA9C-A32BD84866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767434"/>
            <a:ext cx="10080625" cy="1089939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5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如鹿切慕溪水</a:t>
            </a:r>
          </a:p>
        </p:txBody>
      </p:sp>
      <p:sp>
        <p:nvSpPr>
          <p:cNvPr id="7" name="內容版面配置區 4">
            <a:extLst>
              <a:ext uri="{FF2B5EF4-FFF2-40B4-BE49-F238E27FC236}">
                <a16:creationId xmlns:a16="http://schemas.microsoft.com/office/drawing/2014/main" id="{7CD6F76F-7168-505F-CF43-D1531C3F3C43}"/>
              </a:ext>
            </a:extLst>
          </p:cNvPr>
          <p:cNvSpPr txBox="1">
            <a:spLocks/>
          </p:cNvSpPr>
          <p:nvPr/>
        </p:nvSpPr>
        <p:spPr>
          <a:xfrm>
            <a:off x="-1" y="2552543"/>
            <a:ext cx="10080625" cy="1089939"/>
          </a:xfrm>
          <a:prstGeom prst="rect">
            <a:avLst/>
          </a:prstGeom>
        </p:spPr>
        <p:txBody>
          <a:bodyPr vert="horz" lIns="75605" tIns="37802" rIns="75605" bIns="37802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307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Như con thèm khát chính Chúa Cha toàn năng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E45F9B-7780-4B20-9884-8AF0B0E0EAAF}"/>
              </a:ext>
            </a:extLst>
          </p:cNvPr>
          <p:cNvSpPr txBox="1"/>
          <p:nvPr/>
        </p:nvSpPr>
        <p:spPr>
          <a:xfrm>
            <a:off x="-1" y="4343568"/>
            <a:ext cx="10080625" cy="448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315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58895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55FB9-4CCE-6ACA-E012-92EC5FCF9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>
            <a:extLst>
              <a:ext uri="{FF2B5EF4-FFF2-40B4-BE49-F238E27FC236}">
                <a16:creationId xmlns:a16="http://schemas.microsoft.com/office/drawing/2014/main" id="{99B56849-3CA4-D9DA-A931-ACE6CE154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767434"/>
            <a:ext cx="10080625" cy="1089939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5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惟有祢是我心</a:t>
            </a:r>
          </a:p>
        </p:txBody>
      </p:sp>
      <p:sp>
        <p:nvSpPr>
          <p:cNvPr id="7" name="內容版面配置區 4">
            <a:extLst>
              <a:ext uri="{FF2B5EF4-FFF2-40B4-BE49-F238E27FC236}">
                <a16:creationId xmlns:a16="http://schemas.microsoft.com/office/drawing/2014/main" id="{9EE01375-919D-395F-A528-09F09B60BDF5}"/>
              </a:ext>
            </a:extLst>
          </p:cNvPr>
          <p:cNvSpPr txBox="1">
            <a:spLocks/>
          </p:cNvSpPr>
          <p:nvPr/>
        </p:nvSpPr>
        <p:spPr>
          <a:xfrm>
            <a:off x="-1" y="2552543"/>
            <a:ext cx="10080625" cy="1089939"/>
          </a:xfrm>
          <a:prstGeom prst="rect">
            <a:avLst/>
          </a:prstGeom>
        </p:spPr>
        <p:txBody>
          <a:bodyPr vert="horz" lIns="75605" tIns="37802" rIns="75605" bIns="37802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307" b="1" dirty="0" err="1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Lòng</a:t>
            </a:r>
            <a:r>
              <a:rPr lang="en-US" sz="3307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con </a:t>
            </a:r>
            <a:r>
              <a:rPr lang="en-US" sz="3307" b="1" dirty="0" err="1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đây</a:t>
            </a:r>
            <a:r>
              <a:rPr lang="en-US" sz="3307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</a:t>
            </a:r>
            <a:r>
              <a:rPr lang="en-US" sz="3307" b="1" dirty="0" err="1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chỉ</a:t>
            </a:r>
            <a:r>
              <a:rPr lang="en-US" sz="3307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</a:t>
            </a:r>
            <a:r>
              <a:rPr lang="en-US" sz="3307" b="1" dirty="0" err="1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mong</a:t>
            </a:r>
            <a:r>
              <a:rPr lang="en-US" sz="3307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</a:t>
            </a:r>
            <a:r>
              <a:rPr lang="en-US" sz="3307" b="1" dirty="0" err="1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chờ</a:t>
            </a:r>
            <a:endParaRPr lang="en-US" sz="3307" b="1" dirty="0">
              <a:solidFill>
                <a:srgbClr val="660033"/>
              </a:solidFill>
              <a:latin typeface="Times New Roman" panose="02020603050405020304" pitchFamily="18" charset="0"/>
              <a:ea typeface="微軟正黑體" pitchFamily="34" charset="-12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B29412-3D74-B8DC-8FBE-52E07C4FFCA8}"/>
              </a:ext>
            </a:extLst>
          </p:cNvPr>
          <p:cNvSpPr txBox="1"/>
          <p:nvPr/>
        </p:nvSpPr>
        <p:spPr>
          <a:xfrm>
            <a:off x="-1" y="4343568"/>
            <a:ext cx="10080625" cy="448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315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86241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DDFA8-4CD2-E21A-8F7A-B0840FED3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>
            <a:extLst>
              <a:ext uri="{FF2B5EF4-FFF2-40B4-BE49-F238E27FC236}">
                <a16:creationId xmlns:a16="http://schemas.microsoft.com/office/drawing/2014/main" id="{33CCCA57-E3DF-36F5-0199-558B50D180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767434"/>
            <a:ext cx="10080625" cy="1089939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5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所愛</a:t>
            </a:r>
            <a:r>
              <a:rPr lang="en-US" altLang="zh-TW" sz="5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5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我渴慕來敬拜祢</a:t>
            </a:r>
            <a:endParaRPr lang="en-US" sz="5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>
            <a:extLst>
              <a:ext uri="{FF2B5EF4-FFF2-40B4-BE49-F238E27FC236}">
                <a16:creationId xmlns:a16="http://schemas.microsoft.com/office/drawing/2014/main" id="{D24B8036-DC63-3D55-7C25-C750335DC820}"/>
              </a:ext>
            </a:extLst>
          </p:cNvPr>
          <p:cNvSpPr txBox="1">
            <a:spLocks/>
          </p:cNvSpPr>
          <p:nvPr/>
        </p:nvSpPr>
        <p:spPr>
          <a:xfrm>
            <a:off x="-1" y="2552543"/>
            <a:ext cx="10080625" cy="1089939"/>
          </a:xfrm>
          <a:prstGeom prst="rect">
            <a:avLst/>
          </a:prstGeom>
        </p:spPr>
        <p:txBody>
          <a:bodyPr vert="horz" lIns="75605" tIns="37802" rIns="75605" bIns="37802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307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Được đến bên Cha và thờ kính Cha đời đời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F3ED03-373B-BFFE-E2DA-54C63FC1D306}"/>
              </a:ext>
            </a:extLst>
          </p:cNvPr>
          <p:cNvSpPr txBox="1"/>
          <p:nvPr/>
        </p:nvSpPr>
        <p:spPr>
          <a:xfrm>
            <a:off x="-1" y="4343568"/>
            <a:ext cx="10080625" cy="448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315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08395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40D13-D41C-3DDA-9ABA-77B14D6DC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>
            <a:extLst>
              <a:ext uri="{FF2B5EF4-FFF2-40B4-BE49-F238E27FC236}">
                <a16:creationId xmlns:a16="http://schemas.microsoft.com/office/drawing/2014/main" id="{4C13C22D-AB0E-3855-6806-C745A894D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767434"/>
            <a:ext cx="10080625" cy="1089939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5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祢是我的力量盾牌</a:t>
            </a:r>
          </a:p>
        </p:txBody>
      </p:sp>
      <p:sp>
        <p:nvSpPr>
          <p:cNvPr id="7" name="內容版面配置區 4">
            <a:extLst>
              <a:ext uri="{FF2B5EF4-FFF2-40B4-BE49-F238E27FC236}">
                <a16:creationId xmlns:a16="http://schemas.microsoft.com/office/drawing/2014/main" id="{A563E251-BA0F-20D4-151D-CB4A96B05A4E}"/>
              </a:ext>
            </a:extLst>
          </p:cNvPr>
          <p:cNvSpPr txBox="1">
            <a:spLocks/>
          </p:cNvSpPr>
          <p:nvPr/>
        </p:nvSpPr>
        <p:spPr>
          <a:xfrm>
            <a:off x="-1" y="2552543"/>
            <a:ext cx="10080625" cy="1089939"/>
          </a:xfrm>
          <a:prstGeom prst="rect">
            <a:avLst/>
          </a:prstGeom>
        </p:spPr>
        <p:txBody>
          <a:bodyPr vert="horz" lIns="75605" tIns="37802" rIns="75605" bIns="37802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307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Tâm linh con chỉ mong nương nơi Ngài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4B16BC-846C-C350-6A62-950864DF8719}"/>
              </a:ext>
            </a:extLst>
          </p:cNvPr>
          <p:cNvSpPr txBox="1"/>
          <p:nvPr/>
        </p:nvSpPr>
        <p:spPr>
          <a:xfrm>
            <a:off x="-1" y="4343568"/>
            <a:ext cx="10080625" cy="448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315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44676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9D8EA-4238-4658-AEC7-086F11F8E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>
            <a:extLst>
              <a:ext uri="{FF2B5EF4-FFF2-40B4-BE49-F238E27FC236}">
                <a16:creationId xmlns:a16="http://schemas.microsoft.com/office/drawing/2014/main" id="{E4370AB5-DD7E-C06A-A4E8-DFD0BB089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767434"/>
            <a:ext cx="10080625" cy="1089939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5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我靈單單降服於祢</a:t>
            </a:r>
          </a:p>
        </p:txBody>
      </p:sp>
      <p:sp>
        <p:nvSpPr>
          <p:cNvPr id="7" name="內容版面配置區 4">
            <a:extLst>
              <a:ext uri="{FF2B5EF4-FFF2-40B4-BE49-F238E27FC236}">
                <a16:creationId xmlns:a16="http://schemas.microsoft.com/office/drawing/2014/main" id="{C30FCB52-141B-2C72-E52A-35428D3D2A85}"/>
              </a:ext>
            </a:extLst>
          </p:cNvPr>
          <p:cNvSpPr txBox="1">
            <a:spLocks/>
          </p:cNvSpPr>
          <p:nvPr/>
        </p:nvSpPr>
        <p:spPr>
          <a:xfrm>
            <a:off x="-1" y="2552543"/>
            <a:ext cx="10080625" cy="1089939"/>
          </a:xfrm>
          <a:prstGeom prst="rect">
            <a:avLst/>
          </a:prstGeom>
        </p:spPr>
        <p:txBody>
          <a:bodyPr vert="horz" lIns="75605" tIns="37802" rIns="75605" bIns="37802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307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Vì chính sức Chúa dẫn đưa con mỗi ngày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08F8FE-A0F5-DB9A-68E3-5D0E625CE8F5}"/>
              </a:ext>
            </a:extLst>
          </p:cNvPr>
          <p:cNvSpPr txBox="1"/>
          <p:nvPr/>
        </p:nvSpPr>
        <p:spPr>
          <a:xfrm>
            <a:off x="-1" y="4343568"/>
            <a:ext cx="10080625" cy="448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315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98240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55F65-A97D-52E5-BE3F-67F81C64D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>
            <a:extLst>
              <a:ext uri="{FF2B5EF4-FFF2-40B4-BE49-F238E27FC236}">
                <a16:creationId xmlns:a16="http://schemas.microsoft.com/office/drawing/2014/main" id="{1480A6E0-398A-FB7F-5A6F-3B5149004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767434"/>
            <a:ext cx="10080625" cy="1089939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5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惟有祢是我心</a:t>
            </a:r>
          </a:p>
        </p:txBody>
      </p:sp>
      <p:sp>
        <p:nvSpPr>
          <p:cNvPr id="7" name="內容版面配置區 4">
            <a:extLst>
              <a:ext uri="{FF2B5EF4-FFF2-40B4-BE49-F238E27FC236}">
                <a16:creationId xmlns:a16="http://schemas.microsoft.com/office/drawing/2014/main" id="{4AE77F5A-C474-2C15-40F9-04A4EA68D7A1}"/>
              </a:ext>
            </a:extLst>
          </p:cNvPr>
          <p:cNvSpPr txBox="1">
            <a:spLocks/>
          </p:cNvSpPr>
          <p:nvPr/>
        </p:nvSpPr>
        <p:spPr>
          <a:xfrm>
            <a:off x="-1" y="2552543"/>
            <a:ext cx="10080625" cy="1089939"/>
          </a:xfrm>
          <a:prstGeom prst="rect">
            <a:avLst/>
          </a:prstGeom>
        </p:spPr>
        <p:txBody>
          <a:bodyPr vert="horz" lIns="75605" tIns="37802" rIns="75605" bIns="37802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307" b="1" dirty="0" err="1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Lòng</a:t>
            </a:r>
            <a:r>
              <a:rPr lang="en-US" sz="3307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con </a:t>
            </a:r>
            <a:r>
              <a:rPr lang="en-US" sz="3307" b="1" dirty="0" err="1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đây</a:t>
            </a:r>
            <a:r>
              <a:rPr lang="en-US" sz="3307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</a:t>
            </a:r>
            <a:r>
              <a:rPr lang="en-US" sz="3307" b="1" dirty="0" err="1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chỉ</a:t>
            </a:r>
            <a:r>
              <a:rPr lang="en-US" sz="3307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</a:t>
            </a:r>
            <a:r>
              <a:rPr lang="en-US" sz="3307" b="1" dirty="0" err="1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mong</a:t>
            </a:r>
            <a:r>
              <a:rPr lang="en-US" sz="3307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</a:t>
            </a:r>
            <a:r>
              <a:rPr lang="en-US" sz="3307" b="1" dirty="0" err="1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chờ</a:t>
            </a:r>
            <a:endParaRPr lang="en-US" sz="3307" b="1" dirty="0">
              <a:solidFill>
                <a:srgbClr val="660033"/>
              </a:solidFill>
              <a:latin typeface="Times New Roman" panose="02020603050405020304" pitchFamily="18" charset="0"/>
              <a:ea typeface="微軟正黑體" pitchFamily="34" charset="-12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A4BD8C-51CD-EB55-D076-52B48DBC378D}"/>
              </a:ext>
            </a:extLst>
          </p:cNvPr>
          <p:cNvSpPr txBox="1"/>
          <p:nvPr/>
        </p:nvSpPr>
        <p:spPr>
          <a:xfrm>
            <a:off x="-1" y="4343568"/>
            <a:ext cx="10080625" cy="448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315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9417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4F7A5-1078-CF8B-19CF-B707E0EF3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>
            <a:extLst>
              <a:ext uri="{FF2B5EF4-FFF2-40B4-BE49-F238E27FC236}">
                <a16:creationId xmlns:a16="http://schemas.microsoft.com/office/drawing/2014/main" id="{C0C4B3B1-EE34-1F9B-4647-579211678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767434"/>
            <a:ext cx="10080625" cy="1089939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5400" b="1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所愛  我</a:t>
            </a:r>
            <a:r>
              <a:rPr lang="zh-TW" altLang="en-US" sz="5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渴慕來敬拜祢</a:t>
            </a:r>
          </a:p>
        </p:txBody>
      </p:sp>
      <p:sp>
        <p:nvSpPr>
          <p:cNvPr id="7" name="內容版面配置區 4">
            <a:extLst>
              <a:ext uri="{FF2B5EF4-FFF2-40B4-BE49-F238E27FC236}">
                <a16:creationId xmlns:a16="http://schemas.microsoft.com/office/drawing/2014/main" id="{E328026E-7DCC-51E5-1D90-B8BA4392C93F}"/>
              </a:ext>
            </a:extLst>
          </p:cNvPr>
          <p:cNvSpPr txBox="1">
            <a:spLocks/>
          </p:cNvSpPr>
          <p:nvPr/>
        </p:nvSpPr>
        <p:spPr>
          <a:xfrm>
            <a:off x="-1" y="2552543"/>
            <a:ext cx="10080625" cy="1089939"/>
          </a:xfrm>
          <a:prstGeom prst="rect">
            <a:avLst/>
          </a:prstGeom>
        </p:spPr>
        <p:txBody>
          <a:bodyPr vert="horz" lIns="75605" tIns="37802" rIns="75605" bIns="37802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307" b="1" dirty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Được đến bên Cha và thờ kính Cha đời đời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97232C-0C7A-1875-A49C-13357872D812}"/>
              </a:ext>
            </a:extLst>
          </p:cNvPr>
          <p:cNvSpPr txBox="1"/>
          <p:nvPr/>
        </p:nvSpPr>
        <p:spPr>
          <a:xfrm>
            <a:off x="-1" y="4343568"/>
            <a:ext cx="10080625" cy="448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315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315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52116427"/>
      </p:ext>
    </p:extLst>
  </p:cSld>
  <p:clrMapOvr>
    <a:masterClrMapping/>
  </p:clrMapOvr>
</p:sld>
</file>

<file path=ppt/theme/theme1.xml><?xml version="1.0" encoding="utf-8"?>
<a:theme xmlns:a="http://schemas.openxmlformats.org/drawingml/2006/main" name="Church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Church Theme</Template>
  <TotalTime>34</TotalTime>
  <Words>168</Words>
  <Application>Microsoft Office PowerPoint</Application>
  <PresentationFormat>Custom</PresentationFormat>
  <Paragraphs>26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Microsoft JhengHei</vt:lpstr>
      <vt:lpstr>Microsoft JhengHei</vt:lpstr>
      <vt:lpstr>Arial</vt:lpstr>
      <vt:lpstr>Calibri</vt:lpstr>
      <vt:lpstr>Times New Roman</vt:lpstr>
      <vt:lpstr>Church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Uncle Jo</cp:lastModifiedBy>
  <cp:revision>11</cp:revision>
  <dcterms:created xsi:type="dcterms:W3CDTF">2019-09-13T13:23:24Z</dcterms:created>
  <dcterms:modified xsi:type="dcterms:W3CDTF">2025-12-06T05:47:46Z</dcterms:modified>
  <dc:language>en-US</dc:language>
</cp:coreProperties>
</file>