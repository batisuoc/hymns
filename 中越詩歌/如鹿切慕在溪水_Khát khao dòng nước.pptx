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706" y="72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56047" y="1761546"/>
            <a:ext cx="8568531" cy="121549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12094" y="3213311"/>
            <a:ext cx="7056438" cy="14491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6300" y="3643854"/>
            <a:ext cx="8568531" cy="11262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96300" y="2403422"/>
            <a:ext cx="8568531" cy="12404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04031" y="1323129"/>
            <a:ext cx="4452276" cy="37423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24318" y="1323129"/>
            <a:ext cx="4452276" cy="37423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04031" y="1269311"/>
            <a:ext cx="4454027" cy="5289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4031" y="1798299"/>
            <a:ext cx="4454027" cy="326713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120818" y="1269311"/>
            <a:ext cx="4455776" cy="5289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20818" y="1798299"/>
            <a:ext cx="4455776" cy="326713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4032" y="225772"/>
            <a:ext cx="3316456" cy="96084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41245" y="225772"/>
            <a:ext cx="5635349" cy="483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04032" y="1186616"/>
            <a:ext cx="3316456" cy="38788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5873" y="3969385"/>
            <a:ext cx="6048375" cy="46860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75873" y="506674"/>
            <a:ext cx="6048375" cy="34023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75873" y="4437993"/>
            <a:ext cx="6048375" cy="66550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08453" y="227085"/>
            <a:ext cx="2268141" cy="48383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04031" y="227085"/>
            <a:ext cx="6636411" cy="48383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04031" y="227085"/>
            <a:ext cx="9072563" cy="945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04031" y="1323129"/>
            <a:ext cx="9072563" cy="3742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04031" y="5255760"/>
            <a:ext cx="2352146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444214" y="5255760"/>
            <a:ext cx="3192198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224448" y="5255760"/>
            <a:ext cx="2352146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F0A39492-DB94-4116-AA78-76AA7028C41C}" type="slidenum">
              <a:rPr lang="en-US" sz="1400" b="0" strike="noStrike" spc="-1" smtClean="0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1694" y="1767900"/>
            <a:ext cx="10080625" cy="945059"/>
          </a:xfrm>
          <a:prstGeom prst="rect">
            <a:avLst/>
          </a:prstGeom>
        </p:spPr>
        <p:txBody>
          <a:bodyPr vert="horz" lIns="75605" tIns="37802" rIns="75605" bIns="37802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953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如鹿切慕溪水</a:t>
            </a:r>
            <a:endParaRPr lang="zh-TW" altLang="en-US" sz="5953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-1" y="2543300"/>
            <a:ext cx="10080625" cy="945059"/>
          </a:xfrm>
          <a:prstGeom prst="rect">
            <a:avLst/>
          </a:prstGeom>
        </p:spPr>
        <p:txBody>
          <a:bodyPr vert="horz" lIns="75605" tIns="37802" rIns="75605" bIns="37802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465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KHÁT KHAO DÒNG NƯỚC</a:t>
            </a:r>
            <a:endParaRPr lang="zh-TW" altLang="en-US" sz="4465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神啊  我的心</a:t>
            </a:r>
            <a:r>
              <a:rPr lang="zh-TW" altLang="en-US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切</a:t>
            </a:r>
            <a:r>
              <a:rPr lang="en-US" altLang="zh-TW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…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307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Nhìn nai kia khát khao </a:t>
            </a:r>
            <a:r>
              <a:rPr lang="vi-VN" sz="3307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dòng</a:t>
            </a:r>
            <a:r>
              <a:rPr lang="en-US" sz="3307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…</a:t>
            </a:r>
            <a:endParaRPr lang="en-US" sz="3307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966FD-B33E-5569-30CB-09EAB4DD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BC022AF-831A-2979-BA9C-A32BD8486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…</a:t>
            </a:r>
            <a:r>
              <a:rPr lang="zh-TW" altLang="en-US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慕祢  如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鹿切慕溪水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CD6F76F-7168-505F-CF43-D1531C3F3C43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…</a:t>
            </a:r>
            <a:r>
              <a:rPr lang="vi-VN" sz="3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nước mát</a:t>
            </a:r>
            <a:r>
              <a:rPr lang="en-US" sz="3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0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</a:t>
            </a:r>
            <a:r>
              <a:rPr lang="vi-VN" sz="3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hư </a:t>
            </a:r>
            <a:r>
              <a:rPr lang="vi-VN" sz="3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con thèm khát chính Chúa Cha toàn năng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45F9B-7780-4B20-9884-8AF0B0E0EAAF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889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5FB9-4CCE-6ACA-E012-92EC5FCF9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9B56849-3CA4-D9DA-A931-ACE6CE15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惟有祢是我</a:t>
            </a:r>
            <a:r>
              <a:rPr lang="zh-TW" altLang="en-US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</a:t>
            </a:r>
            <a:r>
              <a:rPr lang="en-US" altLang="zh-TW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…</a:t>
            </a:r>
            <a:endParaRPr lang="zh-TW" altLang="en-US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EE01375-919D-395F-A528-09F09B60BDF5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mong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chờ</a:t>
            </a:r>
            <a:endParaRPr lang="en-US" sz="3307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29412-3D74-B8DC-8FBE-52E07C4FFCA8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624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DDFA8-4CD2-E21A-8F7A-B0840FED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3CCCA57-E3DF-36F5-0199-558B50D18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…</a:t>
            </a:r>
            <a:r>
              <a:rPr lang="zh-TW" altLang="en-US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</a:t>
            </a:r>
            <a:r>
              <a:rPr lang="en-US" altLang="zh-TW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我渴慕來敬拜祢</a:t>
            </a:r>
            <a:endParaRPr lang="en-US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24B8036-DC63-3D55-7C25-C750335DC820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 đến bên Cha và thờ kính Cha đời đời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3ED03-373B-BFFE-E2DA-54C63FC1D306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839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0D13-D41C-3DDA-9ABA-77B14D6D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C13C22D-AB0E-3855-6806-C745A894D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祢是我的力量盾牌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63E251-BA0F-20D4-151D-CB4A96B05A4E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 linh con chỉ mong nương nơi Ngài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B16BC-846C-C350-6A62-950864DF8719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467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D8EA-4238-4658-AEC7-086F11F8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4370AB5-DD7E-C06A-A4E8-DFD0BB089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我靈單單降服於祢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30FCB52-141B-2C72-E52A-35428D3D2A85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 chính sức Chúa dẫn đưa con mỗi ngày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8F8FE-A0F5-DB9A-68E3-5D0E625CE8F5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824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5F65-A97D-52E5-BE3F-67F81C64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480A6E0-398A-FB7F-5A6F-3B514900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惟有祢是我</a:t>
            </a:r>
            <a:r>
              <a:rPr lang="zh-TW" altLang="en-US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</a:t>
            </a:r>
            <a:r>
              <a:rPr lang="en-US" altLang="zh-TW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…</a:t>
            </a:r>
            <a:endParaRPr lang="zh-TW" altLang="en-US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AE77F5A-C474-2C15-40F9-04A4EA68D7A1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mong</a:t>
            </a:r>
            <a:r>
              <a:rPr lang="en-US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307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chờ</a:t>
            </a:r>
            <a:endParaRPr lang="en-US" sz="3307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A4BD8C-51CD-EB55-D076-52B48DBC378D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41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F7A5-1078-CF8B-19CF-B707E0EF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0C4B3B1-EE34-1F9B-4647-579211678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67434"/>
            <a:ext cx="10080625" cy="1089939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…</a:t>
            </a:r>
            <a:r>
              <a:rPr lang="zh-TW" altLang="en-US" sz="5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  我渴慕來敬拜祢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328026E-7DCC-51E5-1D90-B8BA4392C93F}"/>
              </a:ext>
            </a:extLst>
          </p:cNvPr>
          <p:cNvSpPr txBox="1">
            <a:spLocks/>
          </p:cNvSpPr>
          <p:nvPr/>
        </p:nvSpPr>
        <p:spPr>
          <a:xfrm>
            <a:off x="-1" y="2552543"/>
            <a:ext cx="10080625" cy="1089939"/>
          </a:xfrm>
          <a:prstGeom prst="rect">
            <a:avLst/>
          </a:prstGeom>
        </p:spPr>
        <p:txBody>
          <a:bodyPr vert="horz" lIns="75605" tIns="37802" rIns="75605" bIns="37802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307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 đến bên Cha và thờ kính Cha đời đời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7232C-0C7A-1875-A49C-13357872D812}"/>
              </a:ext>
            </a:extLst>
          </p:cNvPr>
          <p:cNvSpPr txBox="1"/>
          <p:nvPr/>
        </p:nvSpPr>
        <p:spPr>
          <a:xfrm>
            <a:off x="-1" y="4343568"/>
            <a:ext cx="10080625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315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315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2116427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36</TotalTime>
  <Words>178</Words>
  <Application>Microsoft Office PowerPoint</Application>
  <PresentationFormat>Custom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Microsoft JhengHei</vt:lpstr>
      <vt:lpstr>Microsoft JhengHei</vt:lpstr>
      <vt:lpstr>新細明體</vt:lpstr>
      <vt:lpstr>Arial</vt:lpstr>
      <vt:lpstr>Calibri</vt:lpstr>
      <vt:lpstr>Times New Roman</vt:lpstr>
      <vt:lpstr>Church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Joe Cheng</cp:lastModifiedBy>
  <cp:revision>14</cp:revision>
  <dcterms:created xsi:type="dcterms:W3CDTF">2019-09-13T13:23:24Z</dcterms:created>
  <dcterms:modified xsi:type="dcterms:W3CDTF">2026-02-13T09:54:32Z</dcterms:modified>
  <dc:language>en-US</dc:language>
</cp:coreProperties>
</file>