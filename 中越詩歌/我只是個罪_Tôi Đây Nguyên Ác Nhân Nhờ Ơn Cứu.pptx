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843" r:id="rId2"/>
    <p:sldId id="844" r:id="rId3"/>
    <p:sldId id="845" r:id="rId4"/>
    <p:sldId id="846" r:id="rId5"/>
    <p:sldId id="847" r:id="rId6"/>
    <p:sldId id="848" r:id="rId7"/>
    <p:sldId id="849" r:id="rId8"/>
    <p:sldId id="850" r:id="rId9"/>
    <p:sldId id="851" r:id="rId10"/>
    <p:sldId id="852" r:id="rId11"/>
    <p:sldId id="853" r:id="rId12"/>
    <p:sldId id="854" r:id="rId13"/>
    <p:sldId id="855" r:id="rId14"/>
    <p:sldId id="856" r:id="rId15"/>
    <p:sldId id="857" r:id="rId16"/>
    <p:sldId id="858" r:id="rId17"/>
    <p:sldId id="859" r:id="rId18"/>
    <p:sldId id="860" r:id="rId19"/>
    <p:sldId id="861" r:id="rId20"/>
    <p:sldId id="862" r:id="rId21"/>
    <p:sldId id="863" r:id="rId22"/>
    <p:sldId id="864" r:id="rId23"/>
    <p:sldId id="865" r:id="rId24"/>
    <p:sldId id="866" r:id="rId25"/>
    <p:sldId id="867" r:id="rId26"/>
    <p:sldId id="868" r:id="rId27"/>
    <p:sldId id="869" r:id="rId28"/>
    <p:sldId id="870" r:id="rId29"/>
    <p:sldId id="871" r:id="rId30"/>
    <p:sldId id="872" r:id="rId31"/>
    <p:sldId id="873" r:id="rId32"/>
    <p:sldId id="874" r:id="rId33"/>
    <p:sldId id="875" r:id="rId3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55CB8-4177-4948-BC8C-1E233E36FBDA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461-1562-47A2-ABFA-CCD8BDC2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8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55CB8-4177-4948-BC8C-1E233E36FBDA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461-1562-47A2-ABFA-CCD8BDC2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30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55CB8-4177-4948-BC8C-1E233E36FBDA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461-1562-47A2-ABFA-CCD8BDC2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7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55CB8-4177-4948-BC8C-1E233E36FBDA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461-1562-47A2-ABFA-CCD8BDC2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70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55CB8-4177-4948-BC8C-1E233E36FBDA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461-1562-47A2-ABFA-CCD8BDC2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54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55CB8-4177-4948-BC8C-1E233E36FBDA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461-1562-47A2-ABFA-CCD8BDC2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5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55CB8-4177-4948-BC8C-1E233E36FBDA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461-1562-47A2-ABFA-CCD8BDC2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0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55CB8-4177-4948-BC8C-1E233E36FBDA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461-1562-47A2-ABFA-CCD8BDC2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2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55CB8-4177-4948-BC8C-1E233E36FBDA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461-1562-47A2-ABFA-CCD8BDC2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52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55CB8-4177-4948-BC8C-1E233E36FBDA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461-1562-47A2-ABFA-CCD8BDC2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024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55CB8-4177-4948-BC8C-1E233E36FBDA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461-1562-47A2-ABFA-CCD8BDC2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68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55CB8-4177-4948-BC8C-1E233E36FBDA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2E461-1562-47A2-ABFA-CCD8BDC2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20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101</a:t>
            </a:r>
            <a: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- 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我只是個罪人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4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Tôi Đây Nguyên Ác Nhân Nhờ Ơn Cứu (TC </a:t>
            </a:r>
            <a:r>
              <a:rPr lang="en-US" sz="4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218</a:t>
            </a:r>
            <a:r>
              <a:rPr lang="vi-VN" sz="4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en-US" sz="4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0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我一切所有  無非是接受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Muôn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sự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thảy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do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thiên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thượng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3693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都是主賜下  在我信之後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Ngay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từ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tin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phước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ban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xuống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vô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lượng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1430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故我不自誇  驕傲亦憎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Khoe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mình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kiêu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hãnh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dường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bụi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phấn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293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我只是個罪人  蒙</a:t>
            </a:r>
            <a:r>
              <a:rPr lang="zh-CN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救</a:t>
            </a: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Chính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được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chuộc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bởi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hồng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7541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我是個罪人蒙恩典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844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一切的罪惡得赦免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906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讚美主耶穌   榮耀都歸</a:t>
            </a:r>
            <a:r>
              <a:rPr lang="zh-CN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天父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Ấy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chính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gốc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Cha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992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我只是個罪人   蒙救恩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tội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duy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điển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chuộc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thôi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800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以前我愚拙  罪惡管我心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Xưa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nhiệt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cuồng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ngốc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tâm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linh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vốn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hư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hoại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8313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使我的腳步  離天父遠行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lìa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xa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bước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theo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lối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lạc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loài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6189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幸主已尋找  喜樂萬分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Nay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Jêsus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kiếm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dắt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đường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trực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tấn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0328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我只是個罪人  蒙</a:t>
            </a:r>
            <a:r>
              <a:rPr lang="zh-CN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救</a:t>
            </a: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Chính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được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chuộc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bởi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hồng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1365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我是個罪人蒙恩典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768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一切的罪惡得赦免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892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讚美主耶穌   榮耀都歸</a:t>
            </a:r>
            <a:r>
              <a:rPr lang="zh-CN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天父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Ấy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chính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gốc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Cha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808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我只是個罪人   蒙救恩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tội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duy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điển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chuộc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thôi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849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流淚無功效  </a:t>
            </a:r>
            <a:r>
              <a:rPr lang="zh-CN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功勞</a:t>
            </a: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也無份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Xưa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lụy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hồng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tuôn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chảy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hết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phương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chữa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tội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mình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8478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主若不救我  必定要沉淪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Duy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thương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xót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nếu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chỉ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chịu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hình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7481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罪惡常恐嚇  怕見神面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sợ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dung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quang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bởi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tội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buộc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vấn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808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我只是個罪人  蒙</a:t>
            </a:r>
            <a:r>
              <a:rPr lang="zh-CN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救</a:t>
            </a: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Nhưng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được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chuộc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bởi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hồng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4930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我是個罪人蒙恩典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401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一切的罪惡得赦免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049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讚美主耶穌   榮耀都歸</a:t>
            </a:r>
            <a:r>
              <a:rPr lang="zh-CN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天父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Ấy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chính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gốc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Cha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79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我只是個罪人   蒙救恩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tội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duy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điển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chuộc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thôi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081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諒我</a:t>
            </a:r>
            <a:r>
              <a:rPr lang="zh-CN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這</a:t>
            </a: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罪人  情不能自禁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bạn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cho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phép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kẻ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tội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7889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只因深愛主  喜樂滿我心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Đem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tường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trình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bao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nỗi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mến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ngập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đầy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63275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讓我再說明  高聲謳吟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thừa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nhận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vẻ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hết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làm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chứng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3211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我只是個罪人  蒙</a:t>
            </a:r>
            <a:r>
              <a:rPr lang="zh-CN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救</a:t>
            </a: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Ấy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được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chuộc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bởi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hồng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20812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我是個罪人蒙恩典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113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一切的罪惡得赦免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120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讚美主耶穌   榮耀都歸</a:t>
            </a:r>
            <a:r>
              <a:rPr lang="zh-CN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天父</a:t>
            </a:r>
            <a:endParaRPr lang="en-US" altLang="zh-TW" sz="6600" b="1" dirty="0">
              <a:solidFill>
                <a:srgbClr val="660033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Ấy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chính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gốc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danh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Cha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044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我只是個罪人   蒙救恩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tội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duy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điển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chuộc</a:t>
            </a:r>
            <a:r>
              <a:rPr lang="en-US" altLang="zh-TW" sz="3733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thôi</a:t>
            </a:r>
            <a:endParaRPr lang="en-US" sz="3733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53683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36</TotalTime>
  <Words>707</Words>
  <Application>Microsoft Office PowerPoint</Application>
  <PresentationFormat>Widescreen</PresentationFormat>
  <Paragraphs>82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Microsoft JhengHei</vt:lpstr>
      <vt:lpstr>Microsoft JhengHei</vt:lpstr>
      <vt:lpstr>Arial</vt:lpstr>
      <vt:lpstr>Calibri</vt:lpstr>
      <vt:lpstr>Times New Roman</vt:lpstr>
      <vt:lpstr>Theme1</vt:lpstr>
      <vt:lpstr>宣 101 - 我只是個罪人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3</cp:revision>
  <dcterms:created xsi:type="dcterms:W3CDTF">2024-08-31T11:08:35Z</dcterms:created>
  <dcterms:modified xsi:type="dcterms:W3CDTF">2024-08-31T11:44:54Z</dcterms:modified>
</cp:coreProperties>
</file>