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69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20/10/2024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頌讚祢 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CA VANG HALLELUJAH</a:t>
            </a: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感激基督帶領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Hãy lớn tiếng hát ca vang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恩典賜予我未停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Ba Ngôi oai nghi năng quyền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9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日日服事主我心歡喜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Ngài là Chúa toàn năng hiển vinh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836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讓讚美聲跨千里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xin dâng khúc ca tôn vinh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37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要唱唱唱莫停 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Ơn Chúa yêu thương đời đời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</a:t>
            </a:r>
            <a:r>
              <a:rPr lang="zh-CN" alt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Hallelujah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648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Ngợi khen Cha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094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稱讚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 </a:t>
            </a:r>
            <a:r>
              <a:rPr lang="en-US" altLang="zh-TW" sz="6400" b="1" dirty="0" err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i-FI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 oai nghi Hallelujah Hallelujah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264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Ngợi khen Cha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764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稱讚祢 </a:t>
            </a:r>
            <a:r>
              <a:rPr lang="en-US" altLang="zh-CN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 </a:t>
            </a:r>
            <a:r>
              <a:rPr lang="en-US" altLang="zh-CN" sz="6400" b="1" dirty="0" err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yêu thương Hallelujah Hallelujah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40842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152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batisuoc</cp:lastModifiedBy>
  <cp:revision>11</cp:revision>
  <dcterms:created xsi:type="dcterms:W3CDTF">2022-04-07T15:49:49Z</dcterms:created>
  <dcterms:modified xsi:type="dcterms:W3CDTF">2024-10-20T13:44:37Z</dcterms:modified>
</cp:coreProperties>
</file>