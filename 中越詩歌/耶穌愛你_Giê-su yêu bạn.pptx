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70" r:id="rId6"/>
    <p:sldId id="271" r:id="rId7"/>
    <p:sldId id="27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耶穌愛你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Giê-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bạn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耶穌愛你  耶穌愛你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anh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, 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em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21070-DFBC-08E5-17BD-58D0455E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A71D858-6796-6CB0-FB75-B2F39DEAA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耶穌愛你  不要忘記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22A8745-3866-9AC7-711F-45B72700F40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ta,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nhớ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mãi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quên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48AEE6-8616-3F0E-3AA9-4632C93AD01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402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AE8C3-F748-53B3-4FF1-3D96A56F7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35355BE-4B85-D5A1-D0D7-B8BC7725A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基督耶穌降生爲你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9CAF8B0-65B7-EA10-2EF8-CE835586F0D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Chúa 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giáng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thế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56D92E-2487-E11A-91C5-C66B998FF1D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879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2875-442F-8AF1-0D75-50BC7968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D9E43DB-6AC7-F8F1-9B7E-1F13EA300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耶穌愛你  耶穌愛你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B4CEBBE-8C9C-662B-19C1-87D4F8D50DE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anh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, 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em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C54A32-FADB-9665-B6D4-4F6518C323E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327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09539-366A-CDD1-4234-DB4577E8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D971011-4B60-B1C6-ECF0-8DACDB9D3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耶穌愛你  不要忘記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4296335-CB5E-33CC-CDE2-699C1146A0C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ta,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nhớ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mãi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quên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2D4759-CED5-BF39-030B-35CF54F575F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7131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5DD59-6137-ED24-9E3C-50FE443A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162D7EF-FE70-DB62-1EBE-E65340D52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基督耶穌降生爲你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BD8B9AD-F30C-0857-6999-79A67C78CF3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Chúa 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giáng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thế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53356-3BA1-5BB5-001A-DADAB9347B4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9287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8DE9D-46A8-912E-ABB2-9E92F7484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5836833-3878-DF9D-3CDC-4807BB116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祂生在馬槽裡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FCE8E21-9950-063A-485A-323D506C836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giáng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sinh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máng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cỏ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nghèo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19B62-9016-BD81-3E19-8AC6A924BFE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8376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353C8-0EBF-954F-C885-11E966068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0DE40DF-EC89-DE45-6441-21C8D9F02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捨尊貴來救你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64772C1-A70A-320D-B68F-C5044AEE1B5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Dâng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thân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để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chuộc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người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5FA049-5A0E-FC80-DC44-344D1EA2A09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9343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0BAE7-F671-E759-22F8-4F5934219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5B4DC17-0EAC-7FAB-5D74-21A14589C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我們的一切過犯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466B06F-83ED-3451-3AA7-B44D90529BE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Trong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thế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gian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bao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nhiêu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tội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rầy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FDC50D-E4FC-951A-D663-B80A4E87831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6413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492F8-9BAE-5B01-FCCF-2EB67F224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BE17EFF-FC46-0464-A70C-A6D0E804C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祂都爲我們擔起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D9763D7-181D-8FBE-2EFC-0057C901012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gánh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muôn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người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C16BF3-5F0C-8932-7F03-F51D354FF89D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355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2E6AF-B733-532B-8640-5B9B513E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3AB817D-7DD3-F963-CF25-5882969CC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耶穌愛你  耶穌愛你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2659C4E-9414-8C82-F872-3F13F4995D4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anh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, 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em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ACE740-2080-E7F8-6B9D-8820799BA3A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1223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CB60-DB6E-D35B-6B79-2B677C70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73869F9-D16B-5F3E-388E-02A44884F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耶穌愛你  不要忘記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460AC7F-3639-12D7-A2FB-772E44471AE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ta,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nhớ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mãi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quên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050810-239A-9C79-BF81-90A955DB621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80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D9674-DDF4-99C4-DB5D-4FDA720B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61ABAC7-A7BA-9FD5-063B-52BB80CE5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基督耶穌降生爲你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B3A3379-584C-D2DE-98D8-183DBABA750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Chúa Giê-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su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giáng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thế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11F08-41F8-E294-2269-8A185741B35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338407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5</TotalTime>
  <Words>250</Words>
  <Application>Microsoft Office PowerPoint</Application>
  <PresentationFormat>Widescreen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微軟正黑體</vt:lpstr>
      <vt:lpstr>微軟正黑體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3</cp:revision>
  <dcterms:created xsi:type="dcterms:W3CDTF">2026-07-20T14:38:38Z</dcterms:created>
  <dcterms:modified xsi:type="dcterms:W3CDTF">2026-07-20T14:44:08Z</dcterms:modified>
</cp:coreProperties>
</file>