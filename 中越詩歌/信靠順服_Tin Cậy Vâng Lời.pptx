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017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7306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4111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303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7679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624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234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86872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5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7938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445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1C91C-BB65-4BBC-9D52-E94BC3E5378D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CFC0A-3B9A-45ED-85A3-6DDC2AC0C5E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8934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6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6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80 - 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信靠順服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Tin Cậy Vâng Lời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(TC - 261)</a:t>
            </a:r>
            <a:endParaRPr lang="vi-VN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我與救主同行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在主光明福音</a:t>
            </a:r>
            <a:endParaRPr lang="en-US" altLang="zh-CN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với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mỗi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ngày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lời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Kinh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Thánh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sáng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soi</a:t>
            </a:r>
            <a:r>
              <a:rPr lang="en-US" altLang="zh-TW" sz="4000" b="1" dirty="0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endParaRPr lang="en-US" sz="4000" b="1" dirty="0">
              <a:solidFill>
                <a:srgbClr val="660033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</a:rPr>
              <a:t>( 1 / 4 )</a:t>
            </a:r>
            <a:endParaRPr lang="vi-VN" sz="4267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17626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何等榮耀照亮我路程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được</a:t>
            </a:r>
            <a:r>
              <a:rPr lang="en-US" altLang="zh-TW" dirty="0"/>
              <a:t> </a:t>
            </a:r>
            <a:r>
              <a:rPr lang="en-US" altLang="zh-TW" dirty="0" err="1"/>
              <a:t>sự</a:t>
            </a:r>
            <a:r>
              <a:rPr lang="en-US" altLang="zh-TW" dirty="0"/>
              <a:t> </a:t>
            </a:r>
            <a:r>
              <a:rPr lang="en-US" altLang="zh-TW" dirty="0" err="1"/>
              <a:t>vinh</a:t>
            </a:r>
            <a:r>
              <a:rPr lang="en-US" altLang="zh-TW" dirty="0"/>
              <a:t> </a:t>
            </a:r>
            <a:r>
              <a:rPr lang="en-US" altLang="zh-TW" dirty="0" err="1"/>
              <a:t>hiển</a:t>
            </a:r>
            <a:r>
              <a:rPr lang="en-US" altLang="zh-TW" dirty="0"/>
              <a:t> </a:t>
            </a:r>
            <a:r>
              <a:rPr lang="en-US" altLang="zh-TW" dirty="0" err="1"/>
              <a:t>huy</a:t>
            </a:r>
            <a:r>
              <a:rPr lang="en-US" altLang="zh-TW" dirty="0"/>
              <a:t> </a:t>
            </a:r>
            <a:r>
              <a:rPr lang="en-US" altLang="zh-TW" dirty="0" err="1"/>
              <a:t>hoàng</a:t>
            </a:r>
            <a:r>
              <a:rPr lang="en-US" altLang="zh-TW" dirty="0"/>
              <a:t> </a:t>
            </a:r>
            <a:r>
              <a:rPr lang="en-US" altLang="zh-TW" dirty="0" err="1"/>
              <a:t>Chúa</a:t>
            </a:r>
            <a:r>
              <a:rPr lang="en-US" altLang="zh-TW" dirty="0"/>
              <a:t> </a:t>
            </a:r>
            <a:r>
              <a:rPr lang="en-US" altLang="zh-TW" dirty="0" err="1"/>
              <a:t>muôn</a:t>
            </a:r>
            <a:r>
              <a:rPr lang="en-US" altLang="zh-TW" dirty="0"/>
              <a:t> </a:t>
            </a:r>
            <a:r>
              <a:rPr lang="en-US" altLang="zh-TW" dirty="0" err="1"/>
              <a:t>đời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88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只要聽主命令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主肯與我同行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Vì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ý </a:t>
            </a:r>
            <a:r>
              <a:rPr lang="en-US" altLang="zh-TW" dirty="0" err="1"/>
              <a:t>Chúa</a:t>
            </a:r>
            <a:r>
              <a:rPr lang="en-US" altLang="zh-TW" dirty="0"/>
              <a:t> </a:t>
            </a:r>
            <a:r>
              <a:rPr lang="en-US" altLang="zh-TW" dirty="0" err="1"/>
              <a:t>trên</a:t>
            </a:r>
            <a:r>
              <a:rPr lang="en-US" altLang="zh-TW" dirty="0"/>
              <a:t> </a:t>
            </a:r>
            <a:r>
              <a:rPr lang="en-US" altLang="zh-TW" dirty="0" err="1"/>
              <a:t>trời</a:t>
            </a:r>
            <a:r>
              <a:rPr lang="en-US" altLang="zh-TW" dirty="0"/>
              <a:t>, </a:t>
            </a:r>
            <a:r>
              <a:rPr lang="en-US" altLang="zh-TW" dirty="0" err="1"/>
              <a:t>Ngài</a:t>
            </a:r>
            <a:r>
              <a:rPr lang="en-US" altLang="zh-TW" dirty="0"/>
              <a:t> </a:t>
            </a:r>
            <a:r>
              <a:rPr lang="en-US" altLang="zh-TW" dirty="0" err="1"/>
              <a:t>vui</a:t>
            </a:r>
            <a:r>
              <a:rPr lang="en-US" altLang="zh-TW" dirty="0"/>
              <a:t> </a:t>
            </a:r>
            <a:r>
              <a:rPr lang="en-US" altLang="zh-TW" dirty="0" err="1"/>
              <a:t>dẫn</a:t>
            </a:r>
            <a:r>
              <a:rPr lang="en-US" altLang="zh-TW" dirty="0"/>
              <a:t> </a:t>
            </a:r>
            <a:r>
              <a:rPr lang="en-US" altLang="zh-TW" dirty="0" err="1"/>
              <a:t>dắt</a:t>
            </a:r>
            <a:r>
              <a:rPr lang="en-US" altLang="zh-TW" dirty="0"/>
              <a:t> ta </a:t>
            </a:r>
            <a:r>
              <a:rPr lang="en-US" altLang="zh-TW" dirty="0" err="1"/>
              <a:t>hoài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293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信靠順服人主肯同行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và</a:t>
            </a:r>
            <a:r>
              <a:rPr lang="en-US" altLang="zh-TW" dirty="0"/>
              <a:t> </a:t>
            </a:r>
            <a:r>
              <a:rPr lang="en-US" altLang="zh-TW" dirty="0" err="1"/>
              <a:t>cùng</a:t>
            </a:r>
            <a:r>
              <a:rPr lang="en-US" altLang="zh-TW" dirty="0"/>
              <a:t> </a:t>
            </a:r>
            <a:r>
              <a:rPr lang="en-US" altLang="zh-TW" dirty="0" err="1"/>
              <a:t>mọi</a:t>
            </a:r>
            <a:r>
              <a:rPr lang="en-US" altLang="zh-TW" dirty="0"/>
              <a:t> </a:t>
            </a:r>
            <a:r>
              <a:rPr lang="en-US" altLang="zh-TW" dirty="0" err="1"/>
              <a:t>kẻ</a:t>
            </a:r>
            <a:r>
              <a:rPr lang="en-US" altLang="zh-TW" dirty="0"/>
              <a:t> hay 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600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信靠順服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以外並無別法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/>
              <a:t>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r>
              <a:rPr lang="en-US" altLang="zh-TW" dirty="0"/>
              <a:t>, </a:t>
            </a:r>
            <a:r>
              <a:rPr lang="en-US" altLang="zh-TW" dirty="0" err="1"/>
              <a:t>nào</a:t>
            </a:r>
            <a:r>
              <a:rPr lang="en-US" altLang="zh-TW" dirty="0"/>
              <a:t> </a:t>
            </a:r>
            <a:r>
              <a:rPr lang="en-US" altLang="zh-TW" dirty="0" err="1"/>
              <a:t>nhờ</a:t>
            </a:r>
            <a:r>
              <a:rPr lang="en-US" altLang="zh-TW" dirty="0"/>
              <a:t> </a:t>
            </a:r>
            <a:r>
              <a:rPr lang="en-US" altLang="zh-TW" dirty="0" err="1"/>
              <a:t>cách</a:t>
            </a:r>
            <a:r>
              <a:rPr lang="en-US" altLang="zh-TW" dirty="0"/>
              <a:t> </a:t>
            </a:r>
            <a:r>
              <a:rPr lang="en-US" altLang="zh-TW" dirty="0" err="1"/>
              <a:t>gì</a:t>
            </a:r>
            <a:r>
              <a:rPr lang="en-US" altLang="zh-TW" dirty="0"/>
              <a:t> </a:t>
            </a:r>
            <a:r>
              <a:rPr lang="en-US" altLang="zh-TW" dirty="0" err="1"/>
              <a:t>trong</a:t>
            </a:r>
            <a:r>
              <a:rPr lang="en-US" altLang="zh-TW" dirty="0"/>
              <a:t> </a:t>
            </a:r>
            <a:r>
              <a:rPr lang="en-US" altLang="zh-TW" dirty="0" err="1"/>
              <a:t>đời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105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若要得耶穌喜樂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muốn</a:t>
            </a:r>
            <a:r>
              <a:rPr lang="en-US" altLang="zh-TW" dirty="0"/>
              <a:t> </a:t>
            </a:r>
            <a:r>
              <a:rPr lang="en-US" altLang="zh-TW" dirty="0" err="1"/>
              <a:t>hưởng</a:t>
            </a:r>
            <a:r>
              <a:rPr lang="en-US" altLang="zh-TW" dirty="0"/>
              <a:t> </a:t>
            </a:r>
            <a:r>
              <a:rPr lang="en-US" altLang="zh-TW" dirty="0" err="1"/>
              <a:t>phước</a:t>
            </a:r>
            <a:r>
              <a:rPr lang="en-US" altLang="zh-TW" dirty="0"/>
              <a:t> </a:t>
            </a:r>
            <a:r>
              <a:rPr lang="en-US" altLang="zh-TW" dirty="0" err="1"/>
              <a:t>thiên</a:t>
            </a:r>
            <a:r>
              <a:rPr lang="en-US" altLang="zh-TW" dirty="0"/>
              <a:t> </a:t>
            </a:r>
            <a:r>
              <a:rPr lang="en-US" altLang="zh-TW" dirty="0" err="1"/>
              <a:t>thượng</a:t>
            </a:r>
            <a:r>
              <a:rPr lang="en-US" altLang="zh-TW" dirty="0"/>
              <a:t> </a:t>
            </a:r>
            <a:r>
              <a:rPr lang="en-US" altLang="zh-TW" dirty="0" err="1"/>
              <a:t>ai</a:t>
            </a:r>
            <a:r>
              <a:rPr lang="en-US" altLang="zh-TW" dirty="0"/>
              <a:t> </a:t>
            </a:r>
            <a:r>
              <a:rPr lang="en-US" altLang="zh-TW" dirty="0" err="1"/>
              <a:t>ơi</a:t>
            </a:r>
            <a:r>
              <a:rPr lang="en-US" altLang="zh-TW" dirty="0"/>
              <a:t>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30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必要信靠順服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Hằng</a:t>
            </a:r>
            <a:r>
              <a:rPr lang="en-US" altLang="zh-TW" dirty="0"/>
              <a:t> </a:t>
            </a:r>
            <a:r>
              <a:rPr lang="en-US" altLang="zh-TW" dirty="0" err="1"/>
              <a:t>duy</a:t>
            </a:r>
            <a:r>
              <a:rPr lang="en-US" altLang="zh-TW" dirty="0"/>
              <a:t> 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2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無有黑影遮暗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也無雲霧迷漫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269152"/>
            <a:ext cx="12192000" cy="11666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sz="3900" dirty="0" err="1"/>
              <a:t>Tuyệt</a:t>
            </a:r>
            <a:r>
              <a:rPr lang="en-US" altLang="zh-TW" sz="3900" dirty="0"/>
              <a:t> </a:t>
            </a:r>
            <a:r>
              <a:rPr lang="en-US" altLang="zh-TW" sz="3900" dirty="0" err="1"/>
              <a:t>nhiên</a:t>
            </a:r>
            <a:r>
              <a:rPr lang="en-US" altLang="zh-TW" sz="3900" dirty="0"/>
              <a:t> </a:t>
            </a:r>
            <a:r>
              <a:rPr lang="en-US" altLang="zh-TW" sz="3900" dirty="0" err="1"/>
              <a:t>chẳng</a:t>
            </a:r>
            <a:r>
              <a:rPr lang="en-US" altLang="zh-TW" sz="3900" dirty="0"/>
              <a:t> </a:t>
            </a:r>
            <a:r>
              <a:rPr lang="en-US" altLang="zh-TW" sz="3900" dirty="0" err="1"/>
              <a:t>chút</a:t>
            </a:r>
            <a:r>
              <a:rPr lang="en-US" altLang="zh-TW" sz="3900" dirty="0"/>
              <a:t> </a:t>
            </a:r>
            <a:r>
              <a:rPr lang="en-US" altLang="zh-TW" sz="3900" dirty="0" err="1"/>
              <a:t>mây</a:t>
            </a:r>
            <a:r>
              <a:rPr lang="en-US" altLang="zh-TW" sz="3900" dirty="0"/>
              <a:t> </a:t>
            </a:r>
            <a:r>
              <a:rPr lang="en-US" altLang="zh-TW" sz="3900" dirty="0" err="1"/>
              <a:t>mù</a:t>
            </a:r>
            <a:r>
              <a:rPr lang="en-US" altLang="zh-TW" sz="3900" dirty="0"/>
              <a:t>, </a:t>
            </a:r>
            <a:r>
              <a:rPr lang="en-US" altLang="zh-TW" sz="3900" dirty="0" err="1"/>
              <a:t>nầy</a:t>
            </a:r>
            <a:r>
              <a:rPr lang="en-US" altLang="zh-TW" sz="3900" dirty="0"/>
              <a:t> </a:t>
            </a:r>
            <a:r>
              <a:rPr lang="en-US" altLang="zh-TW" sz="3900" dirty="0" err="1"/>
              <a:t>không</a:t>
            </a:r>
            <a:r>
              <a:rPr lang="en-US" altLang="zh-TW" sz="3900" dirty="0"/>
              <a:t> </a:t>
            </a:r>
            <a:r>
              <a:rPr lang="en-US" altLang="zh-TW" sz="3900" dirty="0" err="1"/>
              <a:t>bóng</a:t>
            </a:r>
            <a:r>
              <a:rPr lang="en-US" altLang="zh-TW" sz="3900" dirty="0"/>
              <a:t> </a:t>
            </a:r>
            <a:r>
              <a:rPr lang="en-US" altLang="zh-TW" sz="3900" dirty="0" err="1"/>
              <a:t>tối</a:t>
            </a:r>
            <a:r>
              <a:rPr lang="en-US" altLang="zh-TW" sz="3900" dirty="0"/>
              <a:t> </a:t>
            </a:r>
            <a:r>
              <a:rPr lang="en-US" altLang="zh-TW" sz="3900" dirty="0" err="1"/>
              <a:t>âm</a:t>
            </a:r>
            <a:r>
              <a:rPr lang="en-US" altLang="zh-TW" sz="3900" dirty="0"/>
              <a:t> u</a:t>
            </a:r>
            <a:endParaRPr lang="en-US" sz="39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84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我主笑容使雲霧消散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Nụ</a:t>
            </a:r>
            <a:r>
              <a:rPr lang="en-US" altLang="zh-TW" dirty="0"/>
              <a:t> </a:t>
            </a:r>
            <a:r>
              <a:rPr lang="en-US" altLang="zh-TW" dirty="0" err="1"/>
              <a:t>cười</a:t>
            </a:r>
            <a:r>
              <a:rPr lang="en-US" altLang="zh-TW" dirty="0"/>
              <a:t> Christ </a:t>
            </a:r>
            <a:r>
              <a:rPr lang="en-US" altLang="zh-TW" dirty="0" err="1"/>
              <a:t>đánh</a:t>
            </a:r>
            <a:r>
              <a:rPr lang="en-US" altLang="zh-TW" dirty="0"/>
              <a:t> tan </a:t>
            </a:r>
            <a:r>
              <a:rPr lang="en-US" altLang="zh-TW" dirty="0" err="1"/>
              <a:t>mọi</a:t>
            </a:r>
            <a:r>
              <a:rPr lang="en-US" altLang="zh-TW" dirty="0"/>
              <a:t> </a:t>
            </a:r>
            <a:r>
              <a:rPr lang="en-US" altLang="zh-TW" dirty="0" err="1"/>
              <a:t>lớp</a:t>
            </a:r>
            <a:r>
              <a:rPr lang="en-US" altLang="zh-TW" dirty="0"/>
              <a:t> </a:t>
            </a:r>
            <a:r>
              <a:rPr lang="en-US" altLang="zh-TW" dirty="0" err="1"/>
              <a:t>sương</a:t>
            </a:r>
            <a:r>
              <a:rPr lang="en-US" altLang="zh-TW" dirty="0"/>
              <a:t> </a:t>
            </a:r>
            <a:r>
              <a:rPr lang="en-US" altLang="zh-TW" dirty="0" err="1"/>
              <a:t>đời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265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無有疑惑畏懼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也無歎息憂慮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Còn</a:t>
            </a:r>
            <a:r>
              <a:rPr lang="en-US" altLang="zh-TW" dirty="0"/>
              <a:t> </a:t>
            </a:r>
            <a:r>
              <a:rPr lang="en-US" altLang="zh-TW" dirty="0" err="1"/>
              <a:t>đâu</a:t>
            </a:r>
            <a:r>
              <a:rPr lang="en-US" altLang="zh-TW" dirty="0"/>
              <a:t> </a:t>
            </a:r>
            <a:r>
              <a:rPr lang="en-US" altLang="zh-TW" dirty="0" err="1"/>
              <a:t>thổn</a:t>
            </a:r>
            <a:r>
              <a:rPr lang="en-US" altLang="zh-TW" dirty="0"/>
              <a:t> </a:t>
            </a:r>
            <a:r>
              <a:rPr lang="en-US" altLang="zh-TW" dirty="0" err="1"/>
              <a:t>thức</a:t>
            </a:r>
            <a:r>
              <a:rPr lang="en-US" altLang="zh-TW" dirty="0"/>
              <a:t> </a:t>
            </a:r>
            <a:r>
              <a:rPr lang="en-US" altLang="zh-TW" dirty="0" err="1"/>
              <a:t>bơ</a:t>
            </a:r>
            <a:r>
              <a:rPr lang="en-US" altLang="zh-TW" dirty="0"/>
              <a:t> </a:t>
            </a:r>
            <a:r>
              <a:rPr lang="en-US" altLang="zh-TW" dirty="0" err="1"/>
              <a:t>thờ</a:t>
            </a:r>
            <a:r>
              <a:rPr lang="en-US" altLang="zh-TW" dirty="0"/>
              <a:t>, </a:t>
            </a:r>
            <a:r>
              <a:rPr lang="en-US" altLang="zh-TW" dirty="0" err="1"/>
              <a:t>còn</a:t>
            </a:r>
            <a:r>
              <a:rPr lang="en-US" altLang="zh-TW" dirty="0"/>
              <a:t> </a:t>
            </a:r>
            <a:r>
              <a:rPr lang="en-US" altLang="zh-TW" dirty="0" err="1"/>
              <a:t>đâu</a:t>
            </a:r>
            <a:r>
              <a:rPr lang="en-US" altLang="zh-TW" dirty="0"/>
              <a:t> </a:t>
            </a:r>
            <a:r>
              <a:rPr lang="en-US" altLang="zh-TW" dirty="0" err="1"/>
              <a:t>khóc</a:t>
            </a:r>
            <a:r>
              <a:rPr lang="en-US" altLang="zh-TW" dirty="0"/>
              <a:t> </a:t>
            </a:r>
            <a:r>
              <a:rPr lang="en-US" altLang="zh-TW" dirty="0" err="1"/>
              <a:t>lóc</a:t>
            </a:r>
            <a:r>
              <a:rPr lang="en-US" altLang="zh-TW" dirty="0"/>
              <a:t> </a:t>
            </a:r>
            <a:r>
              <a:rPr lang="en-US" altLang="zh-TW" dirty="0" err="1"/>
              <a:t>nghi</a:t>
            </a:r>
            <a:r>
              <a:rPr lang="en-US" altLang="zh-TW" dirty="0"/>
              <a:t> </a:t>
            </a:r>
            <a:r>
              <a:rPr lang="en-US" altLang="zh-TW" dirty="0" err="1"/>
              <a:t>ngờ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413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信靠順服人主永不棄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hồi</a:t>
            </a:r>
            <a:r>
              <a:rPr lang="en-US" altLang="zh-TW" dirty="0"/>
              <a:t> </a:t>
            </a:r>
            <a:r>
              <a:rPr lang="en-US" altLang="zh-TW" dirty="0" err="1"/>
              <a:t>mà</a:t>
            </a:r>
            <a:r>
              <a:rPr lang="en-US" altLang="zh-TW" dirty="0"/>
              <a:t> ta </a:t>
            </a:r>
            <a:r>
              <a:rPr lang="en-US" altLang="zh-TW" dirty="0" err="1"/>
              <a:t>quyết</a:t>
            </a:r>
            <a:r>
              <a:rPr lang="en-US" altLang="zh-TW" dirty="0"/>
              <a:t> </a:t>
            </a:r>
            <a:r>
              <a:rPr lang="en-US" altLang="zh-TW" dirty="0" err="1"/>
              <a:t>tâm</a:t>
            </a:r>
            <a:r>
              <a:rPr lang="en-US" altLang="zh-TW" dirty="0"/>
              <a:t> 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445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信靠順服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以外並無別法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/>
              <a:t>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r>
              <a:rPr lang="en-US" altLang="zh-TW" dirty="0"/>
              <a:t>, </a:t>
            </a:r>
            <a:r>
              <a:rPr lang="en-US" altLang="zh-TW" dirty="0" err="1"/>
              <a:t>nào</a:t>
            </a:r>
            <a:r>
              <a:rPr lang="en-US" altLang="zh-TW" dirty="0"/>
              <a:t> </a:t>
            </a:r>
            <a:r>
              <a:rPr lang="en-US" altLang="zh-TW" dirty="0" err="1"/>
              <a:t>nhờ</a:t>
            </a:r>
            <a:r>
              <a:rPr lang="en-US" altLang="zh-TW" dirty="0"/>
              <a:t> </a:t>
            </a:r>
            <a:r>
              <a:rPr lang="en-US" altLang="zh-TW" dirty="0" err="1"/>
              <a:t>cách</a:t>
            </a:r>
            <a:r>
              <a:rPr lang="en-US" altLang="zh-TW" dirty="0"/>
              <a:t> </a:t>
            </a:r>
            <a:r>
              <a:rPr lang="en-US" altLang="zh-TW" dirty="0" err="1"/>
              <a:t>gì</a:t>
            </a:r>
            <a:r>
              <a:rPr lang="en-US" altLang="zh-TW" dirty="0"/>
              <a:t> </a:t>
            </a:r>
            <a:r>
              <a:rPr lang="en-US" altLang="zh-TW" dirty="0" err="1"/>
              <a:t>trong</a:t>
            </a:r>
            <a:r>
              <a:rPr lang="en-US" altLang="zh-TW" dirty="0"/>
              <a:t> </a:t>
            </a:r>
            <a:r>
              <a:rPr lang="en-US" altLang="zh-TW" dirty="0" err="1"/>
              <a:t>đời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762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若要得耶穌喜樂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muốn</a:t>
            </a:r>
            <a:r>
              <a:rPr lang="en-US" altLang="zh-TW" dirty="0"/>
              <a:t> </a:t>
            </a:r>
            <a:r>
              <a:rPr lang="en-US" altLang="zh-TW" dirty="0" err="1"/>
              <a:t>hưởng</a:t>
            </a:r>
            <a:r>
              <a:rPr lang="en-US" altLang="zh-TW" dirty="0"/>
              <a:t> </a:t>
            </a:r>
            <a:r>
              <a:rPr lang="en-US" altLang="zh-TW" dirty="0" err="1"/>
              <a:t>phước</a:t>
            </a:r>
            <a:r>
              <a:rPr lang="en-US" altLang="zh-TW" dirty="0"/>
              <a:t> </a:t>
            </a:r>
            <a:r>
              <a:rPr lang="en-US" altLang="zh-TW" dirty="0" err="1"/>
              <a:t>thiên</a:t>
            </a:r>
            <a:r>
              <a:rPr lang="en-US" altLang="zh-TW" dirty="0"/>
              <a:t> </a:t>
            </a:r>
            <a:r>
              <a:rPr lang="en-US" altLang="zh-TW" dirty="0" err="1"/>
              <a:t>thượng</a:t>
            </a:r>
            <a:r>
              <a:rPr lang="en-US" altLang="zh-TW" dirty="0"/>
              <a:t> </a:t>
            </a:r>
            <a:r>
              <a:rPr lang="en-US" altLang="zh-TW" dirty="0" err="1"/>
              <a:t>ai</a:t>
            </a:r>
            <a:r>
              <a:rPr lang="en-US" altLang="zh-TW" dirty="0"/>
              <a:t> </a:t>
            </a:r>
            <a:r>
              <a:rPr lang="en-US" altLang="zh-TW" dirty="0" err="1"/>
              <a:t>ơi</a:t>
            </a:r>
            <a:r>
              <a:rPr lang="en-US" altLang="zh-TW" dirty="0"/>
              <a:t>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848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必要信靠順服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Hằng</a:t>
            </a:r>
            <a:r>
              <a:rPr lang="en-US" altLang="zh-TW" dirty="0"/>
              <a:t> </a:t>
            </a:r>
            <a:r>
              <a:rPr lang="en-US" altLang="zh-TW" dirty="0" err="1"/>
              <a:t>duy</a:t>
            </a:r>
            <a:r>
              <a:rPr lang="en-US" altLang="zh-TW" dirty="0"/>
              <a:t> 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05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不要背負重擔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不要憂愁悲哀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Còn</a:t>
            </a:r>
            <a:r>
              <a:rPr lang="en-US" altLang="zh-TW" dirty="0"/>
              <a:t> </a:t>
            </a:r>
            <a:r>
              <a:rPr lang="en-US" altLang="zh-TW" dirty="0" err="1"/>
              <a:t>đâu</a:t>
            </a:r>
            <a:r>
              <a:rPr lang="en-US" altLang="zh-TW" dirty="0"/>
              <a:t> </a:t>
            </a:r>
            <a:r>
              <a:rPr lang="en-US" altLang="zh-TW" dirty="0" err="1"/>
              <a:t>phải</a:t>
            </a:r>
            <a:r>
              <a:rPr lang="en-US" altLang="zh-TW" dirty="0"/>
              <a:t> </a:t>
            </a:r>
            <a:r>
              <a:rPr lang="en-US" altLang="zh-TW" dirty="0" err="1"/>
              <a:t>gánh</a:t>
            </a:r>
            <a:r>
              <a:rPr lang="en-US" altLang="zh-TW" dirty="0"/>
              <a:t> </a:t>
            </a:r>
            <a:r>
              <a:rPr lang="en-US" altLang="zh-TW" dirty="0" err="1"/>
              <a:t>nặng</a:t>
            </a:r>
            <a:r>
              <a:rPr lang="en-US" altLang="zh-TW" dirty="0"/>
              <a:t> </a:t>
            </a:r>
            <a:r>
              <a:rPr lang="en-US" altLang="zh-TW" dirty="0" err="1"/>
              <a:t>nề</a:t>
            </a:r>
            <a:r>
              <a:rPr lang="en-US" altLang="zh-TW" dirty="0"/>
              <a:t>, </a:t>
            </a:r>
            <a:r>
              <a:rPr lang="en-US" altLang="zh-TW" dirty="0" err="1"/>
              <a:t>còn</a:t>
            </a:r>
            <a:r>
              <a:rPr lang="en-US" altLang="zh-TW" dirty="0"/>
              <a:t> </a:t>
            </a:r>
            <a:r>
              <a:rPr lang="en-US" altLang="zh-TW" dirty="0" err="1"/>
              <a:t>đâu</a:t>
            </a:r>
            <a:r>
              <a:rPr lang="en-US" altLang="zh-TW" dirty="0"/>
              <a:t> </a:t>
            </a:r>
            <a:r>
              <a:rPr lang="en-US" altLang="zh-TW" dirty="0" err="1"/>
              <a:t>khổ</a:t>
            </a:r>
            <a:r>
              <a:rPr lang="en-US" altLang="zh-TW" dirty="0"/>
              <a:t> </a:t>
            </a:r>
            <a:r>
              <a:rPr lang="en-US" altLang="zh-TW" dirty="0" err="1"/>
              <a:t>ách</a:t>
            </a:r>
            <a:r>
              <a:rPr lang="en-US" altLang="zh-TW" dirty="0"/>
              <a:t> </a:t>
            </a:r>
            <a:r>
              <a:rPr lang="en-US" altLang="zh-TW" dirty="0" err="1"/>
              <a:t>đê</a:t>
            </a:r>
            <a:r>
              <a:rPr lang="en-US" altLang="zh-TW" dirty="0"/>
              <a:t> </a:t>
            </a:r>
            <a:r>
              <a:rPr lang="en-US" altLang="zh-TW" dirty="0" err="1"/>
              <a:t>mê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911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一切勞苦主都能代替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mọi</a:t>
            </a:r>
            <a:r>
              <a:rPr lang="en-US" altLang="zh-TW" dirty="0"/>
              <a:t> </a:t>
            </a:r>
            <a:r>
              <a:rPr lang="en-US" altLang="zh-TW" dirty="0" err="1"/>
              <a:t>việc</a:t>
            </a:r>
            <a:r>
              <a:rPr lang="en-US" altLang="zh-TW" dirty="0"/>
              <a:t> ta </a:t>
            </a:r>
            <a:r>
              <a:rPr lang="en-US" altLang="zh-TW" dirty="0" err="1"/>
              <a:t>Chúa</a:t>
            </a:r>
            <a:r>
              <a:rPr lang="en-US" altLang="zh-TW" dirty="0"/>
              <a:t> </a:t>
            </a:r>
            <a:r>
              <a:rPr lang="en-US" altLang="zh-TW" dirty="0" err="1"/>
              <a:t>toan</a:t>
            </a:r>
            <a:r>
              <a:rPr lang="en-US" altLang="zh-TW" dirty="0"/>
              <a:t> </a:t>
            </a:r>
            <a:r>
              <a:rPr lang="en-US" altLang="zh-TW" dirty="0" err="1"/>
              <a:t>đền</a:t>
            </a:r>
            <a:r>
              <a:rPr lang="en-US" altLang="zh-TW" dirty="0"/>
              <a:t> </a:t>
            </a:r>
            <a:r>
              <a:rPr lang="en-US" altLang="zh-TW" dirty="0" err="1"/>
              <a:t>đáp</a:t>
            </a:r>
            <a:r>
              <a:rPr lang="en-US" altLang="zh-TW" dirty="0"/>
              <a:t> </a:t>
            </a:r>
            <a:r>
              <a:rPr lang="en-US" altLang="zh-TW" dirty="0" err="1"/>
              <a:t>rộng</a:t>
            </a:r>
            <a:r>
              <a:rPr lang="en-US" altLang="zh-TW" dirty="0"/>
              <a:t> </a:t>
            </a:r>
            <a:r>
              <a:rPr lang="en-US" altLang="zh-TW" dirty="0" err="1"/>
              <a:t>trời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894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無有傷心眼淚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無有怨恨怒氣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81031"/>
            <a:ext cx="12192000" cy="10988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sz="3600" dirty="0" err="1"/>
              <a:t>Lòng</a:t>
            </a:r>
            <a:r>
              <a:rPr lang="en-US" altLang="zh-TW" sz="3600" dirty="0"/>
              <a:t> </a:t>
            </a:r>
            <a:r>
              <a:rPr lang="en-US" altLang="zh-TW" sz="3600" dirty="0" err="1"/>
              <a:t>không</a:t>
            </a:r>
            <a:r>
              <a:rPr lang="en-US" altLang="zh-TW" sz="3600" dirty="0"/>
              <a:t> </a:t>
            </a:r>
            <a:r>
              <a:rPr lang="en-US" altLang="zh-TW" sz="3600" dirty="0" err="1"/>
              <a:t>bối</a:t>
            </a:r>
            <a:r>
              <a:rPr lang="en-US" altLang="zh-TW" sz="3600" dirty="0"/>
              <a:t> </a:t>
            </a:r>
            <a:r>
              <a:rPr lang="en-US" altLang="zh-TW" sz="3600" dirty="0" err="1"/>
              <a:t>rối</a:t>
            </a:r>
            <a:r>
              <a:rPr lang="en-US" altLang="zh-TW" sz="3600" dirty="0"/>
              <a:t> lo </a:t>
            </a:r>
            <a:r>
              <a:rPr lang="en-US" altLang="zh-TW" sz="3600" dirty="0" err="1"/>
              <a:t>buồn</a:t>
            </a:r>
            <a:r>
              <a:rPr lang="en-US" altLang="zh-TW" sz="3600" dirty="0"/>
              <a:t>, </a:t>
            </a:r>
            <a:r>
              <a:rPr lang="en-US" altLang="zh-TW" sz="3600" dirty="0" err="1"/>
              <a:t>mặt</a:t>
            </a:r>
            <a:r>
              <a:rPr lang="en-US" altLang="zh-TW" sz="3600" dirty="0"/>
              <a:t> </a:t>
            </a:r>
            <a:r>
              <a:rPr lang="en-US" altLang="zh-TW" sz="3600" dirty="0" err="1"/>
              <a:t>không</a:t>
            </a:r>
            <a:r>
              <a:rPr lang="en-US" altLang="zh-TW" sz="3600" dirty="0"/>
              <a:t> </a:t>
            </a:r>
            <a:r>
              <a:rPr lang="en-US" altLang="zh-TW" sz="3600" dirty="0" err="1"/>
              <a:t>nhăn</a:t>
            </a:r>
            <a:r>
              <a:rPr lang="en-US" altLang="zh-TW" sz="3600" dirty="0"/>
              <a:t> </a:t>
            </a:r>
            <a:r>
              <a:rPr lang="en-US" altLang="zh-TW" sz="3600" dirty="0" err="1"/>
              <a:t>nheo</a:t>
            </a:r>
            <a:r>
              <a:rPr lang="en-US" altLang="zh-TW" sz="3600" dirty="0"/>
              <a:t> </a:t>
            </a:r>
            <a:r>
              <a:rPr lang="en-US" altLang="zh-TW" sz="3600" dirty="0" err="1"/>
              <a:t>thẹn</a:t>
            </a:r>
            <a:r>
              <a:rPr lang="en-US" altLang="zh-TW" sz="3600" dirty="0"/>
              <a:t> </a:t>
            </a:r>
            <a:r>
              <a:rPr lang="en-US" altLang="zh-TW" sz="3600" dirty="0" err="1"/>
              <a:t>thuồng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986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信靠順服人全受福氣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vì</a:t>
            </a:r>
            <a:r>
              <a:rPr lang="en-US" altLang="zh-TW" dirty="0"/>
              <a:t> </a:t>
            </a:r>
            <a:r>
              <a:rPr lang="en-US" altLang="zh-TW" dirty="0" err="1"/>
              <a:t>thật</a:t>
            </a:r>
            <a:r>
              <a:rPr lang="en-US" altLang="zh-TW" dirty="0"/>
              <a:t> </a:t>
            </a:r>
            <a:r>
              <a:rPr lang="en-US" altLang="zh-TW" dirty="0" err="1"/>
              <a:t>được</a:t>
            </a:r>
            <a:r>
              <a:rPr lang="en-US" altLang="zh-TW" dirty="0"/>
              <a:t> </a:t>
            </a:r>
            <a:r>
              <a:rPr lang="en-US" altLang="zh-TW" dirty="0" err="1"/>
              <a:t>phước</a:t>
            </a:r>
            <a:r>
              <a:rPr lang="en-US" altLang="zh-TW" dirty="0"/>
              <a:t> do 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020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信靠順服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以外並無別法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/>
              <a:t>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r>
              <a:rPr lang="en-US" altLang="zh-TW" dirty="0"/>
              <a:t>, </a:t>
            </a:r>
            <a:r>
              <a:rPr lang="en-US" altLang="zh-TW" dirty="0" err="1"/>
              <a:t>nào</a:t>
            </a:r>
            <a:r>
              <a:rPr lang="en-US" altLang="zh-TW" dirty="0"/>
              <a:t> </a:t>
            </a:r>
            <a:r>
              <a:rPr lang="en-US" altLang="zh-TW" dirty="0" err="1"/>
              <a:t>nhờ</a:t>
            </a:r>
            <a:r>
              <a:rPr lang="en-US" altLang="zh-TW" dirty="0"/>
              <a:t> </a:t>
            </a:r>
            <a:r>
              <a:rPr lang="en-US" altLang="zh-TW" dirty="0" err="1"/>
              <a:t>cách</a:t>
            </a:r>
            <a:r>
              <a:rPr lang="en-US" altLang="zh-TW" dirty="0"/>
              <a:t> </a:t>
            </a:r>
            <a:r>
              <a:rPr lang="en-US" altLang="zh-TW" dirty="0" err="1"/>
              <a:t>gì</a:t>
            </a:r>
            <a:r>
              <a:rPr lang="en-US" altLang="zh-TW" dirty="0"/>
              <a:t> </a:t>
            </a:r>
            <a:r>
              <a:rPr lang="en-US" altLang="zh-TW" dirty="0" err="1"/>
              <a:t>trong</a:t>
            </a:r>
            <a:r>
              <a:rPr lang="en-US" altLang="zh-TW" dirty="0"/>
              <a:t> </a:t>
            </a:r>
            <a:r>
              <a:rPr lang="en-US" altLang="zh-TW" dirty="0" err="1"/>
              <a:t>đời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23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若要得耶穌喜樂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muốn</a:t>
            </a:r>
            <a:r>
              <a:rPr lang="en-US" altLang="zh-TW" dirty="0"/>
              <a:t> </a:t>
            </a:r>
            <a:r>
              <a:rPr lang="en-US" altLang="zh-TW" dirty="0" err="1"/>
              <a:t>hưởng</a:t>
            </a:r>
            <a:r>
              <a:rPr lang="en-US" altLang="zh-TW" dirty="0"/>
              <a:t> </a:t>
            </a:r>
            <a:r>
              <a:rPr lang="en-US" altLang="zh-TW" dirty="0" err="1"/>
              <a:t>phước</a:t>
            </a:r>
            <a:r>
              <a:rPr lang="en-US" altLang="zh-TW" dirty="0"/>
              <a:t> </a:t>
            </a:r>
            <a:r>
              <a:rPr lang="en-US" altLang="zh-TW" dirty="0" err="1"/>
              <a:t>thiên</a:t>
            </a:r>
            <a:r>
              <a:rPr lang="en-US" altLang="zh-TW" dirty="0"/>
              <a:t> </a:t>
            </a:r>
            <a:r>
              <a:rPr lang="en-US" altLang="zh-TW" dirty="0" err="1"/>
              <a:t>thượng</a:t>
            </a:r>
            <a:r>
              <a:rPr lang="en-US" altLang="zh-TW" dirty="0"/>
              <a:t> </a:t>
            </a:r>
            <a:r>
              <a:rPr lang="en-US" altLang="zh-TW" dirty="0" err="1"/>
              <a:t>ai</a:t>
            </a:r>
            <a:r>
              <a:rPr lang="en-US" altLang="zh-TW" dirty="0"/>
              <a:t> </a:t>
            </a:r>
            <a:r>
              <a:rPr lang="en-US" altLang="zh-TW" dirty="0" err="1"/>
              <a:t>ơi</a:t>
            </a:r>
            <a:r>
              <a:rPr lang="en-US" altLang="zh-TW" dirty="0"/>
              <a:t>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70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必要信靠順服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Hằng</a:t>
            </a:r>
            <a:r>
              <a:rPr lang="en-US" altLang="zh-TW" dirty="0"/>
              <a:t> </a:t>
            </a:r>
            <a:r>
              <a:rPr lang="en-US" altLang="zh-TW" dirty="0" err="1"/>
              <a:t>duy</a:t>
            </a:r>
            <a:r>
              <a:rPr lang="en-US" altLang="zh-TW" dirty="0"/>
              <a:t> 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306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主與我做朋友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我可常向主求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213101"/>
            <a:ext cx="12192000" cy="10286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sz="3500" dirty="0" err="1"/>
              <a:t>Phàm</a:t>
            </a:r>
            <a:r>
              <a:rPr lang="en-US" altLang="zh-TW" sz="3500" dirty="0"/>
              <a:t> </a:t>
            </a:r>
            <a:r>
              <a:rPr lang="en-US" altLang="zh-TW" sz="3500" dirty="0" err="1"/>
              <a:t>nhơn</a:t>
            </a:r>
            <a:r>
              <a:rPr lang="en-US" altLang="zh-TW" sz="3500" dirty="0"/>
              <a:t> </a:t>
            </a:r>
            <a:r>
              <a:rPr lang="en-US" altLang="zh-TW" sz="3500" dirty="0" err="1"/>
              <a:t>chẳng</a:t>
            </a:r>
            <a:r>
              <a:rPr lang="en-US" altLang="zh-TW" sz="3500" dirty="0"/>
              <a:t> </a:t>
            </a:r>
            <a:r>
              <a:rPr lang="en-US" altLang="zh-TW" sz="3500" dirty="0" err="1"/>
              <a:t>thể</a:t>
            </a:r>
            <a:r>
              <a:rPr lang="en-US" altLang="zh-TW" sz="3500" dirty="0"/>
              <a:t> </a:t>
            </a:r>
            <a:r>
              <a:rPr lang="en-US" altLang="zh-TW" sz="3500" dirty="0" err="1"/>
              <a:t>suy</a:t>
            </a:r>
            <a:r>
              <a:rPr lang="en-US" altLang="zh-TW" sz="3500" dirty="0"/>
              <a:t> </a:t>
            </a:r>
            <a:r>
              <a:rPr lang="en-US" altLang="zh-TW" sz="3500" dirty="0" err="1"/>
              <a:t>lường</a:t>
            </a:r>
            <a:r>
              <a:rPr lang="en-US" altLang="zh-TW" sz="3500" dirty="0"/>
              <a:t>, </a:t>
            </a:r>
            <a:r>
              <a:rPr lang="en-US" altLang="zh-TW" sz="3500" dirty="0" err="1"/>
              <a:t>niềm</a:t>
            </a:r>
            <a:r>
              <a:rPr lang="en-US" altLang="zh-TW" sz="3500" dirty="0"/>
              <a:t> </a:t>
            </a:r>
            <a:r>
              <a:rPr lang="en-US" altLang="zh-TW" sz="3500" dirty="0" err="1"/>
              <a:t>vui</a:t>
            </a:r>
            <a:r>
              <a:rPr lang="en-US" altLang="zh-TW" sz="3500" dirty="0"/>
              <a:t> </a:t>
            </a:r>
            <a:r>
              <a:rPr lang="en-US" altLang="zh-TW" sz="3500" dirty="0" err="1"/>
              <a:t>của</a:t>
            </a:r>
            <a:r>
              <a:rPr lang="en-US" altLang="zh-TW" sz="3500" dirty="0"/>
              <a:t> </a:t>
            </a:r>
            <a:r>
              <a:rPr lang="en-US" altLang="zh-TW" sz="3500" dirty="0" err="1"/>
              <a:t>Đấng</a:t>
            </a:r>
            <a:r>
              <a:rPr lang="en-US" altLang="zh-TW" sz="3500" dirty="0"/>
              <a:t> </a:t>
            </a:r>
            <a:r>
              <a:rPr lang="en-US" altLang="zh-TW" sz="3500" dirty="0" err="1"/>
              <a:t>yêu</a:t>
            </a:r>
            <a:r>
              <a:rPr lang="en-US" altLang="zh-TW" sz="3500" dirty="0"/>
              <a:t> </a:t>
            </a:r>
            <a:r>
              <a:rPr lang="en-US" altLang="zh-TW" sz="3500" dirty="0" err="1"/>
              <a:t>thương</a:t>
            </a:r>
            <a:endParaRPr lang="en-US" sz="35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972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救主攜我手一路同走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thực</a:t>
            </a:r>
            <a:r>
              <a:rPr lang="en-US" altLang="zh-TW" dirty="0"/>
              <a:t> </a:t>
            </a:r>
            <a:r>
              <a:rPr lang="en-US" altLang="zh-TW" dirty="0" err="1"/>
              <a:t>nghiệm</a:t>
            </a:r>
            <a:r>
              <a:rPr lang="en-US" altLang="zh-TW" dirty="0"/>
              <a:t> </a:t>
            </a:r>
            <a:r>
              <a:rPr lang="en-US" altLang="zh-TW" dirty="0" err="1"/>
              <a:t>duy</a:t>
            </a:r>
            <a:r>
              <a:rPr lang="en-US" altLang="zh-TW" dirty="0"/>
              <a:t> </a:t>
            </a:r>
            <a:r>
              <a:rPr lang="en-US" altLang="zh-TW" dirty="0" err="1"/>
              <a:t>kẻ</a:t>
            </a:r>
            <a:r>
              <a:rPr lang="en-US" altLang="zh-TW" dirty="0"/>
              <a:t> </a:t>
            </a:r>
            <a:r>
              <a:rPr lang="en-US" altLang="zh-TW" dirty="0" err="1"/>
              <a:t>vui</a:t>
            </a:r>
            <a:r>
              <a:rPr lang="en-US" altLang="zh-TW" dirty="0"/>
              <a:t> </a:t>
            </a:r>
            <a:r>
              <a:rPr lang="en-US" altLang="zh-TW" dirty="0" err="1"/>
              <a:t>lòng</a:t>
            </a:r>
            <a:r>
              <a:rPr lang="en-US" altLang="zh-TW" dirty="0"/>
              <a:t> </a:t>
            </a:r>
            <a:r>
              <a:rPr lang="en-US" altLang="zh-TW" dirty="0" err="1"/>
              <a:t>hiến</a:t>
            </a:r>
            <a:r>
              <a:rPr lang="en-US" altLang="zh-TW" dirty="0"/>
              <a:t> </a:t>
            </a:r>
            <a:r>
              <a:rPr lang="en-US" altLang="zh-TW" dirty="0" err="1"/>
              <a:t>trọn</a:t>
            </a:r>
            <a:r>
              <a:rPr lang="en-US" altLang="zh-TW" dirty="0"/>
              <a:t> </a:t>
            </a:r>
            <a:r>
              <a:rPr lang="en-US" altLang="zh-TW" dirty="0" err="1"/>
              <a:t>đời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445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主吩咐我就遵  主差遣我就行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Nhờ</a:t>
            </a:r>
            <a:r>
              <a:rPr lang="en-US" altLang="zh-TW" dirty="0"/>
              <a:t> </a:t>
            </a:r>
            <a:r>
              <a:rPr lang="en-US" altLang="zh-TW" dirty="0" err="1"/>
              <a:t>ân</a:t>
            </a:r>
            <a:r>
              <a:rPr lang="en-US" altLang="zh-TW" dirty="0"/>
              <a:t> </a:t>
            </a:r>
            <a:r>
              <a:rPr lang="en-US" altLang="zh-TW" dirty="0" err="1"/>
              <a:t>điển</a:t>
            </a:r>
            <a:r>
              <a:rPr lang="en-US" altLang="zh-TW" dirty="0"/>
              <a:t> </a:t>
            </a:r>
            <a:r>
              <a:rPr lang="en-US" altLang="zh-TW" dirty="0" err="1"/>
              <a:t>Chúa</a:t>
            </a:r>
            <a:r>
              <a:rPr lang="en-US" altLang="zh-TW" dirty="0"/>
              <a:t> </a:t>
            </a:r>
            <a:r>
              <a:rPr lang="en-US" altLang="zh-TW" dirty="0" err="1"/>
              <a:t>dạy</a:t>
            </a:r>
            <a:r>
              <a:rPr lang="en-US" altLang="zh-TW" dirty="0"/>
              <a:t> </a:t>
            </a:r>
            <a:r>
              <a:rPr lang="en-US" altLang="zh-TW" dirty="0" err="1"/>
              <a:t>bày</a:t>
            </a:r>
            <a:r>
              <a:rPr lang="en-US" altLang="zh-TW" dirty="0"/>
              <a:t>, </a:t>
            </a:r>
            <a:r>
              <a:rPr lang="en-US" altLang="zh-TW" dirty="0" err="1"/>
              <a:t>sự</a:t>
            </a:r>
            <a:r>
              <a:rPr lang="en-US" altLang="zh-TW" dirty="0"/>
              <a:t> </a:t>
            </a:r>
            <a:r>
              <a:rPr lang="en-US" altLang="zh-TW" dirty="0" err="1"/>
              <a:t>vui</a:t>
            </a:r>
            <a:r>
              <a:rPr lang="en-US" altLang="zh-TW" dirty="0"/>
              <a:t> </a:t>
            </a:r>
            <a:r>
              <a:rPr lang="en-US" altLang="zh-TW" dirty="0" err="1"/>
              <a:t>vẻ</a:t>
            </a:r>
            <a:r>
              <a:rPr lang="en-US" altLang="zh-TW" dirty="0"/>
              <a:t> </a:t>
            </a:r>
            <a:r>
              <a:rPr lang="en-US" altLang="zh-TW" dirty="0" err="1"/>
              <a:t>ấy</a:t>
            </a:r>
            <a:r>
              <a:rPr lang="en-US" altLang="zh-TW" dirty="0"/>
              <a:t> chi </a:t>
            </a:r>
            <a:r>
              <a:rPr lang="en-US" altLang="zh-TW" dirty="0" err="1"/>
              <a:t>tày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869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信靠順服人終必成就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thuộc</a:t>
            </a:r>
            <a:r>
              <a:rPr lang="en-US" altLang="zh-TW" dirty="0"/>
              <a:t> </a:t>
            </a:r>
            <a:r>
              <a:rPr lang="en-US" altLang="zh-TW" dirty="0" err="1"/>
              <a:t>mọi</a:t>
            </a:r>
            <a:r>
              <a:rPr lang="en-US" altLang="zh-TW" dirty="0"/>
              <a:t> </a:t>
            </a:r>
            <a:r>
              <a:rPr lang="en-US" altLang="zh-TW" dirty="0" err="1"/>
              <a:t>kẻ</a:t>
            </a:r>
            <a:r>
              <a:rPr lang="en-US" altLang="zh-TW" dirty="0"/>
              <a:t> </a:t>
            </a:r>
            <a:r>
              <a:rPr lang="en-US" altLang="zh-TW" dirty="0" err="1"/>
              <a:t>quyết</a:t>
            </a:r>
            <a:r>
              <a:rPr lang="en-US" altLang="zh-TW" dirty="0"/>
              <a:t> </a:t>
            </a:r>
            <a:r>
              <a:rPr lang="en-US" altLang="zh-TW" dirty="0" err="1"/>
              <a:t>tâm</a:t>
            </a:r>
            <a:r>
              <a:rPr lang="en-US" altLang="zh-TW" dirty="0"/>
              <a:t> 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435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信靠順服</a:t>
            </a:r>
            <a:r>
              <a:rPr lang="en-US" altLang="zh-CN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以外並無別法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/>
              <a:t>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r>
              <a:rPr lang="en-US" altLang="zh-TW" dirty="0"/>
              <a:t>, </a:t>
            </a:r>
            <a:r>
              <a:rPr lang="en-US" altLang="zh-TW" dirty="0" err="1"/>
              <a:t>nào</a:t>
            </a:r>
            <a:r>
              <a:rPr lang="en-US" altLang="zh-TW" dirty="0"/>
              <a:t> </a:t>
            </a:r>
            <a:r>
              <a:rPr lang="en-US" altLang="zh-TW" dirty="0" err="1"/>
              <a:t>nhờ</a:t>
            </a:r>
            <a:r>
              <a:rPr lang="en-US" altLang="zh-TW" dirty="0"/>
              <a:t> </a:t>
            </a:r>
            <a:r>
              <a:rPr lang="en-US" altLang="zh-TW" dirty="0" err="1"/>
              <a:t>cách</a:t>
            </a:r>
            <a:r>
              <a:rPr lang="en-US" altLang="zh-TW" dirty="0"/>
              <a:t> </a:t>
            </a:r>
            <a:r>
              <a:rPr lang="en-US" altLang="zh-TW" dirty="0" err="1"/>
              <a:t>gì</a:t>
            </a:r>
            <a:r>
              <a:rPr lang="en-US" altLang="zh-TW" dirty="0"/>
              <a:t> </a:t>
            </a:r>
            <a:r>
              <a:rPr lang="en-US" altLang="zh-TW" dirty="0" err="1"/>
              <a:t>trong</a:t>
            </a:r>
            <a:r>
              <a:rPr lang="en-US" altLang="zh-TW" dirty="0"/>
              <a:t> </a:t>
            </a:r>
            <a:r>
              <a:rPr lang="en-US" altLang="zh-TW" dirty="0" err="1"/>
              <a:t>đời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964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若要得耶穌喜樂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muốn</a:t>
            </a:r>
            <a:r>
              <a:rPr lang="en-US" altLang="zh-TW" dirty="0"/>
              <a:t> </a:t>
            </a:r>
            <a:r>
              <a:rPr lang="en-US" altLang="zh-TW" dirty="0" err="1"/>
              <a:t>hưởng</a:t>
            </a:r>
            <a:r>
              <a:rPr lang="en-US" altLang="zh-TW" dirty="0"/>
              <a:t> </a:t>
            </a:r>
            <a:r>
              <a:rPr lang="en-US" altLang="zh-TW" dirty="0" err="1"/>
              <a:t>phước</a:t>
            </a:r>
            <a:r>
              <a:rPr lang="en-US" altLang="zh-TW" dirty="0"/>
              <a:t> </a:t>
            </a:r>
            <a:r>
              <a:rPr lang="en-US" altLang="zh-TW" dirty="0" err="1"/>
              <a:t>thiên</a:t>
            </a:r>
            <a:r>
              <a:rPr lang="en-US" altLang="zh-TW" dirty="0"/>
              <a:t> </a:t>
            </a:r>
            <a:r>
              <a:rPr lang="en-US" altLang="zh-TW" dirty="0" err="1"/>
              <a:t>thượng</a:t>
            </a:r>
            <a:r>
              <a:rPr lang="en-US" altLang="zh-TW" dirty="0"/>
              <a:t> </a:t>
            </a:r>
            <a:r>
              <a:rPr lang="en-US" altLang="zh-TW" dirty="0" err="1"/>
              <a:t>ai</a:t>
            </a:r>
            <a:r>
              <a:rPr lang="en-US" altLang="zh-TW" dirty="0"/>
              <a:t> </a:t>
            </a:r>
            <a:r>
              <a:rPr lang="en-US" altLang="zh-TW" dirty="0" err="1"/>
              <a:t>ơi</a:t>
            </a:r>
            <a:r>
              <a:rPr lang="en-US" altLang="zh-TW" dirty="0"/>
              <a:t>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683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必要信靠順服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vi-VN"/>
            </a:defPPr>
            <a:lvl1pPr indent="0" algn="ctr" defTabSz="1219170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altLang="zh-TW" dirty="0" err="1"/>
              <a:t>Hằng</a:t>
            </a:r>
            <a:r>
              <a:rPr lang="en-US" altLang="zh-TW" dirty="0"/>
              <a:t> </a:t>
            </a:r>
            <a:r>
              <a:rPr lang="en-US" altLang="zh-TW" dirty="0" err="1"/>
              <a:t>duy</a:t>
            </a:r>
            <a:r>
              <a:rPr lang="en-US" altLang="zh-TW" dirty="0"/>
              <a:t> tin </a:t>
            </a:r>
            <a:r>
              <a:rPr lang="en-US" altLang="zh-TW" dirty="0" err="1"/>
              <a:t>cậy</a:t>
            </a:r>
            <a:r>
              <a:rPr lang="en-US" altLang="zh-TW" dirty="0"/>
              <a:t> </a:t>
            </a:r>
            <a:r>
              <a:rPr lang="en-US" altLang="zh-TW" dirty="0" err="1"/>
              <a:t>vâng</a:t>
            </a:r>
            <a:r>
              <a:rPr lang="en-US" altLang="zh-TW" dirty="0"/>
              <a:t> </a:t>
            </a:r>
            <a:r>
              <a:rPr lang="en-US" altLang="zh-TW" dirty="0" err="1"/>
              <a:t>lời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2421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632</Words>
  <Application>Microsoft Office PowerPoint</Application>
  <PresentationFormat>Widescreen</PresentationFormat>
  <Paragraphs>74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微軟正黑體</vt:lpstr>
      <vt:lpstr>Arial</vt:lpstr>
      <vt:lpstr>Calibri</vt:lpstr>
      <vt:lpstr>Theme1</vt:lpstr>
      <vt:lpstr>宣 80 - 信靠順服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信靠順服</dc:title>
  <dc:creator>Windows User</dc:creator>
  <cp:lastModifiedBy>Uncle Jo</cp:lastModifiedBy>
  <cp:revision>5</cp:revision>
  <dcterms:created xsi:type="dcterms:W3CDTF">2022-04-14T11:34:27Z</dcterms:created>
  <dcterms:modified xsi:type="dcterms:W3CDTF">2025-11-22T15:49:09Z</dcterms:modified>
</cp:coreProperties>
</file>