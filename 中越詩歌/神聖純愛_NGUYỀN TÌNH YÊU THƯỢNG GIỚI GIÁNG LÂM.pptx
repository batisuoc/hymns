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26/01/2025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211B - 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神聖純愛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36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NGUYỀN TÌNH YÊU THƯỢNG GIỚI GIÁNG LÂM</a:t>
            </a:r>
            <a:r>
              <a:rPr lang="en-US" sz="36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36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(TC 224)</a:t>
            </a:r>
            <a:endParaRPr lang="zh-TW" altLang="en-US" sz="36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神聖純愛超乎萬愛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tình yêu thượng giới giáng lâm ngay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065CA-15C8-E7F7-6ACE-0BB8072E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178276A-C924-AA7C-F2C0-4521D7C02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天上歡樂降人間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8A80B55-0423-87CB-C720-2E25A5EF21B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 tuyệt đối kia hoan lạc trời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E37E5-8F4D-7E97-24FA-F80875420F3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903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947EC-E0E7-D461-1893-217C3112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3A7F55F-F4A8-9B9C-5F41-D6CCAE59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懇求屈尊居我心中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077D433-A485-7E41-8BC3-238D4D7F92A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đặt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giữa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3F7411-09AA-3040-03BE-86F79F02B64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047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84F3-A82B-927E-7FB0-A841674A1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EC3A76F-B0B4-CAC5-939E-4A52CA0F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超過尋常恩萬般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18CAD1A-4D59-7D75-B726-15A8231B3D7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điểm trang ơn thiêng đẹp tươi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1CE4F-0E63-BC46-F8A5-6E048D381E7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3768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890B-E760-9C02-C187-CD9B1170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B87F149-6CDB-E726-DF87-B8C2F9CB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耶穌主是萬愛結晶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88E618-B917-AE27-8C0D-A73FC98633C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-sus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chân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819BCD-6F3C-C4EF-AAE8-72787603686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5177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3A46-3D31-BF91-57B7-4E60A4222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7E4D44B-4701-7E8A-681D-17C05B924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憐憫慈悲集大成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A1A6882-66A3-940F-147F-9F03230D077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thánh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khiết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sâu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thẳm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D77EC-9CF7-0D4A-8F5E-34AC06B1E544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421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D35B-9B22-9722-A11C-FD5D188EA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D57A74C-E5A3-DC37-5E79-2E9A91206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救攜救恩惠然來臨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CC2169C-EC2B-9574-A9E8-C3BEACF5679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Cầu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đem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sự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cứu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rỗi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E74FA-85AE-158F-E83E-1F8B67F178C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4411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9AC5-EFFE-11F9-EAEC-55E3A06B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B5F58AC-6C54-D7D6-168E-EC59CE1BC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進入顆顆戰慄心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7403374-4536-E7C2-8884-9E70158E063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Ngự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run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sợ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31DD5-E0D5-55DC-ABD4-F49ECB35CF0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3297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213B-05D9-B604-A25E-BE7B50F3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960920A-DC7F-8F7B-904D-9BA32729F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懇求主將愛的精神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DF7CC86-8D04-F95B-7069-C00BD726EB0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hà hơi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bằng Thánh Linh yêu thương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84FC6-2685-180A-1ECB-45E016BFA411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447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9E2A-7350-D73F-926F-C6C350AA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957BC50-4CDF-943D-336C-CEC39E496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吹入每顆煩惱心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A2E536B-0449-6F62-B58C-3A8D1027C28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đang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lo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buồn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7473F-5F2D-BCD5-29A1-B62AFA98DF0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5939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8F1C-E005-7DB8-0CAD-84D36FD22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C0CBA0A-0834-13B1-78D2-3FBA3A2DC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主所應許甜蜜安息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27759F5-4184-AA81-9579-19ECA357B78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cùng được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thừa kế phước vô cương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0F331-6747-55A4-97D0-BABE87191A8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867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E688-9DD9-6AA3-B744-FB07CBD0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E37CA2C-FE20-E474-A330-EF85772B8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但願人人得繼承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7B2B36B-64E2-F344-F5D1-592F4DD1A84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thảy nghỉ yên như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dự ngôn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83998-BC7E-D2BF-4445-B3710C2DAA3F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4378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940FE-6E65-C910-F3EC-17BECA9B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057168D-4C89-84A8-F955-0EA991B91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懇求去掉愛罪心懷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31CADCC-7B8E-8457-6695-7026FCEE36D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xua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bao vi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phạm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khỏi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F1FA9-9AB8-0AA0-8483-FC1BB142C4A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745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3B0A-F64D-3379-4CF9-33090439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EB61164-E1F6-9277-165A-7377D085D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成全我靈始與終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851C8C5-E5C1-25F9-ED55-4EC674C6C1A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mau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phóng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thích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A6453-2798-7AB9-6EA2-F5A669D98B7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8374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3C896-D7D1-7804-4B1C-DCE40083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EEDFF0B-2472-BB49-F8AC-81B2E35E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信的結果美如開端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43FAC81-DE33-B262-0C68-CA39EC9DBE0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An-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Ô-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mê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-ga nay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93996-421B-E82F-3399-29C73733654D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6601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F499F-07E1-6051-3413-A2D1F3DF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54BE1F-20D5-7E05-0170-E662F890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自由釋放我心衷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98B4F61-A24F-9480-0F81-8F61C1E2F96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Nguồn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gốc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đức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duy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85A3-3C0B-2AC3-D219-B562A45DF2EA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2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894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4FE45-42E6-0055-0AD4-0865E0D6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820B21F-1FD8-1D2F-6813-F8D3DC3D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全能神阿求來救拯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50A5129-10B4-5CDD-87AF-43849055E10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Mời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ngự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vào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liêng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17088-F65A-8CC1-2905-DC9156533B05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7302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0158-1BB1-4366-63E3-84FB09437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F85EBF7-1D27-5B55-0C2B-3FB7C440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容我接受主生命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C0AC021-B456-0AD4-D543-D464A3C776D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đầy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mạng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D5E1F-9719-7583-2FAA-4314D98B79D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8328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36E6A-A97F-5E20-4A0C-8653C6900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29D0E03-6CBC-2D60-E1AA-FF711D34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我心主殿願主忽臨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80CC821-FE69-42CA-3B3C-1C9E2132648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tất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nhiên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A80B7B-0FAD-7169-901E-99004FD3B4F7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302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3D97-A098-3133-199E-075DB3A0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7F6B3DB-E4E6-3646-4CD3-4AEF6EC2B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永不永不離我心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1D44056-032E-AFF9-7FA0-1A894A73396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Ngự mãi mãi nơi tâm điền đây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FC5D4-B82A-403D-05A2-A1B9639C66D0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042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05E2-B613-632C-3CD1-A57774C0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4B6CA19-7800-EB45-1EE5-DCB3C521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但願時常頌主事主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95E65C7-1938-E80B-376E-A5754D6E283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Nơi thiên binh cung dịch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 tận thiền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97A2-17C0-AE1C-03C2-819E4F9D352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284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AEF22-C1D3-73A5-3819-C2CDBDAA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B139E9D-1B38-A82D-C010-282DE3624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猶如天上眾天軍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CD28EFB-771D-1A61-DDB7-FD1C7C1D66A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 ca chúc luôn luôn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 ngai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55AA5-EA8E-DE2E-BDDB-8EF85B183519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7446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53BD-F5CA-BB58-50BD-A3B9DFBC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CD060AA-465B-4A94-7971-BD71F6709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祈禱讚揚永無停止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978650-376E-0AE9-8A99-331384C786E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cầu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tán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biên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3FEB4-C533-2C18-E170-FD68B19689B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46356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6CA4-F06A-F357-97BE-8EBD65EB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F5AE337-6F1D-0860-0E1C-FACE151E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完全愛裏永歡欣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C5D9BC7-9DF6-2311-7671-832A58F80E3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Thần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diệu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phai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2D2EB-E917-AA33-7CB9-CEB2E91E331E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3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51072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3E55-FE44-CEE1-3E9B-607E2032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4A88410-E0DE-AF99-E08D-834E3E470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求主完成再造深恩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544581C-7D08-D204-984A-9A7CD7C13A3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vật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53043E-34B4-5B61-09AB-0D2F14729230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11930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F3CC0-6448-AD09-5134-913AD7A8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84FFF18-6DE1-A514-CD17-62A85A44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使我潔清無瑕疵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9C6C60F-3F6B-06EE-E47F-0C21DA22FE8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sạch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ngần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E78A7-B832-5A8F-9165-FFCDB014B98C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1500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0D68E-3C6E-C148-19A3-B71A2E17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492263B-CFD2-708A-FAC2-53FD3F9EB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使我能見宏大救恩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1501504-017B-7060-F3C8-036C0221C92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được xem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dòng cứu rỗi láng lai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E5A948-29AB-942A-AA52-A88EF1D34463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783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CA3-D93A-002A-6CDE-C4A16CC7A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9BC478E-85A7-BDAD-DB41-8CD174F2C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再得歸回主愛裏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384F1C3-8987-8C00-252D-0369B929D55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 giúp chúng tôi luôn phục hưng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99E96-1DB4-5256-7DAE-A5AAB2BBE6D2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046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7B42-990E-1761-E459-FDAB0CFC0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1E42F8B-108A-7165-4B62-A98E3C959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願從光榮再進光榮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D1E04AF-C7AF-81B5-484D-A8ABC779A30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Mong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sao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lên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nhận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chỗ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39921-A6A8-3D38-5603-AED92AF0008B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8405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F305-6B04-84B1-3DDF-D53FB593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82EAE2F-6AD2-EF16-CD09-BD660436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身列天班長供奉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7BB5D2C-8015-0886-BF17-DDD0FEB3C1D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Trông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đến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7E366-680C-B447-9F54-84C27019F22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56604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C80D-10BD-BE73-8318-36475031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87C3A72-2C0A-CDC5-E4C9-F827CB9EF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到時冠冕主前拋擲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99ECB06-E3C9-F757-90B4-55173296B44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Cùng đội kim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miện trước Chúa vui tươi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66120-A0DD-C7D6-B618-A21B975FBA78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6666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0799-538A-BC86-D3C3-F4B1C514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4DAB23A-EDA9-D9FA-FA7C-44D8FB9FD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忘形愛頌驚奇中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A538F4E-8947-021A-7376-C292B08CB2E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Ngập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bể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ái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kinh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ngạc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,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tụng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F25598-23DF-28B3-147E-A5EDA3822746}"/>
              </a:ext>
            </a:extLst>
          </p:cNvPr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4 / 4 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8299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33</TotalTime>
  <Words>661</Words>
  <Application>Microsoft Office PowerPoint</Application>
  <PresentationFormat>Widescreen</PresentationFormat>
  <Paragraphs>98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7</cp:revision>
  <dcterms:created xsi:type="dcterms:W3CDTF">2025-01-26T16:20:48Z</dcterms:created>
  <dcterms:modified xsi:type="dcterms:W3CDTF">2025-01-26T16:54:14Z</dcterms:modified>
</cp:coreProperties>
</file>