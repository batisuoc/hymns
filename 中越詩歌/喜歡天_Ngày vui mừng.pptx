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7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0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3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5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0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2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7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BEE92-56CC-4F21-BB75-A9B628D9238C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DE382-6161-428A-AFCB-5A63800B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7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喜歡天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806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喜歡天  讚不斷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à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vui mừng tôn vinh Chúa không thôi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27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心中歡欣樂倍添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niềm vui đầy dẫy trong lòng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6591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我主為我施恩典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ban ơn cho tôi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514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令我此刻勝從前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iúp tôi sống tốt hơn trước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706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只求有飽暖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ban đời sống ấm no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332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靈糧日享喝甘泉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à nuôi dưỡng tâm linh tôi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6850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貪婪罪惡皆避遠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 nguyện lánh xa tội lỗi tham lam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0734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效法基督聖潔完全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ọc theo gương thánh khiết của Chúa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1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582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喜歡天  你可願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muốn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16737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得享主愛度每天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Mỗi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ngày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được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hưởng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887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放開懷抱將心顯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Hãy hướng lòng về Chúa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8400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讓主施恩進駐裡面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</a:t>
            </a: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ời Ngài ngự vào lòng bạn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271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使你親嚐那永生愛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Bạn sẽ nếm trải tình yêu đời đời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903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無窮大恩設盛宴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và ơn ban phong phú của Chúa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8184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你的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心靈會改變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Tâm hồn bạn sẽ được đổi thay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492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內有豐足喜樂泉源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đầy dẫy niềm vui Chúa ban</a:t>
            </a:r>
            <a:endParaRPr lang="en-US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2 / 2</a:t>
            </a:r>
            <a:r>
              <a:rPr lang="en-US" sz="3733" b="1" dirty="0">
                <a:solidFill>
                  <a:srgbClr val="000066"/>
                </a:solidFill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57075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0C947AA-E878-4387-BE9D-589F450EFB2D}" vid="{E1718405-23E7-4778-B443-999E460CE3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74</TotalTime>
  <Words>308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batisuoc</dc:creator>
  <cp:lastModifiedBy>batisuoc</cp:lastModifiedBy>
  <cp:revision>2</cp:revision>
  <dcterms:created xsi:type="dcterms:W3CDTF">2023-10-27T17:28:37Z</dcterms:created>
  <dcterms:modified xsi:type="dcterms:W3CDTF">2025-02-13T06:05:51Z</dcterms:modified>
</cp:coreProperties>
</file>