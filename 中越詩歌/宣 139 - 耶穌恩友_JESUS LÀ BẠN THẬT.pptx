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20/02/2026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139 - 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耶穌恩友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JÊ-SUS LÀ BẠN THẬT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(TC 253)</a:t>
            </a:r>
            <a:endParaRPr lang="zh-TW" altLang="en-US" sz="48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救主為我親愛知心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Ôi, Jê-sus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ta là Bạn thật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5E88-A5C4-5897-718F-D3281720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0FC2CFD-E0A9-B9F3-3935-3E4EB5BEE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擔當我諸般苦憂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A61A744-B3C4-FC5C-B70B-261DE558EF1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Bằng lòng gánh tội lỗi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chúng ta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D0423-8F74-5C9F-5BB0-72EA5794576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228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5BE0-2C85-1A4F-57D5-5CE02B60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AE602B0-33A0-C134-6B2D-61BB501A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一切事務憂喜甘苦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8D2FEBA-375D-4058-3178-7BF16FBB4F6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Ban ơn chúng ta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hôm mai thân mật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02340-B635-8098-510E-D8CF09B6275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241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5321-0B07-128D-575F-B8C67A6C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9C451A9-180E-5469-9AD6-09B12A9A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俱在耶穌恩座求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4D31D86-1460-9366-A28D-428DA4320FC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Trình lên Chúa bao tâm sự ta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E8E67-FF0A-C32A-E17F-4BC32539450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728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1949-6FF3-45FF-EDBB-F2F3770B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B1DBE2F-D142-FCE4-8D8D-40F172137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喜樂平安屢屢失去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9ADF25A-133F-6E43-27B4-14DD1D1D75E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Bao lần ta bối rối ngập sầu tư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D4CAA-962C-40DB-7CD6-7B64940075F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731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C9F6-9383-5755-5951-5AA11E80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776EBB6-145D-75E8-1A7F-832667C96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有時痛苦淚直流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F62DD19-14A7-6C11-D81A-419C70B0BF3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Lắm lúc tâm hồn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bỗng bồi hồi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22ADC-BB8D-D844-C3D4-ED48E44BD2F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85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A0676-BB53-9870-29F6-EF358D63A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47719E4-7C8A-2782-DDCE-C226D0A94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皆因世俗情慾纏繞</a:t>
            </a:r>
            <a:endParaRPr lang="en-US" altLang="zh-CN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C9A64E-1B8C-3CC5-9568-0835DC8984A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Nguyên do chúng ta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chẳng đem tâm sự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52FE4-D996-5D2A-AB47-813E0CC9AB3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1525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AD59-4091-58B7-5949-060BD044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5A54CD3-B665-931D-3BEB-D5B47DFF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少在耶穌恩座求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D873829-F078-D6B8-822D-D8E200B597B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Trình ra trước Jê-sus mà thôi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DD490-9D9A-0382-0F91-5BAA95B48EB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895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B599-69DC-68B6-5210-8C85212A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025F579-8BEA-F61F-B384-9150B17E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或受魔鬼誘惑試探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B0A68B8-9F38-F0B5-3690-B8048CD9A4F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Ai trong chúng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 đang chịu thử rèn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21058-12E5-934A-7954-482619C4625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9072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1A908-5143-ADD7-A686-25719434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9E9C0DC-60B8-E68D-B134-DD44D6FA4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或有逼迫與憂愁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D66A575-816E-67FF-61C1-D5100A56CEE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Hồn linh luống sầu não,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đảo điên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40AE7-B793-0A5A-F111-BD47286784C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3613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842B-879A-F8ED-0725-0DAD0B3D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C962898-FE76-6FB5-A3CD-6698EC26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切莫絕望心須剛強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0656C68-D7D8-D567-BD95-2F0C07D327A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Bao nhiêu khúc nôi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không nao, không thẹn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C5892-7C17-CD0C-D7D9-5727B30B884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399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2FDF8-5BF0-AD20-A2A5-8E786711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62E3FF3-42A3-B6E6-AF13-2F1ABA130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多在耶穌恩座求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9AAB1A9-A734-6DB4-A173-5F793A98F47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Trình lên Chúa chẳng nên trì diên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D1458-C94F-9E4B-9DFB-5F0BD533F92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216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513E-CAAC-F7F6-1541-A66F4E37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64ADF39-A651-4B4F-9011-09C42837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耶穌深知我們軟弱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9A414EF-03DA-B05D-C1AC-4538B8AB477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 tìm đâu thiết hữu bằng Ngài nay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6BFB6-6D7C-216F-11E0-CB86FAED822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18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9051-7858-3645-FC6E-0F432D51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8B4BD50-6181-A687-1A98-314F857C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搭救體恤愛無休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966FEDA-F19A-7B73-9F67-B64F817B2E0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Sẵn xẻ chia đoạn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khổ chặng phiền?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06684-4932-A731-9051-641F378A8B5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9669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DFDD-D6BD-3633-650F-3A6E8E25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D908E94-5D35-9F8E-0A1A-0DDB8C0F7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確實信心堅持到底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8119F16-E08A-466D-59C6-E676F8B0139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Duy Jê-sus rõ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khúc nôi ta rày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96DCA-50D4-3CE3-F48C-8BF47E6EECA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7635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B3BC-5E1A-9DB0-9D4D-1F5DE2C3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5A43FEE-B91D-4067-002F-AF7925F51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常在耶穌恩坐求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02A0E01-ED5A-D592-9D20-1003E38B403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Vậy mau khẩn đảo nơi bệ thiêng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ABACA-DA97-FE4C-F3D9-4289F2A9AD6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6443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BA2B-65B3-C669-9CF3-EE9A6FA3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BC445B7-2BD8-8089-19DD-F186AB9B6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時而軟弱多有愁苦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FBEF9A8-3F53-C766-DD08-EC933DCDB6D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Ai trong chúng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ta bên lòng trìu trịu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A4D0E-C0A7-71A6-26EE-85CE6492804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947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DC23-70F7-3698-4F43-EE5C2526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8908997-5E7E-5AA2-75FD-D684DB372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事務煩矣且無謀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F560C5D-5B68-E453-733D-30D47AD9F5D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Nghìn sầu não chồng chất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ngổn ngang?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2FECD-BF45-43F9-D6B5-B83C62F955D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6303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6E7B-643B-E409-050D-07C3A02B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50B1802-0D47-7D23-8D99-3B52A579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忽想奔至全能救主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C72C79A-13C7-4E0F-0DDC-5494024673A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Ta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-sus lo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liệu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A9BD0-CDCB-A411-43A5-C25800E3937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3118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74D6B-1643-276B-68BD-ED375907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1B7C8DC-CC06-683C-EF24-2958C4F7D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樂向耶穌恩座求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5F27F9E-BF57-D112-21E3-34B1E9FED82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vui xuống phước,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ban bình an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5ABCE-A274-0AA4-9216-D1B6E123494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1173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13891-1AE3-DE3D-F53B-01F2CFA1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1445AE3-0FFE-996C-F10F-D41511780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親或輕我友或離我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61A3A3B-88C5-E7AF-8B9F-CD890787604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Khi bạn anh chán bỏ và cười chê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E211B-153A-590B-04BD-8DD4CE10316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7013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C8AF-03ED-C520-D0E0-0FEC21E6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2AC92CE-5908-9AB6-0900-A47BF9BC4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財寶名利無存留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4F4D52A-D34C-3E1E-7BF8-71EE022AC2B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Khá đến khai trình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hết cho Ngài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33BFE-0D70-8950-E07A-6FE214AE453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0026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17D0-A81D-B5DA-F3BF-F9C49DD2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68C1C7E-11C1-8F2A-E09E-C48BB6B66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惟一恆友極其穩妥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AB82934-F389-2F38-65D5-743A7E91908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Duy Jê-sus ban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an nhiên trăm bề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ABF68-7C39-1988-E0D7-35E14BD0F49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7727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6E2D-8FC3-21A9-BCD8-FA4DE80B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1A61194-2445-9165-6989-809ACC908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常在耶穌恩坐求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A86EC84-2B87-48F9-FE4B-043C38D186D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Hằng che chở dưới tay quyền oai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1C774F-2113-6FB9-4F34-AAA3077A393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595987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63</TotalTime>
  <Words>496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5</cp:revision>
  <dcterms:created xsi:type="dcterms:W3CDTF">2026-02-20T15:24:48Z</dcterms:created>
  <dcterms:modified xsi:type="dcterms:W3CDTF">2026-02-20T16:28:26Z</dcterms:modified>
</cp:coreProperties>
</file>