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7237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5756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0969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4800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1604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599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400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3488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516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153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3159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CAC28-8530-41E9-B383-7D910AF0A2E7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3ACA9-5A35-4256-B3A4-188EA186C0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333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180861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212 -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親愛耶穌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118667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Càng yêu Chúa hơn</a:t>
            </a:r>
            <a:r>
              <a:rPr lang="en-US" altLang="zh-TW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(</a:t>
            </a:r>
            <a:r>
              <a:rPr lang="vi-VN" altLang="zh-TW" sz="6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TC 299</a:t>
            </a:r>
            <a:r>
              <a:rPr lang="en-US" altLang="zh-TW" sz="6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8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主耶穌我愛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深知我屬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–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sus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biết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nay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ngày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thuộc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64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世上諸樂趣願為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全丟棄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quyết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bỏ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mọi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ác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khiên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–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sus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898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是我救主為我還清罪債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Nguyền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luôn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–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sus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khoan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hồng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15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若我曾愛救主  於今更親愛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trước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nay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càng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nồng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70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我深愛主耶穌  因主先愛我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bởi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lâu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531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在十架替我死赦免眾罪過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đổ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rộng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sâu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694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主為我戴荊冠受羞辱陷害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thêm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mãi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nhân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đính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mão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gai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17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若我曾愛救主  於今更親愛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trước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nay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vẫn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hoài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92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無論死生憂樂  我仍愛我主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dẫu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hay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về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nhà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30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在世我要時常讚美主耶穌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tán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mỹ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nguyện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vang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bài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thần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275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直到主再臨我必儆醒等待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Dầu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ốm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đau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lúc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trên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giường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sắp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trút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tàn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557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若我曾愛救主  於今更親愛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trước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rày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thêm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nồng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nàn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59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主再來迎接我  永住榮耀中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rất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thỏa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thích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sắp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vô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miền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lạc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khương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070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我必時常頌揚救主大恩寵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nước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sáng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láng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hằng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chúc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thờ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Hoàng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Vương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481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戴榮耀冠冕賞賜恩乃格外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Mừng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xướng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luôn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đội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mão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hiển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hoài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016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若我曾愛救主  於今更親愛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trước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nay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vẫn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mến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5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8676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461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微軟正黑體</vt:lpstr>
      <vt:lpstr>Arial</vt:lpstr>
      <vt:lpstr>Calibri</vt:lpstr>
      <vt:lpstr>Theme1</vt:lpstr>
      <vt:lpstr>宣 212 - 親愛耶穌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宣 212 親愛耶穌</dc:title>
  <dc:creator>Windows User</dc:creator>
  <cp:lastModifiedBy>batisuoc</cp:lastModifiedBy>
  <cp:revision>3</cp:revision>
  <dcterms:created xsi:type="dcterms:W3CDTF">2021-04-03T08:59:26Z</dcterms:created>
  <dcterms:modified xsi:type="dcterms:W3CDTF">2025-01-26T17:09:28Z</dcterms:modified>
</cp:coreProperties>
</file>