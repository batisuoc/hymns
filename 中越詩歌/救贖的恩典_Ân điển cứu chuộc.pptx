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57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055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8044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17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436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880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22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432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705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8913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334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F985F-C3BB-42DD-8DDF-BAD4CCEFBC95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4C5FC-4489-4528-82F4-EE23EBD90A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697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救贖的恩典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 điển cứu chuộc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05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每當我拿起這餅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Mỗi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cầm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chiếc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bánh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7CD95F-942F-F9AE-BBE5-7F080646C565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2741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我記念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親愛耶穌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tưởng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nhớ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dấu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0CBAC2-569D-DA01-BD89-68743D8BA8ED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265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十架上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換回我生命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chuộc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thập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tự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5F4FE-B63B-1189-9069-ED8912D5A111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622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使我回到天父面前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Để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thể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trở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về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bên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8158A8-B6F6-3FF5-8A13-A914A8E37EAC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0432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每當我拿起這杯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Mỗi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nâng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chén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7E8C8B-24ED-0875-6FC4-765E8AEA6D0B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284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我感謝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cảm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tạ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7AB80-76F7-2E74-5F8E-CA7CAD1623D1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1600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寶血洗淨我的罪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rửa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sẽ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D69819-9EC3-DF9E-6353-C4CD9F5CCCE8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272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使我永遠與罪隔離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Để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một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lần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lìa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khỏi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ác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28A4B-7653-0A04-BD21-431C6DE83571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139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謝謝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為我死在十架上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Tạ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mà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trên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thập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tự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7E743-0856-A3CA-2457-2B03CF292563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3075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破碎的生命得以完全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Tấm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vỡ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vụn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nay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chữa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lành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6F6724-706A-3D04-C8C7-83398EABA1E0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052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我感恩  我敬拜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cảm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tạ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ngợi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khen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C9FE5D-3779-A9B6-339F-B67A0DC862DD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5756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得醫治  得自由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tự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do,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chữa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lành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20A864-35EE-4C48-2911-DD8FC655B668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9283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都因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那救贖的恩典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Cũng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điển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chuộc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BEDFC-5711-27C0-7AF0-8108714EE2FB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0316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永遠與罪隔離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Toàn cứu tội khôn nhiễm được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5FE843-0830-704E-A26F-C46300CC9AAD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578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永遠與罪隔離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Ác khiên khôn nhiễm gì được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54F32-BA99-E52D-C509-B5932944A48D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3010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被贖教會  洗得清潔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Tận khi thánh dân Chúa cất lên trời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95EB3E-A1D5-5E03-2A6A-18B0A6DCFF6C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7491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永遠與罪隔離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Toàn cứu tội khôn nhiễm được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16B02E-50BC-63A9-18F1-BD635C0E0906}"/>
              </a:ext>
            </a:extLst>
          </p:cNvPr>
          <p:cNvSpPr txBox="1"/>
          <p:nvPr/>
        </p:nvSpPr>
        <p:spPr>
          <a:xfrm>
            <a:off x="0" y="52459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41534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8125CB7-D18B-46DC-9DCC-3C669FADD5A1}" vid="{0725724D-EDF4-4EF9-A9A7-DF024E339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343</Words>
  <Application>Microsoft Office PowerPoint</Application>
  <PresentationFormat>Widescreen</PresentationFormat>
  <Paragraphs>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微軟正黑體</vt:lpstr>
      <vt:lpstr>微軟正黑體</vt:lpstr>
      <vt:lpstr>Arial</vt:lpstr>
      <vt:lpstr>Calibri</vt:lpstr>
      <vt:lpstr>Theme1</vt:lpstr>
      <vt:lpstr>救贖的恩典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救贖的恩典</dc:title>
  <dc:creator>Windows User</dc:creator>
  <cp:lastModifiedBy>batisuoc</cp:lastModifiedBy>
  <cp:revision>3</cp:revision>
  <dcterms:created xsi:type="dcterms:W3CDTF">2021-03-31T17:45:28Z</dcterms:created>
  <dcterms:modified xsi:type="dcterms:W3CDTF">2024-08-30T17:43:53Z</dcterms:modified>
</cp:coreProperties>
</file>