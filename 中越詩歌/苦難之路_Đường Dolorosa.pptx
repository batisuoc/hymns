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  <a:srgbClr val="660033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57" d="100"/>
          <a:sy n="57" d="100"/>
        </p:scale>
        <p:origin x="72" y="1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53661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30473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1969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75569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827734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60693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24911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2131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64431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0208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17738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08DAAA-A60A-4649-A77A-7F12CC5C96A6}" type="datetimeFigureOut">
              <a:rPr lang="vi-VN" smtClean="0"/>
              <a:t>15/04/2025</a:t>
            </a:fld>
            <a:endParaRPr lang="vi-VN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C63EB2-D608-482A-89D3-07EC53AFADAE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5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苦難之路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</a:t>
            </a:r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ường Dolorosa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人浪翻騰  士兵穿插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Trời chang nắng đường Dolorosa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EAD2-C4C5-D567-C4EC-D46CE81E5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067792F-AC34-14CE-5D00-D369DB567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千夫指向這個祂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027E885-7B57-89EA-5546-F992DD1F22B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rong Giê-ru-sa-lem hôm ấy</a:t>
            </a:r>
            <a:endParaRPr lang="en-US" sz="44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7D477A-5145-7697-D4F9-A49BDEC4221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1716873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53185D-22AA-642C-F9F4-4F896FA4F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4EB1800-0876-65DE-CC02-B16997F55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受死前被鞭打  劇痛掙扎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90FED5E-38CB-63B9-9A96-4A3305881A7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Quân lính và gươm giáo, </a:t>
            </a:r>
            <a:r>
              <a:rPr lang="en-US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hen lộn trong đám đông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3610A7-6D91-A8D7-CB47-19823162BF5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851601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156A2-B36F-EB4F-3CE0-C57928D2C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CC5DCA8-05FF-2142-49BC-27A923B110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昨日歡呼的群眾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B9B4BE57-0015-A725-E73A-57E4F7B42FD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 người ta tranh nhau giành xem</a:t>
            </a:r>
            <a:endParaRPr lang="en-US" sz="44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83E6B6-DAA3-8130-B308-18860D3B20D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45283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E2BFC-110C-154D-C9CA-957A89F34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A63D7C2-20B9-0D17-F952-2A39B452EE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正在冷嘲戲弄唾罵欺壓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14BDF02-8DB2-7628-C09F-287C074AD852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Giê-xu mang thánh giá </a:t>
            </a:r>
            <a:r>
              <a:rPr lang="en-US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đ</a:t>
            </a:r>
            <a:r>
              <a:rPr lang="vi-VN" sz="44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i lên đồi Gô-tha</a:t>
            </a:r>
            <a:endParaRPr lang="en-US" sz="44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9F1A77-DA7F-B011-CB5F-AFFF978BC81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11480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5C63-5E15-607C-3E39-704D51643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80CD2F60-4B07-F92C-7115-1434CF8B20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遍體傷痕  額角淌血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0496CB7E-24D1-4C2A-5280-88E402153AF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Bàn chân bước vẹo xiêu Huyết tuôn dài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B1275D2-5438-F5F5-8450-F5C113873F8D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741473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B35C3-E19E-DF65-274B-AEFF9B82F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A8E934A-F58B-C3CE-68F7-3186AE8D66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荊棘冠冕正刺穿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A85075CF-D2D0-FCE1-3BD0-7BFEF12381F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4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Lưng Ngài hằn từng lằn roi máu</a:t>
            </a:r>
            <a:endParaRPr lang="en-US" sz="44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DEEDAC-355A-AE89-046A-ACFB230763B1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80241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B82C6-91D1-7826-1A07-6C8EDBE2A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7E03374E-5EEB-D43B-0738-4CB15AB4D9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承受世人罪債的沉重身影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E1F99AE7-4FC3-5B75-27F5-22DAA0210D5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Mồ hôi thấm vào trong mão gai, Ngài mang đớn đau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1D8AF-894B-934C-9227-394722469C9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50143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4B3AD4-71EB-868C-9D80-6FCD44298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2F346B9-DB4E-26A6-7A02-EA6DE3596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步步艱辛的路徑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DD8A5DE8-49DC-1DC7-02AE-3539CE2CAB3C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Người cười vui, bêu môi gièm chê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3EB5E5-7BA4-D5B0-7E1B-E88FD7511FB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906869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FD358-D859-08D6-295B-E1B1DCBFA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18327908-14DF-0582-E7C6-288A0215E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背負四周冷酷肆虐呼聲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10C13ED-962F-D58F-B32C-08A75F0DE951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Lúc Giê-xu lết chân Trong âm thầm khổ đau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272BF7-39E2-EEB1-7D3A-D417E0CFFBDF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918891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7578B-A88A-6CC9-E208-2C44DD040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0F9E115F-06C2-2F8D-F975-F6D5280251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榮耀君王  救主基督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BCF935E-300E-DE52-4879-18F01639F5F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Trời chang nắng đường Dolorosa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2FCC936-0B08-C8F7-171F-E3B0359E1D6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22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FABF15-624B-8675-15EC-02343FC1D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9D2574F0-F49C-1966-9121-E56BC7E085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性命以十架結束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C718DAF2-96D9-46A9-8321-4637B32C7B1E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Tên đường mang sầu đau cay đắng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0BFA04-C96A-6A28-9B59-2570E3855C0E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20611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53D39-22FD-085D-0A50-7CB65FBF2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4F8D310B-D3C9-5DBC-9703-27C6A41E11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無罪羔羊何故遭宰殺凌辱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4104273-7357-6F57-6BB5-ED53A134D8F8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Đường hoang vắng còn vang tiếng chân của Giê-xu Christ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F5E6B2-468D-B3BB-8550-4374F2C5F7D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791826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6B759-0752-479C-E262-340D7F8E9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A00CAE46-98E4-03E0-8F33-0CC5B3F1A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全為愛不退半步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2AA28885-2054-62D4-6029-A989F6F7C6EB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Ngài vui đếm những bước âm thầm </a:t>
            </a:r>
            <a:endParaRPr lang="en-US" sz="40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2CF8B1-464A-E18C-DDBE-B3D2C7A43FD8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0773412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A2127-2F83-DA77-3E4C-ED6C517C6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FCCE067-EA59-69D9-2D31-0E592AFC8F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決定走上苦難之路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17BDAA23-44E5-4AB4-2215-6D7E4A96785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</a:t>
            </a:r>
            <a:r>
              <a:rPr lang="vi-V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rong tình mến yêu, Xót thương, kiếp người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17BEA9-A084-C68C-5740-4A5A4787A466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16136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36773-7072-79B1-DDCB-5EDBC5A1A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D9B7C5ED-3E30-9508-A80E-8E0B2B1C9A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殘酷傷害  無悔經過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4C6B3BC-CBD8-C1BB-27D4-634D29F845A6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 hôm ấy đường Dolorosa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515D12-8F9E-28B3-F53D-33D9628DC40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78029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BB0CF-6A6C-60BE-DA27-E4828E429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587DFC9D-1E5E-8257-9CD3-34B498CD4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作犧牲  正為你我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7B90BD9-C202-D781-2F8A-240ADEA3BE6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 bước đi, lên Gô-gô-tha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83EDCB-BD97-BFCA-5A2F-F22033F3EACA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017768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B5339B-676F-0D71-FF4D-5652451A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6D8C6817-9537-9AD5-27FA-E3279FD0E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窄路被血洗  實踐神大計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F6B7E28E-C1B4-D6E4-C663-8B65386AFF8D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Vết hằn Ngài vui cam, </a:t>
            </a:r>
            <a:r>
              <a:rPr lang="en-US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</a:t>
            </a: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hịu hình cho nhân gian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A3C568-9C5A-17F2-80A7-FDA319B4E895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485322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45F5-5008-5549-F769-2E8C00BC4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817F3B9-F0D3-01E5-C123-40118214F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無價贖罪救恩  發自各各他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5DFFBADC-DE8E-DDC2-AFFB-06DE71272875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Thập giá mang Ngài </a:t>
            </a:r>
            <a:r>
              <a:rPr lang="en-US" altLang="zh-CN" sz="4000" b="1" dirty="0" err="1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i</a:t>
            </a: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 bóng trên Giê-ru-sa-lem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1330AF-B7DD-5571-9F11-9209F9DEBED9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760339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E37C1-1DBB-37A9-195A-2E6CADC22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ECE68AEB-7D5B-B8A6-8057-1D1E1456D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曾在 </a:t>
            </a:r>
            <a:r>
              <a:rPr lang="en-US" altLang="zh-TW" sz="60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Via Dolorosa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93F74764-5F33-3FCB-ABCF-6F42F7EB9FE0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 hôm ấy đường Dolorosa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1BDA00-81A9-310A-4F39-AA6A8F1B6B57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328825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0665C-B10F-096F-8478-B0893566F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>
            <a:extLst>
              <a:ext uri="{FF2B5EF4-FFF2-40B4-BE49-F238E27FC236}">
                <a16:creationId xmlns:a16="http://schemas.microsoft.com/office/drawing/2014/main" id="{CC4479FE-FB28-003E-0256-FE3F52F197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喝苦杯  正為你我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>
            <a:extLst>
              <a:ext uri="{FF2B5EF4-FFF2-40B4-BE49-F238E27FC236}">
                <a16:creationId xmlns:a16="http://schemas.microsoft.com/office/drawing/2014/main" id="{4D73CDF6-012E-238B-7035-38069373AEB9}"/>
              </a:ext>
            </a:extLst>
          </p:cNvPr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CN" sz="4000" b="1" dirty="0">
                <a:solidFill>
                  <a:srgbClr val="660033"/>
                </a:solidFill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Ngài bước đi, lên Gô-gô-tha</a:t>
            </a:r>
            <a:endParaRPr lang="en-US" sz="4000" b="1" dirty="0">
              <a:solidFill>
                <a:srgbClr val="660033"/>
              </a:solidFill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621A49-6B64-D2CB-FA1F-492B4FD59144}"/>
              </a:ext>
            </a:extLst>
          </p:cNvPr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結尾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2412959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中越詩歌_yellow_bg" id="{C9965BAA-2F10-4D09-9620-ED7C0C8E77FA}" vid="{A553C7E5-33FB-40C4-85BF-538BB0AEC0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中越詩歌_yellow_bg</Template>
  <TotalTime>68</TotalTime>
  <Words>437</Words>
  <Application>Microsoft Office PowerPoint</Application>
  <PresentationFormat>Widescreen</PresentationFormat>
  <Paragraphs>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batisuoc</dc:creator>
  <cp:lastModifiedBy>batisuoc</cp:lastModifiedBy>
  <cp:revision>4</cp:revision>
  <dcterms:created xsi:type="dcterms:W3CDTF">2025-04-15T15:16:20Z</dcterms:created>
  <dcterms:modified xsi:type="dcterms:W3CDTF">2025-04-15T16:25:18Z</dcterms:modified>
</cp:coreProperties>
</file>