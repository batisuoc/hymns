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0033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1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9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03/08/2024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3661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03/08/2024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304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03/08/2024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969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03/08/2024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7556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03/08/2024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277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03/08/2024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069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03/08/2024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91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03/08/2024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2131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03/08/2024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4431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03/08/2024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0020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03/08/2024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738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8DAAA-A60A-4649-A77A-7F12CC5C96A6}" type="datetimeFigureOut">
              <a:rPr lang="vi-VN" smtClean="0"/>
              <a:t>03/08/2024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6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"/>
          <p:cNvSpPr txBox="1">
            <a:spLocks/>
          </p:cNvSpPr>
          <p:nvPr/>
        </p:nvSpPr>
        <p:spPr>
          <a:xfrm>
            <a:off x="0" y="2299173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恩主頌</a:t>
            </a: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Bài ca ơn Chúa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09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耶穌的愛是世間最好</a:t>
            </a: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Tình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yêu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Giê-su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tốt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nhất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thế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gian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719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督促我們來做人</a:t>
            </a: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Dạy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chúng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ta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cách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sống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36923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不論嚴寒夏至你的愛不改</a:t>
            </a: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D</a:t>
            </a:r>
            <a:r>
              <a:rPr lang="vi-VN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ù hoàn cảnh ra sao,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tình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yêu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không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hề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thay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đổi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45903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更常常令我有溫暖</a:t>
            </a: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Luôn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khiến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lòng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ấm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áp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94959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基督的愛像是  漆黑裡導航亮光</a:t>
            </a: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Tình</a:t>
            </a:r>
            <a:r>
              <a:rPr lang="en-US" sz="32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yêu</a:t>
            </a:r>
            <a:r>
              <a:rPr lang="en-US" sz="32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của</a:t>
            </a:r>
            <a:r>
              <a:rPr lang="en-US" sz="32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Đấng</a:t>
            </a:r>
            <a:r>
              <a:rPr lang="en-US" sz="32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Christ </a:t>
            </a:r>
            <a:r>
              <a:rPr lang="en-US" sz="32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như</a:t>
            </a:r>
            <a:r>
              <a:rPr lang="en-US" sz="32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ánh</a:t>
            </a:r>
            <a:r>
              <a:rPr lang="en-US" sz="32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sáng</a:t>
            </a:r>
            <a:r>
              <a:rPr lang="en-US" sz="32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soi</a:t>
            </a:r>
            <a:r>
              <a:rPr lang="en-US" sz="32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đường</a:t>
            </a:r>
            <a:r>
              <a:rPr lang="en-US" sz="32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trong</a:t>
            </a:r>
            <a:r>
              <a:rPr lang="en-US" sz="32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đêm</a:t>
            </a:r>
            <a:r>
              <a:rPr lang="en-US" sz="32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tối</a:t>
            </a:r>
            <a:endParaRPr lang="en-US" sz="32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86263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一生替人受罪</a:t>
            </a:r>
            <a:r>
              <a:rPr lang="vi-VN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關心愛護兒女</a:t>
            </a: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6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 chết thay vì tội nhân và yêu thương con cái của Ngài</a:t>
            </a:r>
            <a:endParaRPr lang="en-US" sz="36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11656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敬拜上主更兼要虔誠</a:t>
            </a: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Thờ phượng Chúa với tấm lòng tin kính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79116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遵守主道</a:t>
            </a:r>
            <a:r>
              <a:rPr lang="vi-VN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心中默禱</a:t>
            </a: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Làm theo lời dạy của Chúa và cầu nguyện với Ngài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1951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盼求上主祝福你</a:t>
            </a: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Nguyện Chúa ban phước lành cho bạn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707515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4DE8FE50-4117-462D-9201-EDB57F086D9C}" vid="{AFF313EB-5300-4EDF-B8E8-B08305447E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214</Words>
  <Application>Microsoft Office PowerPoint</Application>
  <PresentationFormat>Widescreen</PresentationFormat>
  <Paragraphs>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Microsoft JhengHei</vt:lpstr>
      <vt:lpstr>Microsoft JhengHei</vt:lpstr>
      <vt:lpstr>Arial</vt:lpstr>
      <vt:lpstr>Calibri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朝賀耶穌降生</dc:title>
  <dc:creator>Windows User</dc:creator>
  <cp:lastModifiedBy>batisuoc</cp:lastModifiedBy>
  <cp:revision>6</cp:revision>
  <dcterms:created xsi:type="dcterms:W3CDTF">2022-04-07T15:49:49Z</dcterms:created>
  <dcterms:modified xsi:type="dcterms:W3CDTF">2024-08-03T09:36:51Z</dcterms:modified>
</cp:coreProperties>
</file>