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9" r:id="rId2"/>
    <p:sldId id="260" r:id="rId3"/>
    <p:sldId id="261" r:id="rId4"/>
    <p:sldId id="262" r:id="rId5"/>
    <p:sldId id="263" r:id="rId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660033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smtClean="0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53661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3047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969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75569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82773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60693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4911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21313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 smtClean="0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64431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00208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7738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8DAAA-A60A-4649-A77A-7F12CC5C96A6}" type="datetimeFigureOut">
              <a:rPr lang="vi-VN" smtClean="0"/>
              <a:t>13/02/2026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65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"/>
          <p:cNvSpPr txBox="1">
            <a:spLocks/>
          </p:cNvSpPr>
          <p:nvPr/>
        </p:nvSpPr>
        <p:spPr>
          <a:xfrm>
            <a:off x="-2048" y="2138065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更新我心意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標題 3"/>
          <p:cNvSpPr txBox="1">
            <a:spLocks/>
          </p:cNvSpPr>
          <p:nvPr/>
        </p:nvSpPr>
        <p:spPr>
          <a:xfrm>
            <a:off x="0" y="3075871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Luyện lòng con</a:t>
            </a:r>
            <a:endParaRPr lang="zh-TW" altLang="en-US" sz="54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09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更新我心</a:t>
            </a:r>
            <a:r>
              <a:rPr lang="zh-CN" altLang="en-US" sz="6400" b="1" dirty="0" smtClean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意  使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我能像祢</a:t>
            </a: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 smtClean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Cầu xin Cha đổi lòng làm tâm linh trắng trong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7194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更新我心</a:t>
            </a:r>
            <a:r>
              <a:rPr lang="zh-CN" altLang="en-US" sz="6400" b="1" dirty="0" smtClean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意  使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我能像祢</a:t>
            </a: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Cầu xin </a:t>
            </a:r>
            <a:r>
              <a:rPr lang="vi-VN" sz="4000" b="1" dirty="0" smtClean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Ch</a:t>
            </a:r>
            <a:r>
              <a:rPr lang="en-US" sz="4000" b="1" dirty="0" smtClean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a</a:t>
            </a:r>
            <a:r>
              <a:rPr lang="vi-VN" sz="4000" b="1" dirty="0" smtClean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đổi lòng khiến con nên giống Ngài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93583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主祢是陶匠  我是泥土</a:t>
            </a: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Phận con đất sét đây nắn theo ý Ngài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 smtClean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 smtClean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37506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模我塑造我  是我的懇求</a:t>
            </a: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Nhờ Ngài khuôn đúc </a:t>
            </a:r>
            <a:r>
              <a:rPr lang="vi-VN" sz="4000" b="1" dirty="0" smtClean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con</a:t>
            </a:r>
            <a:r>
              <a:rPr lang="en-US" sz="4000" b="1" dirty="0" smtClean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,</a:t>
            </a:r>
            <a:r>
              <a:rPr lang="vi-VN" sz="4000" b="1" dirty="0" smtClean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Thánh 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ý</a:t>
            </a:r>
            <a:r>
              <a:rPr lang="vi-VN" sz="4000" b="1" dirty="0" smtClean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Cha được nên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 smtClean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 smtClean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6757039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越詩歌_yellow_bg" id="{C9965BAA-2F10-4D09-9620-ED7C0C8E77FA}" vid="{A553C7E5-33FB-40C4-85BF-538BB0AEC01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中越詩歌_yellow_bg</Template>
  <TotalTime>3</TotalTime>
  <Words>104</Words>
  <Application>Microsoft Office PowerPoint</Application>
  <PresentationFormat>Widescreen</PresentationFormat>
  <Paragraphs>14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Microsoft JhengHei</vt:lpstr>
      <vt:lpstr>Microsoft JhengHei</vt:lpstr>
      <vt:lpstr>新細明體</vt:lpstr>
      <vt:lpstr>Arial</vt:lpstr>
      <vt:lpstr>Calibri</vt:lpstr>
      <vt:lpstr>Times New Roman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Joe Cheng</dc:creator>
  <cp:lastModifiedBy>Joe Cheng</cp:lastModifiedBy>
  <cp:revision>2</cp:revision>
  <dcterms:created xsi:type="dcterms:W3CDTF">2026-02-13T09:45:15Z</dcterms:created>
  <dcterms:modified xsi:type="dcterms:W3CDTF">2026-02-13T09:50:40Z</dcterms:modified>
</cp:coreProperties>
</file>