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  <p:sldId id="260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660033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3661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047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1969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75569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8277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6069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4911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21313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4431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00208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77380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8DAAA-A60A-4649-A77A-7F12CC5C96A6}" type="datetimeFigureOut">
              <a:rPr lang="vi-VN" smtClean="0"/>
              <a:t>16/02/2026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65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3"/>
          <p:cNvSpPr txBox="1">
            <a:spLocks/>
          </p:cNvSpPr>
          <p:nvPr/>
        </p:nvSpPr>
        <p:spPr>
          <a:xfrm>
            <a:off x="-2048" y="2138065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更新我心意</a:t>
            </a:r>
            <a:endParaRPr lang="zh-TW" altLang="en-US" sz="7200" b="1" i="1" dirty="0">
              <a:solidFill>
                <a:srgbClr val="00006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標題 3"/>
          <p:cNvSpPr txBox="1">
            <a:spLocks/>
          </p:cNvSpPr>
          <p:nvPr/>
        </p:nvSpPr>
        <p:spPr>
          <a:xfrm>
            <a:off x="0" y="3075871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微軟正黑體" pitchFamily="34" charset="-120"/>
                <a:cs typeface="Calibri" panose="020F0502020204030204" pitchFamily="34" charset="0"/>
              </a:rPr>
              <a:t>Luyện lòng con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098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更新我心意  使我能像祢</a:t>
            </a: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Cầu xin Cha đổi lòng làm tâm linh trắng trong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9719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更新我心意  使我能像祢</a:t>
            </a: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Cầu xin Ch</a:t>
            </a:r>
            <a:r>
              <a:rPr lang="en-US" sz="4000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a</a:t>
            </a: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 đổi lòng khiến con nên giống Ngài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3583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主祢是陶匠  我是泥土</a:t>
            </a: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Phận con đất sét đây nắn theo ý Ngài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37506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陶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我塑造我  是我的懇求</a:t>
            </a: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Nhờ Ngài khuôn đúc con</a:t>
            </a:r>
            <a:r>
              <a:rPr lang="en-US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,</a:t>
            </a: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 Thánh </a:t>
            </a:r>
            <a:r>
              <a:rPr lang="en-US" sz="4000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ý</a:t>
            </a: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 Cha được nên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67570398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中越詩歌_yellow_bg" id="{C9965BAA-2F10-4D09-9620-ED7C0C8E77FA}" vid="{A553C7E5-33FB-40C4-85BF-538BB0AEC01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中越詩歌_yellow_bg</Template>
  <TotalTime>3</TotalTime>
  <Words>104</Words>
  <Application>Microsoft Office PowerPoint</Application>
  <PresentationFormat>Widescreen</PresentationFormat>
  <Paragraphs>14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微軟正黑體</vt:lpstr>
      <vt:lpstr>微軟正黑體</vt:lpstr>
      <vt:lpstr>Arial</vt:lpstr>
      <vt:lpstr>Calibri</vt:lpstr>
      <vt:lpstr>Times New Roman</vt:lpstr>
      <vt:lpstr>Theme1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Joe Cheng</dc:creator>
  <cp:lastModifiedBy>Uncle Jo</cp:lastModifiedBy>
  <cp:revision>4</cp:revision>
  <dcterms:created xsi:type="dcterms:W3CDTF">2026-02-13T09:45:15Z</dcterms:created>
  <dcterms:modified xsi:type="dcterms:W3CDTF">2026-02-16T03:53:47Z</dcterms:modified>
</cp:coreProperties>
</file>