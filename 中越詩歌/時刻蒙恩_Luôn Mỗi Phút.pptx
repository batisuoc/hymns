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43" r:id="rId2"/>
    <p:sldId id="844" r:id="rId3"/>
    <p:sldId id="845" r:id="rId4"/>
    <p:sldId id="846" r:id="rId5"/>
    <p:sldId id="847" r:id="rId6"/>
    <p:sldId id="848" r:id="rId7"/>
    <p:sldId id="849" r:id="rId8"/>
    <p:sldId id="850" r:id="rId9"/>
    <p:sldId id="851" r:id="rId10"/>
    <p:sldId id="852" r:id="rId11"/>
    <p:sldId id="853" r:id="rId12"/>
    <p:sldId id="854" r:id="rId13"/>
    <p:sldId id="855" r:id="rId14"/>
    <p:sldId id="856" r:id="rId15"/>
    <p:sldId id="857" r:id="rId16"/>
    <p:sldId id="858" r:id="rId17"/>
    <p:sldId id="859" r:id="rId18"/>
    <p:sldId id="860" r:id="rId19"/>
    <p:sldId id="861" r:id="rId20"/>
    <p:sldId id="862" r:id="rId21"/>
    <p:sldId id="863" r:id="rId22"/>
    <p:sldId id="864" r:id="rId23"/>
    <p:sldId id="865" r:id="rId24"/>
    <p:sldId id="866" r:id="rId25"/>
    <p:sldId id="867" r:id="rId26"/>
    <p:sldId id="868" r:id="rId27"/>
    <p:sldId id="869" r:id="rId28"/>
    <p:sldId id="870" r:id="rId29"/>
    <p:sldId id="871" r:id="rId30"/>
    <p:sldId id="872" r:id="rId31"/>
    <p:sldId id="873" r:id="rId32"/>
    <p:sldId id="874" r:id="rId33"/>
    <p:sldId id="875" r:id="rId3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1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5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7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4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4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8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7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6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8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7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9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4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8EC2B-562D-4F11-95A9-7931196DC6F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F8C7E-C9BF-4BC4-8FFB-261EA520B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9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84</a:t>
            </a:r>
            <a: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- 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時刻蒙恩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altLang="zh-TW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altLang="zh-TW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5400" b="1" i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Phút</a:t>
            </a:r>
            <a:r>
              <a:rPr lang="vi-V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(TC </a:t>
            </a:r>
            <a:r>
              <a:rPr 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295</a:t>
            </a:r>
            <a:r>
              <a:rPr lang="vi-V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與耶穌同死因死反得生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đêm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chết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với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Jêsus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369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與耶穌同活因活恩日增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cùng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tân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thuần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khiết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766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仰望我恩主榮光必照臨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Nhìn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quang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phát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876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每時每刻我都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主鴻恩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đời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thuộc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Chúa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chân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thiệt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71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dirty="0">
                <a:solidFill>
                  <a:srgbClr val="FFFF00"/>
                </a:solidFill>
                <a:ea typeface="新細明體" charset="-12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6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49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21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98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無有一試探我主不開路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Hồi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lâm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thử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thách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nào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xa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bỏ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7155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無有一重擔我主不擔當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Gánh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nặng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nhưng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đêm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ngày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liệu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lo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0365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無有一憂慮我主不與分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Còn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tâm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đau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thương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băng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bó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68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每時每刻我都得主鴻恩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vui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mừng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thay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được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Chúa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hộ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phò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461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dirty="0">
                <a:solidFill>
                  <a:srgbClr val="FFFF00"/>
                </a:solidFill>
                <a:ea typeface="新細明體" charset="-12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35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811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23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38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無有一傷感我主不安慰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Tuyệt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nhiên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khổ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não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bất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bình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5184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無有一眼淚我主不寶貴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Quyết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giọt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nước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mắt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hay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ưu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sầu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buồn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tiếc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9054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無有一危險我主不同在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Mọi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gian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nguy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rõ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161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每時每刻我都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主恩愛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nhớ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6826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dirty="0">
                <a:solidFill>
                  <a:srgbClr val="FFFF00"/>
                </a:solidFill>
                <a:ea typeface="新細明體" charset="-12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638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969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535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072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無有一懦弱我主不扶助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Hồi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yếu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đuối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có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hằng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cảm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351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無有一病患我主不看顧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Bất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câu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bịnh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chi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y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trị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lành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8098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每時每刻我遇苦或遇福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Rày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tâm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lo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âu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truân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hung,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kiết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1311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耶穌我救主必時常保護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Có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gần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đêm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ngày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chẳng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ly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US" sz="3733" b="1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ffectLst/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5246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蒙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主愛保守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dirty="0">
                <a:solidFill>
                  <a:srgbClr val="FFFF00"/>
                </a:solidFill>
                <a:ea typeface="新細明體" charset="-12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243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每時每刻生命泉向我流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19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仰望主耶穌榮光就照臨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Jêsus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76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每時每刻我為救主子民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altLang="zh-TW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40453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734</Words>
  <Application>Microsoft Office PowerPoint</Application>
  <PresentationFormat>Widescreen</PresentationFormat>
  <Paragraphs>82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Microsoft JhengHei</vt:lpstr>
      <vt:lpstr>Microsoft JhengHei</vt:lpstr>
      <vt:lpstr>新細明體</vt:lpstr>
      <vt:lpstr>Arial</vt:lpstr>
      <vt:lpstr>Calibri</vt:lpstr>
      <vt:lpstr>Times New Roman</vt:lpstr>
      <vt:lpstr>Theme1</vt:lpstr>
      <vt:lpstr>宣 84 - 時刻蒙恩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3</cp:revision>
  <dcterms:created xsi:type="dcterms:W3CDTF">2024-08-31T10:35:52Z</dcterms:created>
  <dcterms:modified xsi:type="dcterms:W3CDTF">2024-08-31T10:48:48Z</dcterms:modified>
</cp:coreProperties>
</file>