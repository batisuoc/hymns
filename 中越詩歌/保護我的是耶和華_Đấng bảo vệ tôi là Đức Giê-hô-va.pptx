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1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12/09/2024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保護我的是耶和華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bảo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vệ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Giê-hô-va</a:t>
            </a:r>
            <a:endParaRPr lang="zh-TW" altLang="en-US" sz="48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保護我的是耶和華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Đấng bảo vệ tôi là Đức Giê-hô-va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耶和華在我的右邊蔭庇我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ở bên phải che chở cho tôi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4632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白天太陽不能傷我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Ban ngày mặt trời không thể tổn thương tôi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568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夜裡月亮也不能害我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ban đêm mặt trăng cũng không thể gây hại cho tôi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3039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祂會保護我 脫離一切災害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sẽ bảo vệ tôi khỏi mọi tai họa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931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祂會保護我 腳步堅定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sẽ bảo vệ tôi, bước đi vững vàng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1560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祂會保護我 時時刻刻保護我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sẽ bảo vệ tôi, luôn luôn bảo vệ tôi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782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我出我入 從現在到永遠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Dù tôi đi đâu về đâu từ giờ cho đến muôn đời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004846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202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朝賀耶穌降生</dc:title>
  <dc:creator>Windows User</dc:creator>
  <cp:lastModifiedBy>Joe Cheng</cp:lastModifiedBy>
  <cp:revision>12</cp:revision>
  <dcterms:created xsi:type="dcterms:W3CDTF">2022-04-07T15:49:49Z</dcterms:created>
  <dcterms:modified xsi:type="dcterms:W3CDTF">2024-09-12T05:45:39Z</dcterms:modified>
</cp:coreProperties>
</file>