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  <a:srgbClr val="660033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1" autoAdjust="0"/>
    <p:restoredTop sz="94660"/>
  </p:normalViewPr>
  <p:slideViewPr>
    <p:cSldViewPr snapToGrid="0">
      <p:cViewPr varScale="1">
        <p:scale>
          <a:sx n="52" d="100"/>
          <a:sy n="52" d="100"/>
        </p:scale>
        <p:origin x="62" y="8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53661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047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19693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75569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2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8277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6069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4911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3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21313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64431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00208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77380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8DAAA-A60A-4649-A77A-7F12CC5C96A6}" type="datetimeFigureOut">
              <a:rPr lang="vi-VN" smtClean="0"/>
              <a:t>30/09/2025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C63EB2-D608-482A-89D3-07EC53AFADAE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65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anose="0208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3"/>
          <p:cNvSpPr txBox="1">
            <a:spLocks/>
          </p:cNvSpPr>
          <p:nvPr/>
        </p:nvSpPr>
        <p:spPr>
          <a:xfrm>
            <a:off x="-2048" y="2138065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保護我的是耶和華</a:t>
            </a:r>
          </a:p>
        </p:txBody>
      </p:sp>
      <p:sp>
        <p:nvSpPr>
          <p:cNvPr id="7" name="標題 3"/>
          <p:cNvSpPr txBox="1">
            <a:spLocks/>
          </p:cNvSpPr>
          <p:nvPr/>
        </p:nvSpPr>
        <p:spPr>
          <a:xfrm>
            <a:off x="0" y="3075871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Đức</a:t>
            </a:r>
            <a:r>
              <a:rPr lang="en-US" sz="48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48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Giê-hô-va</a:t>
            </a:r>
            <a:r>
              <a:rPr lang="en-US" sz="48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48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là</a:t>
            </a:r>
            <a:r>
              <a:rPr lang="en-US" sz="48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48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Đấng</a:t>
            </a:r>
            <a:r>
              <a:rPr lang="en-US" sz="48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48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gìn</a:t>
            </a:r>
            <a:r>
              <a:rPr lang="en-US" sz="48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48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giữ</a:t>
            </a:r>
            <a:r>
              <a:rPr lang="en-US" sz="48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 </a:t>
            </a:r>
            <a:r>
              <a:rPr lang="en-US" sz="4800" b="1" i="1" dirty="0" err="1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tôi</a:t>
            </a:r>
            <a:endParaRPr lang="zh-TW" altLang="en-US" sz="48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微軟正黑體" pitchFamily="34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098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保護我的是耶和華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Đức Giê-hô-va là Đấng gìn giữ tôi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9719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耶和華在我的右邊蔭庇我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Đức Giê-hô-va là bóng che ở bên phải tôi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24632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白天太陽不能傷我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Mặt trời sẽ không hại tôi lúc ban ngày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3568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夜裡月亮也不能害我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Mặt trăng cũng không hại tôi trong ban đêm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23039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祂會保護我 脫離一切災害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Ngài sẽ gìn giữ tôi khỏi mọi tai họa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69314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祂會保護我 腳步堅定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Ngài sẽ gìn giữ tôi, bước đi vững vàng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41560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祂會保護我 時時刻刻保護我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Ngài sẽ gìn giữ tôi, luôn luôn gìn giữ tôi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77822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4"/>
          <p:cNvSpPr>
            <a:spLocks noGrp="1"/>
          </p:cNvSpPr>
          <p:nvPr>
            <p:ph idx="1"/>
          </p:nvPr>
        </p:nvSpPr>
        <p:spPr>
          <a:xfrm>
            <a:off x="0" y="213750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我出我入 從現在到永遠</a:t>
            </a:r>
            <a:endParaRPr lang="en-US" altLang="zh-CN" sz="64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內容版面配置區 4"/>
          <p:cNvSpPr txBox="1">
            <a:spLocks/>
          </p:cNvSpPr>
          <p:nvPr/>
        </p:nvSpPr>
        <p:spPr>
          <a:xfrm>
            <a:off x="0" y="308705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Khi ra khi vào, </a:t>
            </a:r>
            <a:r>
              <a:rPr lang="en-US" sz="4000" b="1" dirty="0" smtClean="0">
                <a:solidFill>
                  <a:srgbClr val="660033"/>
                </a:solidFill>
                <a:latin typeface="Times New Roman" panose="02020603050405020304" pitchFamily="18" charset="0"/>
                <a:ea typeface="微軟正黑體" pitchFamily="34" charset="-120"/>
                <a:cs typeface="Times New Roman" panose="02020603050405020304" pitchFamily="18" charset="0"/>
              </a:rPr>
              <a:t>t</a:t>
            </a:r>
            <a:r>
              <a:rPr lang="vi-VN" sz="4000" b="1" dirty="0" smtClean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ừ </a:t>
            </a:r>
            <a:r>
              <a:rPr lang="vi-VN" sz="4000" b="1" dirty="0">
                <a:solidFill>
                  <a:srgbClr val="660033"/>
                </a:solidFill>
                <a:latin typeface="+mj-lt"/>
                <a:ea typeface="微軟正黑體" pitchFamily="34" charset="-120"/>
                <a:cs typeface="Calibri" panose="020F0502020204030204" pitchFamily="34" charset="0"/>
              </a:rPr>
              <a:t>nay cho đến đời đời</a:t>
            </a:r>
            <a:endParaRPr lang="en-US" sz="4000" b="1" dirty="0">
              <a:solidFill>
                <a:srgbClr val="660033"/>
              </a:solidFill>
              <a:latin typeface="+mj-lt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253203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800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800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70048469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4DE8FE50-4117-462D-9201-EDB57F086D9C}" vid="{AFF313EB-5300-4EDF-B8E8-B08305447E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Words>201</Words>
  <Application>Microsoft Office PowerPoint</Application>
  <PresentationFormat>Widescreen</PresentationFormat>
  <Paragraphs>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Microsoft JhengHei</vt:lpstr>
      <vt:lpstr>Microsoft JhengHei</vt:lpstr>
      <vt:lpstr>新細明體</vt:lpstr>
      <vt:lpstr>Arial</vt:lpstr>
      <vt:lpstr>Calibri</vt:lpstr>
      <vt:lpstr>Times New Roman</vt:lpstr>
      <vt:lpstr>Theme1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朝賀耶穌降生</dc:title>
  <dc:creator>Windows User</dc:creator>
  <cp:lastModifiedBy>Joe Cheng</cp:lastModifiedBy>
  <cp:revision>13</cp:revision>
  <dcterms:created xsi:type="dcterms:W3CDTF">2022-04-07T15:49:49Z</dcterms:created>
  <dcterms:modified xsi:type="dcterms:W3CDTF">2025-09-30T14:21:45Z</dcterms:modified>
</cp:coreProperties>
</file>