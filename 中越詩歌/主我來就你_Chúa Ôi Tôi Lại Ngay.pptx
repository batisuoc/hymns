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7" r:id="rId14"/>
    <p:sldId id="278" r:id="rId15"/>
    <p:sldId id="279" r:id="rId16"/>
    <p:sldId id="269" r:id="rId17"/>
    <p:sldId id="270" r:id="rId18"/>
    <p:sldId id="271" r:id="rId19"/>
    <p:sldId id="272" r:id="rId20"/>
    <p:sldId id="280" r:id="rId21"/>
    <p:sldId id="281" r:id="rId22"/>
    <p:sldId id="282" r:id="rId23"/>
    <p:sldId id="273" r:id="rId24"/>
    <p:sldId id="274" r:id="rId25"/>
    <p:sldId id="275" r:id="rId26"/>
    <p:sldId id="276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71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8439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135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36377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8896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3370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407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32794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6684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383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273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164B6-C987-4286-944E-8DFCB281AE39}" type="datetimeFigureOut">
              <a:rPr lang="vi-VN" smtClean="0"/>
              <a:t>27/01/2025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818D8-C17E-4540-9E13-82B871658C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68428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100 - 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主我來就祢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Ôi, Tôi Lại Ngay</a:t>
            </a:r>
            <a:r>
              <a:rPr lang="en-US" sz="54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(TC 170)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029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救主歡喜聲音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Kìa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tiếng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kêu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dịu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dàng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1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76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我今願前來聽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gọi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mau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đến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theo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1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82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為我罪惡流出寶血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dòng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Gô-gô-tha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rửa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sạch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1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56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使我能得生命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nay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thật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trắng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hoài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1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38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主我來就祢  我今來就祢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ngay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nay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84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救主所流的寶血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lưu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Gô-gô-tha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465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洗我罪惡清潔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làm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sạch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trắng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hơn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706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我這可惡罪人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Dầu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yếu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thân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gầy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hình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2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299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行善毫無能力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mạnh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sức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phi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thường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2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771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惟主寶血永無更變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xóa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hết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bao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nhiêu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vết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tội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2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302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洗淨心裡罪愆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nay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sạch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sẽ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dường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2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99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主我來就祢  我今來就祢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ngay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nay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866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救主所流的寶血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lưu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Gô-gô-tha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288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洗我罪惡清潔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làm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sạch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trắng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hơn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204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求主賞賜聖靈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Jêsus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muốn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hoàn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toàn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3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054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激發愛主熱心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nên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giống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như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3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027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引導罪人歸向耶穌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Nào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đức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tin,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với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trông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cậy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3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747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使主教會復興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trần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gian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với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thiên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đài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3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177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主我來就祢  我今來就祢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ngay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nay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303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救主所流的寶血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lưu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Gô-gô-tha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774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洗我罪惡清潔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làm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sạch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trắng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hơn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32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美哉贖罪寶血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chứng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quyết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mọi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người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4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167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大哉十架能力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luôn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trung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tín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chân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thành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4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289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奇哉耶穌替我受死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Lời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hứa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đinh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ninh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ứng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nghiệm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hoài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4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665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我要愛主到底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ai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thật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quyết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tuân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hành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4 / 4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432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主我來就祢  我今來就祢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ngay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nay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431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救主所流的寶血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lưu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Gô-gô-tha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989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洗我罪惡清潔</a:t>
            </a:r>
            <a:endParaRPr lang="en-US" altLang="zh-CN" sz="64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làm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sạch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trắng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hơn</a:t>
            </a:r>
            <a:r>
              <a:rPr lang="en-US" altLang="zh-TW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49864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23B7672A-1FE2-4E11-BE12-50D697DE8E2E}" vid="{387DA035-66C8-4D33-A85A-A6A4711109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489</Words>
  <Application>Microsoft Office PowerPoint</Application>
  <PresentationFormat>Widescreen</PresentationFormat>
  <Paragraphs>74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Microsoft JhengHei</vt:lpstr>
      <vt:lpstr>Microsoft JhengHei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batisuoc</cp:lastModifiedBy>
  <cp:revision>3</cp:revision>
  <dcterms:created xsi:type="dcterms:W3CDTF">2022-12-31T09:14:52Z</dcterms:created>
  <dcterms:modified xsi:type="dcterms:W3CDTF">2025-01-26T17:02:06Z</dcterms:modified>
</cp:coreProperties>
</file>