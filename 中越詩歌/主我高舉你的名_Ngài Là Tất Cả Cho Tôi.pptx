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7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6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03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5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5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5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3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6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2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7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98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6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D378A-F1D5-4AA1-9E9D-F6B439642D16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A4E27-55F5-40FB-8033-518958252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1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主我高舉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的名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Tất</a:t>
            </a:r>
            <a:r>
              <a:rPr 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</a:t>
            </a:r>
            <a:r>
              <a:rPr 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Cho </a:t>
            </a:r>
            <a:r>
              <a:rPr lang="en-US" sz="54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主我高舉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Lạy cha thánh con xin dâng lên 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主我深愛稱頌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Lời ca chúc Tôn cha nơi rất cao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106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我甚欣慰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Lòng vui sướng Chúa ở trong con 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35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我甚欣慰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救贖我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đã đến để ban ơn cứu con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654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從天上降世間  指引我路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đã đến thế gian tìm con để dắt đưa con 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907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在世間被釘十架  我罪得贖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Nơi cây gỗ Chúa đã chịu thay chết thay cho con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624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從十架到墳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Nơi hang tối Chúa đã phục sinh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3690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從墳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墓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升回天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Vinh quang Chúa thăng thiên quyền oai 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01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主我高舉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的名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Nguyện danh Chúa luôn được tôn cao </a:t>
            </a:r>
            <a:endParaRPr lang="en-US" sz="4000" b="1" dirty="0">
              <a:solidFill>
                <a:srgbClr val="000066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94052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192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2024-08-31T11:52:20Z</dcterms:created>
  <dcterms:modified xsi:type="dcterms:W3CDTF">2024-08-31T11:56:55Z</dcterms:modified>
</cp:coreProperties>
</file>