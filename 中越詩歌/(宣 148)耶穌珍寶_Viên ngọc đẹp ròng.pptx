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6" r:id="rId15"/>
    <p:sldId id="277" r:id="rId16"/>
    <p:sldId id="278" r:id="rId17"/>
    <p:sldId id="279" r:id="rId18"/>
    <p:sldId id="272" r:id="rId19"/>
    <p:sldId id="273" r:id="rId20"/>
    <p:sldId id="274" r:id="rId21"/>
    <p:sldId id="275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72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148 - </a:t>
            </a:r>
            <a:r>
              <a:rPr lang="zh-CN" altLang="en-US" sz="72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穌珍寶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VIÊN NGỌC ĐẸP </a:t>
            </a:r>
            <a:r>
              <a:rPr lang="vi-VN" sz="48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RÒNG</a:t>
            </a:r>
            <a:r>
              <a:rPr lang="en-US" sz="48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8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(TC 396)</a:t>
            </a:r>
            <a:endParaRPr lang="zh-TW" altLang="en-US" sz="48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等主回來  快要回來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Kìa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-sus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ta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kìa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-sus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ta</a:t>
            </a:r>
            <a:endParaRPr lang="en-US" sz="4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要凑聚他珍寶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Đến thâu viên ngọc đẹp nầy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233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淨白珍寶  明亮珍寶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Ngọc Ngài yêu đương, ngọc Ngài</a:t>
            </a:r>
            <a:r>
              <a:rPr lang="en-US" dirty="0"/>
              <a:t> </a:t>
            </a:r>
            <a:r>
              <a:rPr lang="vi-VN" dirty="0"/>
              <a:t>yêu đương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774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主心深喜愛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Ấy ngọc thuộc</a:t>
            </a:r>
            <a:r>
              <a:rPr lang="en-US" dirty="0"/>
              <a:t> </a:t>
            </a:r>
            <a:r>
              <a:rPr lang="vi-VN" dirty="0"/>
              <a:t>về Ngài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2615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耶穌珍寶如星星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Lóng lánh như tia sáng sao mai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37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在其冠冕照明明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Mũ Ngài đầy ngọc soi chói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14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都在天堂的安寧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Những viên ngọc rực rỡ quanh</a:t>
            </a:r>
            <a:r>
              <a:rPr lang="en-US" dirty="0"/>
              <a:t> </a:t>
            </a:r>
            <a:r>
              <a:rPr lang="vi-VN" dirty="0"/>
              <a:t>ngai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537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永與主同行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Ấy bửu ngọc thuộc Ngài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773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主要尋找  各處尋找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thâu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nay</a:t>
            </a:r>
            <a:r>
              <a:rPr lang="es-ES" sz="4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s-ES" sz="4800" b="1" dirty="0" err="1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s-ES" sz="4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thâu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nay</a:t>
            </a:r>
            <a:endParaRPr lang="en-US" sz="4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9682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 smtClean="0">
                <a:solidFill>
                  <a:srgbClr val="000066"/>
                </a:solidFill>
                <a:ea typeface="Microsoft JhengHei" panose="020B0604030504040204" pitchFamily="34" charset="-120"/>
              </a:rPr>
              <a:t>祂國</a:t>
            </a: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裏好珍寶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Những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viên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ngọc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đẹp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ròng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endParaRPr lang="en-US" sz="4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7027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淨白珍寶  明亮珍寶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Ngọc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tinh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anh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s-ES" sz="4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s-ES" sz="4800" b="1" dirty="0" err="1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ngọc</a:t>
            </a:r>
            <a:r>
              <a:rPr lang="es-ES" sz="4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quang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huy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endParaRPr lang="en-US" sz="4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5279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主心深喜愛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Ấy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ngọc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thuộc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về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sz="4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2833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耶穌珍寶如星星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Lóng lánh như tia sáng sao mai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806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在其冠冕照明明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Mũ Ngài đầy ngọc soi chói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069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都在天堂的安寧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Những viên ngọc rực rỡ quanh</a:t>
            </a:r>
            <a:r>
              <a:rPr lang="en-US" dirty="0"/>
              <a:t> </a:t>
            </a:r>
            <a:r>
              <a:rPr lang="vi-VN" dirty="0"/>
              <a:t>ngai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13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永與主同行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Ấy bửu ngọc thuộc Ngài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47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好小孩子  愛主孩子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Bầy </a:t>
            </a:r>
            <a:r>
              <a:rPr lang="vi-VN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chiên thơ </a:t>
            </a:r>
            <a:r>
              <a:rPr lang="vi-VN" sz="4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ngây,</a:t>
            </a:r>
            <a:r>
              <a:rPr lang="en-US" sz="4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bầy </a:t>
            </a:r>
            <a:r>
              <a:rPr lang="vi-VN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chiên thơ ngây</a:t>
            </a:r>
            <a:endParaRPr lang="en-US" sz="4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3825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是耶穌好珍寶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Mến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-sus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mặn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mòi</a:t>
            </a:r>
            <a:endParaRPr lang="en-US" sz="4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2117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淨白珍寶  明亮珍寶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ngọc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châu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s-ES" sz="4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s-ES" sz="4800" b="1" dirty="0" err="1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s-ES" sz="4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ngọc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châu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endParaRPr lang="en-US" sz="4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8967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主心深喜愛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Ấy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ngọc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thuộc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về</a:t>
            </a:r>
            <a:r>
              <a:rPr lang="es-ES" sz="4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8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sz="4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600" b="1" dirty="0" smtClean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79085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耶穌珍寶如星星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Lóng lánh như tia sáng sao mai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110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在其冠冕照明明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Mũ Ngài đầy ngọc soi chói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83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都在天堂的安寧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Những viên ngọc rực rỡ quanh</a:t>
            </a:r>
            <a:r>
              <a:rPr lang="en-US" dirty="0"/>
              <a:t> </a:t>
            </a:r>
            <a:r>
              <a:rPr lang="vi-VN" dirty="0"/>
              <a:t>ngai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123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永與主同行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8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Ấy bửu ngọc thuộc Ngài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46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9</TotalTime>
  <Words>393</Words>
  <Application>Microsoft Office PowerPoint</Application>
  <PresentationFormat>Widescreen</PresentationFormat>
  <Paragraphs>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微軟正黑體</vt:lpstr>
      <vt:lpstr>微軟正黑體</vt:lpstr>
      <vt:lpstr>新細明體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 Cheng</dc:creator>
  <cp:lastModifiedBy>Joe Cheng</cp:lastModifiedBy>
  <cp:revision>8</cp:revision>
  <dcterms:created xsi:type="dcterms:W3CDTF">2026-02-13T12:49:44Z</dcterms:created>
  <dcterms:modified xsi:type="dcterms:W3CDTF">2026-02-13T12:58:54Z</dcterms:modified>
</cp:coreProperties>
</file>