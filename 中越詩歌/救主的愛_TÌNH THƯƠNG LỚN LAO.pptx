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2" r:id="rId15"/>
    <p:sldId id="283" r:id="rId16"/>
    <p:sldId id="284" r:id="rId17"/>
    <p:sldId id="285" r:id="rId18"/>
    <p:sldId id="270" r:id="rId19"/>
    <p:sldId id="271" r:id="rId20"/>
    <p:sldId id="272" r:id="rId21"/>
    <p:sldId id="273" r:id="rId22"/>
    <p:sldId id="286" r:id="rId23"/>
    <p:sldId id="287" r:id="rId24"/>
    <p:sldId id="288" r:id="rId25"/>
    <p:sldId id="289" r:id="rId26"/>
    <p:sldId id="274" r:id="rId27"/>
    <p:sldId id="275" r:id="rId28"/>
    <p:sldId id="276" r:id="rId29"/>
    <p:sldId id="277" r:id="rId30"/>
    <p:sldId id="290" r:id="rId31"/>
    <p:sldId id="291" r:id="rId32"/>
    <p:sldId id="292" r:id="rId33"/>
    <p:sldId id="293" r:id="rId34"/>
    <p:sldId id="278" r:id="rId35"/>
    <p:sldId id="279" r:id="rId36"/>
    <p:sldId id="280" r:id="rId37"/>
    <p:sldId id="281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9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7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9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2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84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9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8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4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3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5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27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1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608B2-0C6E-441D-AD4C-427BD5ADB14B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E3951-7E37-43F0-8028-D67BA1A32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0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80861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202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救主的愛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118667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</a:t>
            </a:r>
            <a:r>
              <a:rPr lang="en-US" altLang="zh-TW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79</a:t>
            </a:r>
            <a:r>
              <a:rPr lang="vi-VN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 </a:t>
            </a:r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 THƯƠNG LỚN LAO</a:t>
            </a:r>
          </a:p>
        </p:txBody>
      </p:sp>
    </p:spTree>
    <p:extLst>
      <p:ext uri="{BB962C8B-B14F-4D97-AF65-F5344CB8AC3E}">
        <p14:creationId xmlns:p14="http://schemas.microsoft.com/office/powerpoint/2010/main" val="249738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拿撒勒人耶穌面前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nghe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ngạc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nhiên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biết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bao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6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我站立心便愕然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 nhận được tình thương lớn lao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28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希奇他也把我愛憐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 lùng vì sao Chúa yêu được 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85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一切罪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污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蒙赦免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 đến kẻ xấu xa ô tội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( 1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46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72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vang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7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主為我在園中求祈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khu vườn xưa Chúa đã thiết tha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49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父阿願照祢旨意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 mọi sự được theo ý Cha!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81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並非自憐痛哭流涕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Dòng lệ cạn khô nhưng giọt mồ hôi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72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為我血汗流下地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Tê tái nhỏ xuống như huyết tươi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( 2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64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vang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61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5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554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主荷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重擔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在那夜靜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Bao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nhiêu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nỗi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sầu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52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天使看見發慈心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Riêng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một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đớn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đau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883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從光明處毅然降臨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Chịu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nhục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nhân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9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安慰主傷痛苦情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 xót xóa hết bao lỗi lầm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( 3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60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004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vang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872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357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723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擔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當我罪並我苦愁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Mai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sẽ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lâm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625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自己肩負不怨尤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!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Một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chứa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chan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01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十字架上主流寶血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Nhìn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mặt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quang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đàng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soi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391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由死復活勝一切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Dân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ca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( 4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300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898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vang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445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057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682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同救贖者在榮耀中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nghe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ngạc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nhiên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biết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bao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816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見主聖容樂無窮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 nhận được tình thương lớn lao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560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平安愉快度此永年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 lùng vì sao Chúa yêu được 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181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高唱主恩愛無邊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 đến kẻ xấu xa ô tội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</a:rPr>
              <a:t>( 5 / 5 )</a:t>
            </a:r>
            <a:endParaRPr lang="vi-VN" sz="32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07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9780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主如此</a:t>
            </a:r>
            <a:r>
              <a:rPr lang="zh-CN" altLang="zh-TW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我罪人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vang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54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愛何等大  恩何等深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tuyệt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084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我要永遠讚主恩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 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388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744</Words>
  <Application>Microsoft Office PowerPoint</Application>
  <PresentationFormat>Widescreen</PresentationFormat>
  <Paragraphs>102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Microsoft JhengHei</vt:lpstr>
      <vt:lpstr>Microsoft JhengHei</vt:lpstr>
      <vt:lpstr>Arial</vt:lpstr>
      <vt:lpstr>Calibri</vt:lpstr>
      <vt:lpstr>Theme1</vt:lpstr>
      <vt:lpstr>宣 202 救主的愛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宣 202 救主的愛</dc:title>
  <dc:creator>batisuoc</dc:creator>
  <cp:lastModifiedBy>batisuoc</cp:lastModifiedBy>
  <cp:revision>6</cp:revision>
  <dcterms:created xsi:type="dcterms:W3CDTF">2024-03-27T17:24:35Z</dcterms:created>
  <dcterms:modified xsi:type="dcterms:W3CDTF">2024-03-27T17:39:01Z</dcterms:modified>
</cp:coreProperties>
</file>