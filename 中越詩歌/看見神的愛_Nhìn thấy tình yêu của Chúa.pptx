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757" r:id="rId2"/>
    <p:sldId id="758" r:id="rId3"/>
    <p:sldId id="759" r:id="rId4"/>
    <p:sldId id="760" r:id="rId5"/>
    <p:sldId id="761" r:id="rId6"/>
    <p:sldId id="762" r:id="rId7"/>
    <p:sldId id="763" r:id="rId8"/>
    <p:sldId id="764" r:id="rId9"/>
    <p:sldId id="765" r:id="rId1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96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" y="6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341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6371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458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7039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0634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9874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524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1670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7420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09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7692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6BC5A9-910E-4E1E-8512-3322FCE5F01E}" type="datetimeFigureOut">
              <a:rPr lang="en-US" smtClean="0"/>
              <a:t>5/11/2024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4F656-A388-4118-BFD5-4C3566D225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07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299173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看見神的愛</a:t>
            </a:r>
          </a:p>
        </p:txBody>
      </p:sp>
      <p:sp>
        <p:nvSpPr>
          <p:cNvPr id="3" name="標題 3"/>
          <p:cNvSpPr txBox="1">
            <a:spLocks/>
          </p:cNvSpPr>
          <p:nvPr/>
        </p:nvSpPr>
        <p:spPr>
          <a:xfrm>
            <a:off x="2048" y="3236979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Nhìn</a:t>
            </a:r>
            <a:r>
              <a:rPr lang="en-US" altLang="zh-TW" sz="54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54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54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54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5400" b="1" i="1" dirty="0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5400" b="1" i="1" dirty="0" err="1">
                <a:solidFill>
                  <a:schemeClr val="bg1"/>
                </a:solidFill>
                <a:effectLst>
                  <a:glow rad="139700">
                    <a:srgbClr val="0066CC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zh-TW" altLang="en-US" sz="5400" b="1" i="1" dirty="0">
              <a:solidFill>
                <a:schemeClr val="bg1"/>
              </a:solidFill>
              <a:effectLst>
                <a:glow rad="139700">
                  <a:srgbClr val="0066CC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9880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我看見神的愛  在溫暖的陽光</a:t>
            </a:r>
            <a:endParaRPr lang="en-US" altLang="zh-CN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nắng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ấm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mặt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trời</a:t>
            </a:r>
            <a:endParaRPr lang="vi-VN" sz="40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93810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我看見神的愛  在澎湃的海洋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 thấy tình yêu Chúa trong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cơn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sóng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dào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dạt</a:t>
            </a:r>
            <a:endParaRPr lang="vi-VN" sz="40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409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我看見神的愛  在憐憫的心腸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những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trái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tim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nhân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hậu</a:t>
            </a:r>
            <a:endParaRPr lang="vi-VN" sz="3733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6935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我看見神的愛  在你我的臉上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khuôn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mặt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bạn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và</a:t>
            </a:r>
            <a:r>
              <a:rPr lang="en-US" altLang="zh-TW" sz="3733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733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endParaRPr lang="vi-VN" sz="3733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205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在每個微笑  在每個擁抱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mỗi </a:t>
            </a: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nụ cười, trong mỗi </a:t>
            </a: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cái ôm</a:t>
            </a:r>
            <a:endParaRPr lang="vi-VN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94555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在每個祈禱  我能看見神的愛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cầu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có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thể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36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36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vi-VN" sz="36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40597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在每個微笑  在每個擁抱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Trên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mỗi </a:t>
            </a: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nụ cười, trong mỗi </a:t>
            </a:r>
            <a:r>
              <a:rPr lang="en-US" altLang="zh-TW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</a:t>
            </a:r>
            <a:r>
              <a:rPr lang="en-US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vi-VN" altLang="zh-TW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cái ôm</a:t>
            </a:r>
            <a:endParaRPr lang="vi-VN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167907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167984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微軟正黑體" pitchFamily="34" charset="-120"/>
                <a:ea typeface="微軟正黑體" pitchFamily="34" charset="-120"/>
              </a:rPr>
              <a:t>在每個祈禱  我看見神的愛</a:t>
            </a:r>
            <a:endParaRPr lang="en-US" altLang="zh-TW" sz="64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內容版面配置區 4"/>
          <p:cNvSpPr txBox="1">
            <a:spLocks/>
          </p:cNvSpPr>
          <p:nvPr/>
        </p:nvSpPr>
        <p:spPr>
          <a:xfrm>
            <a:off x="0" y="3117533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Trong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mỗi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lời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cầu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nguyện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tôi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thấy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tình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yêu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của</a:t>
            </a:r>
            <a:r>
              <a:rPr lang="en-US" altLang="zh-TW" sz="4000" b="1" dirty="0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 </a:t>
            </a:r>
            <a:r>
              <a:rPr lang="en-US" altLang="zh-TW" sz="4000" b="1" dirty="0" err="1">
                <a:solidFill>
                  <a:schemeClr val="bg1"/>
                </a:solidFill>
                <a:effectLst>
                  <a:glow rad="228600">
                    <a:srgbClr val="0066CC"/>
                  </a:glo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Chúa</a:t>
            </a:r>
            <a:endParaRPr lang="vi-VN" sz="4000" b="1" dirty="0">
              <a:solidFill>
                <a:schemeClr val="bg1"/>
              </a:solidFill>
              <a:effectLst>
                <a:glow rad="228600">
                  <a:srgbClr val="0066CC"/>
                </a:glo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31766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5BBF97F-0525-4D7F-ABA1-4CCFA07F43A2}" vid="{8D3552C7-B8E4-422B-9896-C8F00D815D1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</TotalTime>
  <Words>194</Words>
  <Application>Microsoft Office PowerPoint</Application>
  <PresentationFormat>Widescreen</PresentationFormat>
  <Paragraphs>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微軟正黑體</vt:lpstr>
      <vt:lpstr>Arial</vt:lpstr>
      <vt:lpstr>Calibri</vt:lpstr>
      <vt:lpstr>Times New Roman</vt:lpstr>
      <vt:lpstr>Theme1</vt:lpstr>
      <vt:lpstr>看見神的愛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看見神的愛</dc:title>
  <dc:creator>batisuoc</dc:creator>
  <cp:lastModifiedBy>batisuoc</cp:lastModifiedBy>
  <cp:revision>2</cp:revision>
  <dcterms:created xsi:type="dcterms:W3CDTF">2024-05-11T09:17:52Z</dcterms:created>
  <dcterms:modified xsi:type="dcterms:W3CDTF">2024-05-11T09:18:53Z</dcterms:modified>
</cp:coreProperties>
</file>