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843" r:id="rId2"/>
    <p:sldId id="844" r:id="rId3"/>
    <p:sldId id="1747" r:id="rId4"/>
    <p:sldId id="1738" r:id="rId5"/>
    <p:sldId id="1739" r:id="rId6"/>
    <p:sldId id="1740" r:id="rId7"/>
    <p:sldId id="1741" r:id="rId8"/>
    <p:sldId id="1742" r:id="rId9"/>
    <p:sldId id="1743" r:id="rId10"/>
    <p:sldId id="1744" r:id="rId11"/>
    <p:sldId id="1745" r:id="rId12"/>
    <p:sldId id="1746" r:id="rId13"/>
    <p:sldId id="1748" r:id="rId14"/>
    <p:sldId id="1749" r:id="rId15"/>
    <p:sldId id="1750" r:id="rId16"/>
    <p:sldId id="1751" r:id="rId17"/>
    <p:sldId id="1752" r:id="rId18"/>
    <p:sldId id="1753" r:id="rId19"/>
    <p:sldId id="1754" r:id="rId20"/>
    <p:sldId id="1755" r:id="rId21"/>
    <p:sldId id="1756" r:id="rId22"/>
    <p:sldId id="1757" r:id="rId23"/>
    <p:sldId id="1758" r:id="rId24"/>
    <p:sldId id="1759" r:id="rId25"/>
    <p:sldId id="1760" r:id="rId26"/>
    <p:sldId id="1761" r:id="rId27"/>
    <p:sldId id="1762" r:id="rId28"/>
    <p:sldId id="1763" r:id="rId29"/>
    <p:sldId id="1764" r:id="rId30"/>
    <p:sldId id="1765" r:id="rId31"/>
    <p:sldId id="1766" r:id="rId32"/>
    <p:sldId id="1767" r:id="rId33"/>
    <p:sldId id="1768" r:id="rId34"/>
    <p:sldId id="1769" r:id="rId35"/>
    <p:sldId id="1770" r:id="rId36"/>
    <p:sldId id="1771" r:id="rId37"/>
    <p:sldId id="1772" r:id="rId38"/>
    <p:sldId id="1773" r:id="rId39"/>
    <p:sldId id="1774" r:id="rId40"/>
    <p:sldId id="1775" r:id="rId41"/>
    <p:sldId id="1776" r:id="rId42"/>
    <p:sldId id="1777" r:id="rId43"/>
    <p:sldId id="1780" r:id="rId44"/>
    <p:sldId id="1778" r:id="rId45"/>
    <p:sldId id="1779" r:id="rId4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3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8A3A-4C06-4F4B-903F-87EA5A59EAB2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451AC-5C61-48AF-AD67-165E62F59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00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8A3A-4C06-4F4B-903F-87EA5A59EAB2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451AC-5C61-48AF-AD67-165E62F59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934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8A3A-4C06-4F4B-903F-87EA5A59EAB2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451AC-5C61-48AF-AD67-165E62F59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412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8A3A-4C06-4F4B-903F-87EA5A59EAB2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451AC-5C61-48AF-AD67-165E62F59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715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8A3A-4C06-4F4B-903F-87EA5A59EAB2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451AC-5C61-48AF-AD67-165E62F59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674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8A3A-4C06-4F4B-903F-87EA5A59EAB2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451AC-5C61-48AF-AD67-165E62F59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690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8A3A-4C06-4F4B-903F-87EA5A59EAB2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451AC-5C61-48AF-AD67-165E62F59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13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8A3A-4C06-4F4B-903F-87EA5A59EAB2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451AC-5C61-48AF-AD67-165E62F59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27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8A3A-4C06-4F4B-903F-87EA5A59EAB2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451AC-5C61-48AF-AD67-165E62F59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00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8A3A-4C06-4F4B-903F-87EA5A59EAB2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451AC-5C61-48AF-AD67-165E62F59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497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C8A3A-4C06-4F4B-903F-87EA5A59EAB2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451AC-5C61-48AF-AD67-165E62F59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561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1C8A3A-4C06-4F4B-903F-87EA5A59EAB2}" type="datetimeFigureOut">
              <a:rPr lang="en-US" smtClean="0"/>
              <a:t>10/25/2024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451AC-5C61-48AF-AD67-165E62F59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75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b="1" i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宣 </a:t>
            </a:r>
            <a:r>
              <a:rPr lang="en-US" altLang="zh-CN" b="1" i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174</a:t>
            </a:r>
            <a:r>
              <a:rPr lang="en-US" altLang="zh-CN" sz="7200" b="1" i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 - </a:t>
            </a:r>
            <a:r>
              <a:rPr lang="zh-CN" altLang="en-US" sz="7200" b="1" i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喜傳福音</a:t>
            </a:r>
            <a:endParaRPr lang="zh-TW" altLang="en-US" sz="7200" b="1" i="1" dirty="0">
              <a:solidFill>
                <a:schemeClr val="bg1"/>
              </a:solidFill>
              <a:effectLst>
                <a:glow rad="139700">
                  <a:srgbClr val="339966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733" b="1" i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LÒNG ƯA THUẬT CHUYỆN TÍCH RẤT HAY</a:t>
            </a:r>
            <a:r>
              <a:rPr lang="vi-VN" sz="3733" b="1" i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sz="3733" b="1" i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(TC </a:t>
            </a:r>
            <a:r>
              <a:rPr lang="en-US" sz="3733" b="1" i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322</a:t>
            </a:r>
            <a:r>
              <a:rPr lang="vi-VN" sz="3733" b="1" i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)</a:t>
            </a:r>
            <a:endParaRPr lang="zh-TW" altLang="en-US" sz="3733" b="1" i="1" dirty="0">
              <a:solidFill>
                <a:schemeClr val="bg1"/>
              </a:solidFill>
              <a:effectLst>
                <a:glow rad="139700">
                  <a:srgbClr val="339966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052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我傳福音甚歡欣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Lòng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ưa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thuật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chuyện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tích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rất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hay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ea typeface="Microsoft JhengHei" panose="020B0604030504040204" pitchFamily="34" charset="-120"/>
              </a:rPr>
              <a:t>( 1 / 4 )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63693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講論耶穌救主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Bao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nhiêu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việc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ẩn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trên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trời</a:t>
            </a:r>
            <a:endParaRPr lang="en-US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ea typeface="Microsoft JhengHei" panose="020B0604030504040204" pitchFamily="34" charset="-120"/>
              </a:rPr>
              <a:t>( 1 / 4 )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09561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如何虛己自天降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Về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Christ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thật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vinh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hiển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ai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tày</a:t>
            </a:r>
            <a:endParaRPr lang="en-US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ea typeface="Microsoft JhengHei" panose="020B0604030504040204" pitchFamily="34" charset="-120"/>
              </a:rPr>
              <a:t>( 1 / 4 )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43877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如何在世受苦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Về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quý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mến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hồn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endParaRPr lang="en-US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ea typeface="Microsoft JhengHei" panose="020B0604030504040204" pitchFamily="34" charset="-120"/>
              </a:rPr>
              <a:t>( 1 / 4 )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29488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我喜宣傳主福音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ưa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ôn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mãi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những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tích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ấy</a:t>
            </a:r>
            <a:endParaRPr lang="en-US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ea typeface="Microsoft JhengHei" panose="020B0604030504040204" pitchFamily="34" charset="-120"/>
              </a:rPr>
              <a:t>( 1 / 4 )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34070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深知恩道是真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Đúng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hết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chẳng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sai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mảy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may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ea typeface="Microsoft JhengHei" panose="020B0604030504040204" pitchFamily="34" charset="-120"/>
              </a:rPr>
              <a:t>( 1 / 4 )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13839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遠勝世上之金銀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Đã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làm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thoả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mãn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nguyện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vọng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nầy</a:t>
            </a:r>
            <a:endParaRPr lang="en-US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ea typeface="Microsoft JhengHei" panose="020B0604030504040204" pitchFamily="34" charset="-120"/>
              </a:rPr>
              <a:t>( 1 / 4 )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44264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使我快樂滿心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Ngoài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ra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nào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có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chi hay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ea typeface="Microsoft JhengHei" panose="020B0604030504040204" pitchFamily="34" charset="-120"/>
              </a:rPr>
              <a:t>( 1 / 4 )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20938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我傳福音甚歡欣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Hằng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ngày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ưa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kể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chuyện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nầy</a:t>
            </a:r>
            <a:endParaRPr lang="en-US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966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在天榮耀亦揚傳</a:t>
            </a:r>
            <a:endParaRPr lang="en-US" altLang="zh-CN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Dầu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vào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nước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vẫn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kể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đây</a:t>
            </a:r>
            <a:endParaRPr lang="en-US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664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顯明舊日之福音  耶穌仁愛永存</a:t>
            </a:r>
            <a:endParaRPr lang="vi-VN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Luôn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kể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tích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cũ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từ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trước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nay,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Jê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– sus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yêu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mến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ngay</a:t>
            </a:r>
            <a:endParaRPr lang="en-US" sz="40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065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我傳福音甚歡欣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Lòng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ưa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thuật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chuyện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tích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rất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hay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ea typeface="Microsoft JhengHei" panose="020B0604030504040204" pitchFamily="34" charset="-120"/>
              </a:rPr>
              <a:t>( 2 / 4 )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80634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強過奇思妙想</a:t>
            </a:r>
            <a:endParaRPr lang="en-US" altLang="zh-CN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Đem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so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mọi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giấc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mộng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vàng</a:t>
            </a:r>
            <a:endParaRPr lang="en-US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ea typeface="Microsoft JhengHei" panose="020B0604030504040204" pitchFamily="34" charset="-120"/>
              </a:rPr>
              <a:t>( 2 / 4 )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63542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勝過夢中諸佳景</a:t>
            </a:r>
            <a:endParaRPr lang="en-US" altLang="zh-CN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Toàn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không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điều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chi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đáng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so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tày</a:t>
            </a:r>
            <a:endParaRPr lang="en-US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ea typeface="Microsoft JhengHei" panose="020B0604030504040204" pitchFamily="34" charset="-120"/>
              </a:rPr>
              <a:t>( 2 / 4 )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47369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勝過良謀妙算</a:t>
            </a:r>
            <a:endParaRPr lang="en-US" altLang="zh-CN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Truyện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tích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khác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hẳn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trần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gian</a:t>
            </a:r>
            <a:endParaRPr lang="en-US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ea typeface="Microsoft JhengHei" panose="020B0604030504040204" pitchFamily="34" charset="-120"/>
              </a:rPr>
              <a:t>( 2 / 4 )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8037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我喜宣傳主福音</a:t>
            </a:r>
            <a:endParaRPr lang="en-US" altLang="zh-CN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ưa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ôn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mãi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những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tích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ấy</a:t>
            </a:r>
            <a:endParaRPr lang="en-US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ea typeface="Microsoft JhengHei" panose="020B0604030504040204" pitchFamily="34" charset="-120"/>
              </a:rPr>
              <a:t>( 2 / 4 )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618153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此道已經救我</a:t>
            </a:r>
            <a:endParaRPr lang="en-US" altLang="zh-CN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Rất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giúp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ích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cho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chính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mình</a:t>
            </a:r>
            <a:endParaRPr lang="en-US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ea typeface="Microsoft JhengHei" panose="020B0604030504040204" pitchFamily="34" charset="-120"/>
              </a:rPr>
              <a:t>( 2 / 4 )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332588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所以始終仍然傳</a:t>
            </a:r>
            <a:endParaRPr lang="en-US" altLang="zh-CN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Nên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hiện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luôn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thuật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chuyện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nầy</a:t>
            </a:r>
            <a:endParaRPr lang="en-US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ea typeface="Microsoft JhengHei" panose="020B0604030504040204" pitchFamily="34" charset="-120"/>
              </a:rPr>
              <a:t>( 2 / 4 )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82607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我今傳道救人</a:t>
            </a:r>
            <a:endParaRPr lang="en-US" altLang="zh-CN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Hầu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anh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được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rõ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ngọn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ngành</a:t>
            </a:r>
            <a:endParaRPr lang="en-US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ea typeface="Microsoft JhengHei" panose="020B0604030504040204" pitchFamily="34" charset="-120"/>
              </a:rPr>
              <a:t>( 2 / 4 )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102668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我傳福音甚歡欣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Hằng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ngày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ưa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kể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chuyện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nầy</a:t>
            </a:r>
            <a:endParaRPr lang="en-US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139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在天榮耀亦揚傳</a:t>
            </a:r>
            <a:endParaRPr lang="en-US" altLang="zh-CN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Dầu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vào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nước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vẫn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kể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đây</a:t>
            </a:r>
            <a:endParaRPr lang="en-US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5685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顯明舊日之福音  耶穌仁愛永存</a:t>
            </a:r>
            <a:endParaRPr lang="vi-VN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Luôn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kể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tích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cũ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từ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trước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nay,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Jê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– sus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yêu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mến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ngay</a:t>
            </a:r>
            <a:endParaRPr lang="en-US" sz="40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0093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我傳福音甚歡欣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Lòng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ưa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thuật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chuyện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tích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rất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hay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ea typeface="Microsoft JhengHei" panose="020B0604030504040204" pitchFamily="34" charset="-120"/>
              </a:rPr>
              <a:t>( 3 / 4 )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365644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常講耶穌聖道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vui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được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nhắc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đêm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ngày</a:t>
            </a:r>
            <a:endParaRPr lang="en-US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ea typeface="Microsoft JhengHei" panose="020B0604030504040204" pitchFamily="34" charset="-120"/>
              </a:rPr>
              <a:t>( 3 / 4 )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961476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每逢述說此福音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Mọi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khi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thuật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thấy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tâm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nầy</a:t>
            </a:r>
            <a:endParaRPr lang="en-US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ea typeface="Microsoft JhengHei" panose="020B0604030504040204" pitchFamily="34" charset="-120"/>
              </a:rPr>
              <a:t>( 3 / 4 )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499892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更覺加部美好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Mừng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rỡ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thoả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thích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dường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say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ea typeface="Microsoft JhengHei" panose="020B0604030504040204" pitchFamily="34" charset="-120"/>
              </a:rPr>
              <a:t>( 3 / 4 )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121567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我喜宣傳主福音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ưa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ôn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tích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ấy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chẳng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thôi</a:t>
            </a:r>
            <a:endParaRPr lang="en-US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ea typeface="Microsoft JhengHei" panose="020B0604030504040204" pitchFamily="34" charset="-120"/>
              </a:rPr>
              <a:t>( 3 / 4 )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173263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多處尚未傳到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Để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giúp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kẻ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chưa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biết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</a:t>
            </a:r>
            <a:endParaRPr lang="en-US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ea typeface="Microsoft JhengHei" panose="020B0604030504040204" pitchFamily="34" charset="-120"/>
              </a:rPr>
              <a:t>( 3 / 4 )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359368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上帝救恩之嘉音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Mong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họ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nghe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sứ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mạng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chuộc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tội</a:t>
            </a:r>
            <a:endParaRPr lang="en-US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ea typeface="Microsoft JhengHei" panose="020B0604030504040204" pitchFamily="34" charset="-120"/>
              </a:rPr>
              <a:t>( 3 / 4 )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918389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聖經恩言福道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Từ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trong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lời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thiên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đài</a:t>
            </a:r>
            <a:endParaRPr lang="en-US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ea typeface="Microsoft JhengHei" panose="020B0604030504040204" pitchFamily="34" charset="-120"/>
              </a:rPr>
              <a:t>( 3 / 4 )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283750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我傳福音甚歡欣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Hằng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ngày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ưa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kể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chuyện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nầy</a:t>
            </a:r>
            <a:endParaRPr lang="en-US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109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在天榮耀亦揚傳</a:t>
            </a:r>
            <a:endParaRPr lang="en-US" altLang="zh-CN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Dầu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vào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nước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vẫn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kể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đây</a:t>
            </a:r>
            <a:endParaRPr lang="en-US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1503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顯明舊日之福音  耶穌仁愛永存</a:t>
            </a:r>
            <a:endParaRPr lang="vi-VN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Luôn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kể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tích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cũ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từ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trước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nay,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Jê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– sus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yêu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mến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ngay</a:t>
            </a:r>
            <a:endParaRPr lang="en-US" sz="40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6080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我傳福音甚歡欣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Lòng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ưa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thuật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chuyện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tích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rất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hay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ea typeface="Microsoft JhengHei" panose="020B0604030504040204" pitchFamily="34" charset="-120"/>
              </a:rPr>
              <a:t>( 4 / 4 )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805041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人雖熟聽能記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Cho ai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dầu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đã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tường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rồi</a:t>
            </a:r>
            <a:endParaRPr lang="en-US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ea typeface="Microsoft JhengHei" panose="020B0604030504040204" pitchFamily="34" charset="-120"/>
              </a:rPr>
              <a:t>( 4 / 4 )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335515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因為思慕如飢渴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Dường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như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còn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khao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khát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nghe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rày</a:t>
            </a:r>
            <a:endParaRPr lang="en-US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ea typeface="Microsoft JhengHei" panose="020B0604030504040204" pitchFamily="34" charset="-120"/>
              </a:rPr>
              <a:t>( 4 / 4 )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093298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再聽仍不足意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Về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tích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quý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nhất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đời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endParaRPr lang="en-US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ea typeface="Microsoft JhengHei" panose="020B0604030504040204" pitchFamily="34" charset="-120"/>
              </a:rPr>
              <a:t>( 4 / 4 )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23397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等至榮耀之福地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Khi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vô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trong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nước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hiển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vinh</a:t>
            </a:r>
            <a:endParaRPr lang="en-US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ea typeface="Microsoft JhengHei" panose="020B0604030504040204" pitchFamily="34" charset="-120"/>
              </a:rPr>
              <a:t>( 4 / 4 )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465291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樂唱新歌歡喜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Sẽ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hát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khúc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ca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mới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này</a:t>
            </a:r>
            <a:endParaRPr lang="en-US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ea typeface="Microsoft JhengHei" panose="020B0604030504040204" pitchFamily="34" charset="-120"/>
              </a:rPr>
              <a:t>( 4 / 4 )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72236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仍是舊日之福音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Tuy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là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chuyện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xưa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thuật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đành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rành</a:t>
            </a:r>
            <a:endParaRPr lang="en-US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ea typeface="Microsoft JhengHei" panose="020B0604030504040204" pitchFamily="34" charset="-120"/>
              </a:rPr>
              <a:t>( 4 / 4 )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992419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乃我愛慕久矣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Càng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thuật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càng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thấy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vui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vầy</a:t>
            </a:r>
            <a:endParaRPr lang="en-US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EF7C1F-B31C-C906-9E72-CEBAD33815AC}"/>
              </a:ext>
            </a:extLst>
          </p:cNvPr>
          <p:cNvSpPr txBox="1"/>
          <p:nvPr/>
        </p:nvSpPr>
        <p:spPr>
          <a:xfrm>
            <a:off x="0" y="5253205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ea typeface="Microsoft JhengHei" panose="020B0604030504040204" pitchFamily="34" charset="-120"/>
              </a:rPr>
              <a:t>( 4 / 4 )</a:t>
            </a:r>
            <a:endParaRPr lang="vi-VN" sz="32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383044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我傳福音甚歡欣</a:t>
            </a:r>
            <a:endParaRPr lang="en-US" altLang="zh-TW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Hằng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ngày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ưa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kể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chuyện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nầy</a:t>
            </a:r>
            <a:endParaRPr lang="en-US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97271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在天榮耀亦揚傳</a:t>
            </a:r>
            <a:endParaRPr lang="en-US" altLang="zh-CN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Dầu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vào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nước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vẫn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kể</a:t>
            </a:r>
            <a:r>
              <a:rPr lang="en-US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đây</a:t>
            </a:r>
            <a:endParaRPr lang="en-US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1485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2"/>
            <a:ext cx="12192000" cy="1318225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CN" altLang="en-US" sz="64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微軟正黑體" pitchFamily="34" charset="-120"/>
                <a:ea typeface="微軟正黑體" pitchFamily="34" charset="-120"/>
              </a:rPr>
              <a:t>顯明舊日之福音  耶穌仁愛永存</a:t>
            </a:r>
            <a:endParaRPr lang="vi-VN" sz="64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2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Luôn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kể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tích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cũ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từ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trước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nay,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Jê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– sus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yêu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mến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sz="4000" b="1" dirty="0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chemeClr val="bg1"/>
                </a:solidFill>
                <a:effectLst>
                  <a:glow rad="139700">
                    <a:srgbClr val="339966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ngay</a:t>
            </a:r>
            <a:endParaRPr lang="en-US" sz="4000" b="1" dirty="0">
              <a:solidFill>
                <a:schemeClr val="bg1"/>
              </a:solidFill>
              <a:effectLst>
                <a:glow rad="139700">
                  <a:srgbClr val="339966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36059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</TotalTime>
  <Words>818</Words>
  <Application>Microsoft Office PowerPoint</Application>
  <PresentationFormat>Widescreen</PresentationFormat>
  <Paragraphs>122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微軟正黑體</vt:lpstr>
      <vt:lpstr>微軟正黑體</vt:lpstr>
      <vt:lpstr>Arial</vt:lpstr>
      <vt:lpstr>Calibri</vt:lpstr>
      <vt:lpstr>Times New Roman</vt:lpstr>
      <vt:lpstr>Theme1</vt:lpstr>
      <vt:lpstr>宣 174 - 喜傳福音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1</cp:revision>
  <dcterms:created xsi:type="dcterms:W3CDTF">2024-10-25T16:14:47Z</dcterms:created>
  <dcterms:modified xsi:type="dcterms:W3CDTF">2024-10-25T16:16:28Z</dcterms:modified>
</cp:coreProperties>
</file>