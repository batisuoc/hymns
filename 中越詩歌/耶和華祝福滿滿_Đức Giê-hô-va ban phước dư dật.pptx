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F4F30-AB30-4FDA-9026-B75B11F93046}" type="datetimeFigureOut">
              <a:rPr lang="vi-VN" smtClean="0"/>
              <a:t>23/02/2026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6A5C-A8AC-4494-B506-BCE80496B2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077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F4F30-AB30-4FDA-9026-B75B11F93046}" type="datetimeFigureOut">
              <a:rPr lang="vi-VN" smtClean="0"/>
              <a:t>23/02/2026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6A5C-A8AC-4494-B506-BCE80496B2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50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F4F30-AB30-4FDA-9026-B75B11F93046}" type="datetimeFigureOut">
              <a:rPr lang="vi-VN" smtClean="0"/>
              <a:t>23/02/2026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6A5C-A8AC-4494-B506-BCE80496B2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5053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F4F30-AB30-4FDA-9026-B75B11F93046}" type="datetimeFigureOut">
              <a:rPr lang="vi-VN" smtClean="0"/>
              <a:t>23/02/2026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6A5C-A8AC-4494-B506-BCE80496B2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403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F4F30-AB30-4FDA-9026-B75B11F93046}" type="datetimeFigureOut">
              <a:rPr lang="vi-VN" smtClean="0"/>
              <a:t>23/02/2026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6A5C-A8AC-4494-B506-BCE80496B2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62450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F4F30-AB30-4FDA-9026-B75B11F93046}" type="datetimeFigureOut">
              <a:rPr lang="vi-VN" smtClean="0"/>
              <a:t>23/02/2026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6A5C-A8AC-4494-B506-BCE80496B2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6030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F4F30-AB30-4FDA-9026-B75B11F93046}" type="datetimeFigureOut">
              <a:rPr lang="vi-VN" smtClean="0"/>
              <a:t>23/02/2026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6A5C-A8AC-4494-B506-BCE80496B2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055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F4F30-AB30-4FDA-9026-B75B11F93046}" type="datetimeFigureOut">
              <a:rPr lang="vi-VN" smtClean="0"/>
              <a:t>23/02/2026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6A5C-A8AC-4494-B506-BCE80496B2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2625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F4F30-AB30-4FDA-9026-B75B11F93046}" type="datetimeFigureOut">
              <a:rPr lang="vi-VN" smtClean="0"/>
              <a:t>23/02/2026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6A5C-A8AC-4494-B506-BCE80496B2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28929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F4F30-AB30-4FDA-9026-B75B11F93046}" type="datetimeFigureOut">
              <a:rPr lang="vi-VN" smtClean="0"/>
              <a:t>23/02/2026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6A5C-A8AC-4494-B506-BCE80496B2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7766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F4F30-AB30-4FDA-9026-B75B11F93046}" type="datetimeFigureOut">
              <a:rPr lang="vi-VN" smtClean="0"/>
              <a:t>23/02/2026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6A5C-A8AC-4494-B506-BCE80496B2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191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F4F30-AB30-4FDA-9026-B75B11F93046}" type="datetimeFigureOut">
              <a:rPr lang="vi-VN" smtClean="0"/>
              <a:t>23/02/2026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C6A5C-A8AC-4494-B506-BCE80496B2C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7594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耶和華祝福滿滿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48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 ban phước lành tràn đầy</a:t>
            </a:r>
            <a:endParaRPr lang="zh-TW" altLang="en-US" sz="48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88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田中的白鷺絲  無欠缺什麼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Chim cò trắng giữa đồng, chẳng thiếu điều chi</a:t>
            </a:r>
            <a:endParaRPr lang="vi-VN" sz="40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537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山頂的百合花  春天現香味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Hoa huệ trên núi cao, xuân về tỏa hương</a:t>
            </a:r>
            <a:endParaRPr lang="vi-VN" sz="40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0297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總是全能的上帝  每日賞賜真福氣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Đó là phước hạnh của Chúa toàn năng ban cho mỗi ngày</a:t>
            </a:r>
            <a:endParaRPr lang="vi-VN" sz="40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0809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使地上發芽  結實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 khiến đất nảy mầm sinh trái</a:t>
            </a:r>
            <a:endParaRPr lang="vi-VN" sz="40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55321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顯出慈愛的根據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</a:t>
            </a:r>
            <a:r>
              <a:rPr lang="vi-VN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ày tỏ tình yêu của Ngài</a:t>
            </a:r>
            <a:endParaRPr lang="vi-VN" sz="40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9355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耶和華祝福滿滿</a:t>
            </a:r>
            <a:r>
              <a:rPr lang="en-US" altLang="zh-CN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親像海邊土沙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 ban phước lành tràn đầy như cát nơi bờ biển</a:t>
            </a:r>
            <a:endParaRPr lang="vi-VN" sz="40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610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恩典慈愛直到萬世代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Ân điển tình yêu của Ngài đến muôn đời</a:t>
            </a:r>
            <a:endParaRPr lang="vi-VN" sz="40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236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我要舉手敬拜祂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Con xin giơ tay chúc tôn Ngài</a:t>
            </a:r>
            <a:endParaRPr lang="vi-VN" sz="40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5653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唱出歡喜的歌聲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</a:t>
            </a:r>
            <a:r>
              <a:rPr lang="vi-VN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ất tiếng hát mừng vui</a:t>
            </a:r>
            <a:endParaRPr lang="vi-VN" sz="40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7390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讚美稱頌祂名永不息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Ngợi khen danh Ngài mãi không thôi</a:t>
            </a:r>
            <a:endParaRPr lang="vi-VN" sz="4000" b="1" dirty="0">
              <a:solidFill>
                <a:srgbClr val="000066"/>
              </a:solidFill>
              <a:effectLst/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960693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6908C52-260F-4FDD-A980-8B112851BF7C}" vid="{78246D61-936A-4A99-9F34-B301E70F02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</TotalTime>
  <Words>234</Words>
  <Application>Microsoft Office PowerPoint</Application>
  <PresentationFormat>Widescreen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微軟正黑體</vt:lpstr>
      <vt:lpstr>微軟正黑體</vt:lpstr>
      <vt:lpstr>Arial</vt:lpstr>
      <vt:lpstr>Calibri</vt:lpstr>
      <vt:lpstr>Theme1</vt:lpstr>
      <vt:lpstr>耶和華祝福滿滿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耶和華祝福滿滿</dc:title>
  <dc:creator>Windows User</dc:creator>
  <cp:lastModifiedBy>Uncle Jo</cp:lastModifiedBy>
  <cp:revision>3</cp:revision>
  <dcterms:created xsi:type="dcterms:W3CDTF">2022-09-07T02:15:34Z</dcterms:created>
  <dcterms:modified xsi:type="dcterms:W3CDTF">2026-02-23T14:43:01Z</dcterms:modified>
</cp:coreProperties>
</file>