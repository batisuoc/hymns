
<file path=[Content_Types].xml><?xml version="1.0" encoding="utf-8"?>
<Types xmlns="http://schemas.openxmlformats.org/package/2006/content-types"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84" r:id="rId1"/>
  </p:sldMasterIdLst>
  <p:sldIdLst>
    <p:sldId id="259" r:id="rId2"/>
    <p:sldId id="260" r:id="rId3"/>
    <p:sldId id="261" r:id="rId4"/>
    <p:sldId id="262" r:id="rId5"/>
    <p:sldId id="263" r:id="rId6"/>
    <p:sldId id="264" r:id="rId7"/>
    <p:sldId id="265" r:id="rId8"/>
    <p:sldId id="266" r:id="rId9"/>
    <p:sldId id="267" r:id="rId10"/>
    <p:sldId id="268" r:id="rId11"/>
    <p:sldId id="269" r:id="rId12"/>
    <p:sldId id="270" r:id="rId13"/>
    <p:sldId id="271" r:id="rId14"/>
    <p:sldId id="272" r:id="rId15"/>
    <p:sldId id="273" r:id="rId16"/>
    <p:sldId id="274" r:id="rId17"/>
    <p:sldId id="275" r:id="rId18"/>
    <p:sldId id="276" r:id="rId19"/>
    <p:sldId id="277" r:id="rId20"/>
    <p:sldId id="279" r:id="rId21"/>
    <p:sldId id="280" r:id="rId22"/>
    <p:sldId id="281" r:id="rId23"/>
    <p:sldId id="282" r:id="rId24"/>
    <p:sldId id="283" r:id="rId25"/>
    <p:sldId id="284" r:id="rId26"/>
  </p:sldIdLst>
  <p:sldSz cx="12192000" cy="6858000"/>
  <p:notesSz cx="6858000" cy="9144000"/>
  <p:defaultTextStyle>
    <a:defPPr>
      <a:defRPr lang="vi-VN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clrMru>
    <a:srgbClr val="000066"/>
    <a:srgbClr val="660033"/>
    <a:srgbClr val="002060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7032" autoAdjust="0"/>
    <p:restoredTop sz="94660"/>
  </p:normalViewPr>
  <p:slideViewPr>
    <p:cSldViewPr snapToGrid="0">
      <p:cViewPr varScale="1">
        <p:scale>
          <a:sx n="72" d="100"/>
          <a:sy n="72" d="100"/>
        </p:scale>
        <p:origin x="144" y="7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26" Type="http://schemas.openxmlformats.org/officeDocument/2006/relationships/slide" Target="slides/slide25.xml"/><Relationship Id="rId3" Type="http://schemas.openxmlformats.org/officeDocument/2006/relationships/slide" Target="slides/slide2.xml"/><Relationship Id="rId21" Type="http://schemas.openxmlformats.org/officeDocument/2006/relationships/slide" Target="slides/slide20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slide" Target="slides/slide24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slide" Target="slides/slide19.xml"/><Relationship Id="rId29" Type="http://schemas.openxmlformats.org/officeDocument/2006/relationships/theme" Target="theme/them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slide" Target="slides/slide23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slide" Target="slides/slide22.xml"/><Relationship Id="rId28" Type="http://schemas.openxmlformats.org/officeDocument/2006/relationships/viewProps" Target="viewProps.xml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slide" Target="slides/slide21.xml"/><Relationship Id="rId27" Type="http://schemas.openxmlformats.org/officeDocument/2006/relationships/presProps" Target="presProps.xml"/><Relationship Id="rId30" Type="http://schemas.openxmlformats.org/officeDocument/2006/relationships/tableStyles" Target="tableStyles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標題投影片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/>
          <p:cNvSpPr>
            <a:spLocks noGrp="1"/>
          </p:cNvSpPr>
          <p:nvPr>
            <p:ph type="ctrTitle"/>
          </p:nvPr>
        </p:nvSpPr>
        <p:spPr>
          <a:xfrm>
            <a:off x="914400" y="2130428"/>
            <a:ext cx="10363200" cy="1470025"/>
          </a:xfrm>
        </p:spPr>
        <p:txBody>
          <a:bodyPr/>
          <a:lstStyle/>
          <a:p>
            <a:r>
              <a:rPr lang="en-US" altLang="zh-TW"/>
              <a:t>Click to edit Master title style</a:t>
            </a:r>
            <a:endParaRPr lang="zh-TW" altLang="en-US"/>
          </a:p>
        </p:txBody>
      </p:sp>
      <p:sp>
        <p:nvSpPr>
          <p:cNvPr id="3" name="副標題 2"/>
          <p:cNvSpPr>
            <a:spLocks noGrp="1"/>
          </p:cNvSpPr>
          <p:nvPr>
            <p:ph type="subTitle" idx="1"/>
          </p:nvPr>
        </p:nvSpPr>
        <p:spPr>
          <a:xfrm>
            <a:off x="1828800" y="3886200"/>
            <a:ext cx="85344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609585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121917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828754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2438339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3047924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3657509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4267093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4876678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altLang="zh-TW"/>
              <a:t>Click to edit Master subtitle style</a:t>
            </a:r>
            <a:endParaRPr lang="zh-TW" altLang="en-US"/>
          </a:p>
        </p:txBody>
      </p:sp>
      <p:sp>
        <p:nvSpPr>
          <p:cNvPr id="4" name="日期版面配置區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708DAAA-A60A-4649-A77A-7F12CC5C96A6}" type="datetimeFigureOut">
              <a:rPr lang="vi-VN" smtClean="0"/>
              <a:t>16/02/2026</a:t>
            </a:fld>
            <a:endParaRPr lang="vi-VN"/>
          </a:p>
        </p:txBody>
      </p:sp>
      <p:sp>
        <p:nvSpPr>
          <p:cNvPr id="5" name="頁尾版面配置區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vi-VN"/>
          </a:p>
        </p:txBody>
      </p:sp>
      <p:sp>
        <p:nvSpPr>
          <p:cNvPr id="6" name="投影片編號版面配置區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AC63EB2-D608-482A-89D3-07EC53AFADAE}" type="slidenum">
              <a:rPr lang="vi-VN" smtClean="0"/>
              <a:t>‹#›</a:t>
            </a:fld>
            <a:endParaRPr lang="vi-VN"/>
          </a:p>
        </p:txBody>
      </p:sp>
    </p:spTree>
    <p:extLst>
      <p:ext uri="{BB962C8B-B14F-4D97-AF65-F5344CB8AC3E}">
        <p14:creationId xmlns:p14="http://schemas.microsoft.com/office/powerpoint/2010/main" val="653661490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標題及物件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zh-TW"/>
              <a:t>Click to edit Master title style</a:t>
            </a:r>
            <a:endParaRPr lang="zh-TW" altLang="en-US"/>
          </a:p>
        </p:txBody>
      </p:sp>
      <p:sp>
        <p:nvSpPr>
          <p:cNvPr id="3" name="內容版面配置區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altLang="zh-TW"/>
              <a:t>Click to edit Master text styles</a:t>
            </a:r>
          </a:p>
          <a:p>
            <a:pPr lvl="1"/>
            <a:r>
              <a:rPr lang="en-US" altLang="zh-TW"/>
              <a:t>Second level</a:t>
            </a:r>
          </a:p>
          <a:p>
            <a:pPr lvl="2"/>
            <a:r>
              <a:rPr lang="en-US" altLang="zh-TW"/>
              <a:t>Third level</a:t>
            </a:r>
          </a:p>
          <a:p>
            <a:pPr lvl="3"/>
            <a:r>
              <a:rPr lang="en-US" altLang="zh-TW"/>
              <a:t>Fourth level</a:t>
            </a:r>
          </a:p>
          <a:p>
            <a:pPr lvl="4"/>
            <a:r>
              <a:rPr lang="en-US" altLang="zh-TW"/>
              <a:t>Fifth level</a:t>
            </a:r>
            <a:endParaRPr lang="zh-TW" altLang="en-US"/>
          </a:p>
        </p:txBody>
      </p:sp>
      <p:sp>
        <p:nvSpPr>
          <p:cNvPr id="4" name="日期版面配置區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708DAAA-A60A-4649-A77A-7F12CC5C96A6}" type="datetimeFigureOut">
              <a:rPr lang="vi-VN" smtClean="0"/>
              <a:t>16/02/2026</a:t>
            </a:fld>
            <a:endParaRPr lang="vi-VN"/>
          </a:p>
        </p:txBody>
      </p:sp>
      <p:sp>
        <p:nvSpPr>
          <p:cNvPr id="5" name="頁尾版面配置區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vi-VN"/>
          </a:p>
        </p:txBody>
      </p:sp>
      <p:sp>
        <p:nvSpPr>
          <p:cNvPr id="6" name="投影片編號版面配置區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AC63EB2-D608-482A-89D3-07EC53AFADAE}" type="slidenum">
              <a:rPr lang="vi-VN" smtClean="0"/>
              <a:t>‹#›</a:t>
            </a:fld>
            <a:endParaRPr lang="vi-VN"/>
          </a:p>
        </p:txBody>
      </p:sp>
    </p:spTree>
    <p:extLst>
      <p:ext uri="{BB962C8B-B14F-4D97-AF65-F5344CB8AC3E}">
        <p14:creationId xmlns:p14="http://schemas.microsoft.com/office/powerpoint/2010/main" val="1233047316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區段標題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/>
          <p:cNvSpPr>
            <a:spLocks noGrp="1"/>
          </p:cNvSpPr>
          <p:nvPr>
            <p:ph type="title"/>
          </p:nvPr>
        </p:nvSpPr>
        <p:spPr>
          <a:xfrm>
            <a:off x="963084" y="4406901"/>
            <a:ext cx="10363200" cy="1362075"/>
          </a:xfrm>
        </p:spPr>
        <p:txBody>
          <a:bodyPr anchor="t"/>
          <a:lstStyle>
            <a:lvl1pPr algn="l">
              <a:defRPr sz="5333" b="1" cap="all"/>
            </a:lvl1pPr>
          </a:lstStyle>
          <a:p>
            <a:r>
              <a:rPr lang="en-US" altLang="zh-TW"/>
              <a:t>Click to edit Master title style</a:t>
            </a:r>
            <a:endParaRPr lang="zh-TW" altLang="en-US"/>
          </a:p>
        </p:txBody>
      </p:sp>
      <p:sp>
        <p:nvSpPr>
          <p:cNvPr id="3" name="文字版面配置區 2"/>
          <p:cNvSpPr>
            <a:spLocks noGrp="1"/>
          </p:cNvSpPr>
          <p:nvPr>
            <p:ph type="body" idx="1"/>
          </p:nvPr>
        </p:nvSpPr>
        <p:spPr>
          <a:xfrm>
            <a:off x="963084" y="2906713"/>
            <a:ext cx="10363200" cy="1500187"/>
          </a:xfrm>
        </p:spPr>
        <p:txBody>
          <a:bodyPr anchor="b"/>
          <a:lstStyle>
            <a:lvl1pPr marL="0" indent="0">
              <a:buNone/>
              <a:defRPr sz="2667">
                <a:solidFill>
                  <a:schemeClr val="tx1">
                    <a:tint val="75000"/>
                  </a:schemeClr>
                </a:solidFill>
              </a:defRPr>
            </a:lvl1pPr>
            <a:lvl2pPr marL="609585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2pPr>
            <a:lvl3pPr marL="1219170" indent="0">
              <a:buNone/>
              <a:defRPr sz="2133">
                <a:solidFill>
                  <a:schemeClr val="tx1">
                    <a:tint val="75000"/>
                  </a:schemeClr>
                </a:solidFill>
              </a:defRPr>
            </a:lvl3pPr>
            <a:lvl4pPr marL="1828754" indent="0">
              <a:buNone/>
              <a:defRPr sz="1867">
                <a:solidFill>
                  <a:schemeClr val="tx1">
                    <a:tint val="75000"/>
                  </a:schemeClr>
                </a:solidFill>
              </a:defRPr>
            </a:lvl4pPr>
            <a:lvl5pPr marL="2438339" indent="0">
              <a:buNone/>
              <a:defRPr sz="1867">
                <a:solidFill>
                  <a:schemeClr val="tx1">
                    <a:tint val="75000"/>
                  </a:schemeClr>
                </a:solidFill>
              </a:defRPr>
            </a:lvl5pPr>
            <a:lvl6pPr marL="3047924" indent="0">
              <a:buNone/>
              <a:defRPr sz="1867">
                <a:solidFill>
                  <a:schemeClr val="tx1">
                    <a:tint val="75000"/>
                  </a:schemeClr>
                </a:solidFill>
              </a:defRPr>
            </a:lvl6pPr>
            <a:lvl7pPr marL="3657509" indent="0">
              <a:buNone/>
              <a:defRPr sz="1867">
                <a:solidFill>
                  <a:schemeClr val="tx1">
                    <a:tint val="75000"/>
                  </a:schemeClr>
                </a:solidFill>
              </a:defRPr>
            </a:lvl7pPr>
            <a:lvl8pPr marL="4267093" indent="0">
              <a:buNone/>
              <a:defRPr sz="1867">
                <a:solidFill>
                  <a:schemeClr val="tx1">
                    <a:tint val="75000"/>
                  </a:schemeClr>
                </a:solidFill>
              </a:defRPr>
            </a:lvl8pPr>
            <a:lvl9pPr marL="4876678" indent="0">
              <a:buNone/>
              <a:defRPr sz="1867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altLang="zh-TW"/>
              <a:t>Click to edit Master text styles</a:t>
            </a:r>
          </a:p>
        </p:txBody>
      </p:sp>
      <p:sp>
        <p:nvSpPr>
          <p:cNvPr id="4" name="日期版面配置區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708DAAA-A60A-4649-A77A-7F12CC5C96A6}" type="datetimeFigureOut">
              <a:rPr lang="vi-VN" smtClean="0"/>
              <a:t>16/02/2026</a:t>
            </a:fld>
            <a:endParaRPr lang="vi-VN"/>
          </a:p>
        </p:txBody>
      </p:sp>
      <p:sp>
        <p:nvSpPr>
          <p:cNvPr id="5" name="頁尾版面配置區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vi-VN"/>
          </a:p>
        </p:txBody>
      </p:sp>
      <p:sp>
        <p:nvSpPr>
          <p:cNvPr id="6" name="投影片編號版面配置區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AC63EB2-D608-482A-89D3-07EC53AFADAE}" type="slidenum">
              <a:rPr lang="vi-VN" smtClean="0"/>
              <a:t>‹#›</a:t>
            </a:fld>
            <a:endParaRPr lang="vi-VN"/>
          </a:p>
        </p:txBody>
      </p:sp>
    </p:spTree>
    <p:extLst>
      <p:ext uri="{BB962C8B-B14F-4D97-AF65-F5344CB8AC3E}">
        <p14:creationId xmlns:p14="http://schemas.microsoft.com/office/powerpoint/2010/main" val="2019693924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兩項物件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zh-TW"/>
              <a:t>Click to edit Master title style</a:t>
            </a:r>
            <a:endParaRPr lang="zh-TW" altLang="en-US"/>
          </a:p>
        </p:txBody>
      </p:sp>
      <p:sp>
        <p:nvSpPr>
          <p:cNvPr id="3" name="內容版面配置區 2"/>
          <p:cNvSpPr>
            <a:spLocks noGrp="1"/>
          </p:cNvSpPr>
          <p:nvPr>
            <p:ph sz="half" idx="1"/>
          </p:nvPr>
        </p:nvSpPr>
        <p:spPr>
          <a:xfrm>
            <a:off x="609600" y="1600201"/>
            <a:ext cx="5384800" cy="4525963"/>
          </a:xfrm>
        </p:spPr>
        <p:txBody>
          <a:bodyPr/>
          <a:lstStyle>
            <a:lvl1pPr>
              <a:defRPr sz="3733"/>
            </a:lvl1pPr>
            <a:lvl2pPr>
              <a:defRPr sz="3200"/>
            </a:lvl2pPr>
            <a:lvl3pPr>
              <a:defRPr sz="2667"/>
            </a:lvl3pPr>
            <a:lvl4pPr>
              <a:defRPr sz="2400"/>
            </a:lvl4pPr>
            <a:lvl5pPr>
              <a:defRPr sz="2400"/>
            </a:lvl5pPr>
            <a:lvl6pPr>
              <a:defRPr sz="2400"/>
            </a:lvl6pPr>
            <a:lvl7pPr>
              <a:defRPr sz="2400"/>
            </a:lvl7pPr>
            <a:lvl8pPr>
              <a:defRPr sz="2400"/>
            </a:lvl8pPr>
            <a:lvl9pPr>
              <a:defRPr sz="2400"/>
            </a:lvl9pPr>
          </a:lstStyle>
          <a:p>
            <a:pPr lvl="0"/>
            <a:r>
              <a:rPr lang="en-US" altLang="zh-TW"/>
              <a:t>Click to edit Master text styles</a:t>
            </a:r>
          </a:p>
          <a:p>
            <a:pPr lvl="1"/>
            <a:r>
              <a:rPr lang="en-US" altLang="zh-TW"/>
              <a:t>Second level</a:t>
            </a:r>
          </a:p>
          <a:p>
            <a:pPr lvl="2"/>
            <a:r>
              <a:rPr lang="en-US" altLang="zh-TW"/>
              <a:t>Third level</a:t>
            </a:r>
          </a:p>
          <a:p>
            <a:pPr lvl="3"/>
            <a:r>
              <a:rPr lang="en-US" altLang="zh-TW"/>
              <a:t>Fourth level</a:t>
            </a:r>
          </a:p>
          <a:p>
            <a:pPr lvl="4"/>
            <a:r>
              <a:rPr lang="en-US" altLang="zh-TW"/>
              <a:t>Fifth level</a:t>
            </a:r>
            <a:endParaRPr lang="zh-TW" altLang="en-US"/>
          </a:p>
        </p:txBody>
      </p:sp>
      <p:sp>
        <p:nvSpPr>
          <p:cNvPr id="4" name="內容版面配置區 3"/>
          <p:cNvSpPr>
            <a:spLocks noGrp="1"/>
          </p:cNvSpPr>
          <p:nvPr>
            <p:ph sz="half" idx="2"/>
          </p:nvPr>
        </p:nvSpPr>
        <p:spPr>
          <a:xfrm>
            <a:off x="6197600" y="1600201"/>
            <a:ext cx="5384800" cy="4525963"/>
          </a:xfrm>
        </p:spPr>
        <p:txBody>
          <a:bodyPr/>
          <a:lstStyle>
            <a:lvl1pPr>
              <a:defRPr sz="3733"/>
            </a:lvl1pPr>
            <a:lvl2pPr>
              <a:defRPr sz="3200"/>
            </a:lvl2pPr>
            <a:lvl3pPr>
              <a:defRPr sz="2667"/>
            </a:lvl3pPr>
            <a:lvl4pPr>
              <a:defRPr sz="2400"/>
            </a:lvl4pPr>
            <a:lvl5pPr>
              <a:defRPr sz="2400"/>
            </a:lvl5pPr>
            <a:lvl6pPr>
              <a:defRPr sz="2400"/>
            </a:lvl6pPr>
            <a:lvl7pPr>
              <a:defRPr sz="2400"/>
            </a:lvl7pPr>
            <a:lvl8pPr>
              <a:defRPr sz="2400"/>
            </a:lvl8pPr>
            <a:lvl9pPr>
              <a:defRPr sz="2400"/>
            </a:lvl9pPr>
          </a:lstStyle>
          <a:p>
            <a:pPr lvl="0"/>
            <a:r>
              <a:rPr lang="en-US" altLang="zh-TW"/>
              <a:t>Click to edit Master text styles</a:t>
            </a:r>
          </a:p>
          <a:p>
            <a:pPr lvl="1"/>
            <a:r>
              <a:rPr lang="en-US" altLang="zh-TW"/>
              <a:t>Second level</a:t>
            </a:r>
          </a:p>
          <a:p>
            <a:pPr lvl="2"/>
            <a:r>
              <a:rPr lang="en-US" altLang="zh-TW"/>
              <a:t>Third level</a:t>
            </a:r>
          </a:p>
          <a:p>
            <a:pPr lvl="3"/>
            <a:r>
              <a:rPr lang="en-US" altLang="zh-TW"/>
              <a:t>Fourth level</a:t>
            </a:r>
          </a:p>
          <a:p>
            <a:pPr lvl="4"/>
            <a:r>
              <a:rPr lang="en-US" altLang="zh-TW"/>
              <a:t>Fifth level</a:t>
            </a:r>
            <a:endParaRPr lang="zh-TW" altLang="en-US"/>
          </a:p>
        </p:txBody>
      </p:sp>
      <p:sp>
        <p:nvSpPr>
          <p:cNvPr id="5" name="日期版面配置區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708DAAA-A60A-4649-A77A-7F12CC5C96A6}" type="datetimeFigureOut">
              <a:rPr lang="vi-VN" smtClean="0"/>
              <a:t>16/02/2026</a:t>
            </a:fld>
            <a:endParaRPr lang="vi-VN"/>
          </a:p>
        </p:txBody>
      </p:sp>
      <p:sp>
        <p:nvSpPr>
          <p:cNvPr id="6" name="頁尾版面配置區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vi-VN"/>
          </a:p>
        </p:txBody>
      </p:sp>
      <p:sp>
        <p:nvSpPr>
          <p:cNvPr id="7" name="投影片編號版面配置區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AC63EB2-D608-482A-89D3-07EC53AFADAE}" type="slidenum">
              <a:rPr lang="vi-VN" smtClean="0"/>
              <a:t>‹#›</a:t>
            </a:fld>
            <a:endParaRPr lang="vi-VN"/>
          </a:p>
        </p:txBody>
      </p:sp>
    </p:spTree>
    <p:extLst>
      <p:ext uri="{BB962C8B-B14F-4D97-AF65-F5344CB8AC3E}">
        <p14:creationId xmlns:p14="http://schemas.microsoft.com/office/powerpoint/2010/main" val="3975569206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比對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altLang="zh-TW"/>
              <a:t>Click to edit Master title style</a:t>
            </a:r>
            <a:endParaRPr lang="zh-TW" altLang="en-US"/>
          </a:p>
        </p:txBody>
      </p:sp>
      <p:sp>
        <p:nvSpPr>
          <p:cNvPr id="3" name="文字版面配置區 2"/>
          <p:cNvSpPr>
            <a:spLocks noGrp="1"/>
          </p:cNvSpPr>
          <p:nvPr>
            <p:ph type="body" idx="1"/>
          </p:nvPr>
        </p:nvSpPr>
        <p:spPr>
          <a:xfrm>
            <a:off x="609600" y="1535113"/>
            <a:ext cx="5386917" cy="639763"/>
          </a:xfrm>
        </p:spPr>
        <p:txBody>
          <a:bodyPr anchor="b"/>
          <a:lstStyle>
            <a:lvl1pPr marL="0" indent="0">
              <a:buNone/>
              <a:defRPr sz="3200" b="1"/>
            </a:lvl1pPr>
            <a:lvl2pPr marL="609585" indent="0">
              <a:buNone/>
              <a:defRPr sz="2667" b="1"/>
            </a:lvl2pPr>
            <a:lvl3pPr marL="1219170" indent="0">
              <a:buNone/>
              <a:defRPr sz="2400" b="1"/>
            </a:lvl3pPr>
            <a:lvl4pPr marL="1828754" indent="0">
              <a:buNone/>
              <a:defRPr sz="2133" b="1"/>
            </a:lvl4pPr>
            <a:lvl5pPr marL="2438339" indent="0">
              <a:buNone/>
              <a:defRPr sz="2133" b="1"/>
            </a:lvl5pPr>
            <a:lvl6pPr marL="3047924" indent="0">
              <a:buNone/>
              <a:defRPr sz="2133" b="1"/>
            </a:lvl6pPr>
            <a:lvl7pPr marL="3657509" indent="0">
              <a:buNone/>
              <a:defRPr sz="2133" b="1"/>
            </a:lvl7pPr>
            <a:lvl8pPr marL="4267093" indent="0">
              <a:buNone/>
              <a:defRPr sz="2133" b="1"/>
            </a:lvl8pPr>
            <a:lvl9pPr marL="4876678" indent="0">
              <a:buNone/>
              <a:defRPr sz="2133" b="1"/>
            </a:lvl9pPr>
          </a:lstStyle>
          <a:p>
            <a:pPr lvl="0"/>
            <a:r>
              <a:rPr lang="en-US" altLang="zh-TW"/>
              <a:t>Click to edit Master text styles</a:t>
            </a:r>
          </a:p>
        </p:txBody>
      </p:sp>
      <p:sp>
        <p:nvSpPr>
          <p:cNvPr id="4" name="內容版面配置區 3"/>
          <p:cNvSpPr>
            <a:spLocks noGrp="1"/>
          </p:cNvSpPr>
          <p:nvPr>
            <p:ph sz="half" idx="2"/>
          </p:nvPr>
        </p:nvSpPr>
        <p:spPr>
          <a:xfrm>
            <a:off x="609600" y="2174875"/>
            <a:ext cx="5386917" cy="3951288"/>
          </a:xfrm>
        </p:spPr>
        <p:txBody>
          <a:bodyPr/>
          <a:lstStyle>
            <a:lvl1pPr>
              <a:defRPr sz="3200"/>
            </a:lvl1pPr>
            <a:lvl2pPr>
              <a:defRPr sz="2667"/>
            </a:lvl2pPr>
            <a:lvl3pPr>
              <a:defRPr sz="2400"/>
            </a:lvl3pPr>
            <a:lvl4pPr>
              <a:defRPr sz="2133"/>
            </a:lvl4pPr>
            <a:lvl5pPr>
              <a:defRPr sz="2133"/>
            </a:lvl5pPr>
            <a:lvl6pPr>
              <a:defRPr sz="2133"/>
            </a:lvl6pPr>
            <a:lvl7pPr>
              <a:defRPr sz="2133"/>
            </a:lvl7pPr>
            <a:lvl8pPr>
              <a:defRPr sz="2133"/>
            </a:lvl8pPr>
            <a:lvl9pPr>
              <a:defRPr sz="2133"/>
            </a:lvl9pPr>
          </a:lstStyle>
          <a:p>
            <a:pPr lvl="0"/>
            <a:r>
              <a:rPr lang="en-US" altLang="zh-TW"/>
              <a:t>Click to edit Master text styles</a:t>
            </a:r>
          </a:p>
          <a:p>
            <a:pPr lvl="1"/>
            <a:r>
              <a:rPr lang="en-US" altLang="zh-TW"/>
              <a:t>Second level</a:t>
            </a:r>
          </a:p>
          <a:p>
            <a:pPr lvl="2"/>
            <a:r>
              <a:rPr lang="en-US" altLang="zh-TW"/>
              <a:t>Third level</a:t>
            </a:r>
          </a:p>
          <a:p>
            <a:pPr lvl="3"/>
            <a:r>
              <a:rPr lang="en-US" altLang="zh-TW"/>
              <a:t>Fourth level</a:t>
            </a:r>
          </a:p>
          <a:p>
            <a:pPr lvl="4"/>
            <a:r>
              <a:rPr lang="en-US" altLang="zh-TW"/>
              <a:t>Fifth level</a:t>
            </a:r>
            <a:endParaRPr lang="zh-TW" altLang="en-US"/>
          </a:p>
        </p:txBody>
      </p:sp>
      <p:sp>
        <p:nvSpPr>
          <p:cNvPr id="5" name="文字版面配置區 4"/>
          <p:cNvSpPr>
            <a:spLocks noGrp="1"/>
          </p:cNvSpPr>
          <p:nvPr>
            <p:ph type="body" sz="quarter" idx="3"/>
          </p:nvPr>
        </p:nvSpPr>
        <p:spPr>
          <a:xfrm>
            <a:off x="6193372" y="1535113"/>
            <a:ext cx="5389033" cy="639763"/>
          </a:xfrm>
        </p:spPr>
        <p:txBody>
          <a:bodyPr anchor="b"/>
          <a:lstStyle>
            <a:lvl1pPr marL="0" indent="0">
              <a:buNone/>
              <a:defRPr sz="3200" b="1"/>
            </a:lvl1pPr>
            <a:lvl2pPr marL="609585" indent="0">
              <a:buNone/>
              <a:defRPr sz="2667" b="1"/>
            </a:lvl2pPr>
            <a:lvl3pPr marL="1219170" indent="0">
              <a:buNone/>
              <a:defRPr sz="2400" b="1"/>
            </a:lvl3pPr>
            <a:lvl4pPr marL="1828754" indent="0">
              <a:buNone/>
              <a:defRPr sz="2133" b="1"/>
            </a:lvl4pPr>
            <a:lvl5pPr marL="2438339" indent="0">
              <a:buNone/>
              <a:defRPr sz="2133" b="1"/>
            </a:lvl5pPr>
            <a:lvl6pPr marL="3047924" indent="0">
              <a:buNone/>
              <a:defRPr sz="2133" b="1"/>
            </a:lvl6pPr>
            <a:lvl7pPr marL="3657509" indent="0">
              <a:buNone/>
              <a:defRPr sz="2133" b="1"/>
            </a:lvl7pPr>
            <a:lvl8pPr marL="4267093" indent="0">
              <a:buNone/>
              <a:defRPr sz="2133" b="1"/>
            </a:lvl8pPr>
            <a:lvl9pPr marL="4876678" indent="0">
              <a:buNone/>
              <a:defRPr sz="2133" b="1"/>
            </a:lvl9pPr>
          </a:lstStyle>
          <a:p>
            <a:pPr lvl="0"/>
            <a:r>
              <a:rPr lang="en-US" altLang="zh-TW"/>
              <a:t>Click to edit Master text styles</a:t>
            </a:r>
          </a:p>
        </p:txBody>
      </p:sp>
      <p:sp>
        <p:nvSpPr>
          <p:cNvPr id="6" name="內容版面配置區 5"/>
          <p:cNvSpPr>
            <a:spLocks noGrp="1"/>
          </p:cNvSpPr>
          <p:nvPr>
            <p:ph sz="quarter" idx="4"/>
          </p:nvPr>
        </p:nvSpPr>
        <p:spPr>
          <a:xfrm>
            <a:off x="6193372" y="2174875"/>
            <a:ext cx="5389033" cy="3951288"/>
          </a:xfrm>
        </p:spPr>
        <p:txBody>
          <a:bodyPr/>
          <a:lstStyle>
            <a:lvl1pPr>
              <a:defRPr sz="3200"/>
            </a:lvl1pPr>
            <a:lvl2pPr>
              <a:defRPr sz="2667"/>
            </a:lvl2pPr>
            <a:lvl3pPr>
              <a:defRPr sz="2400"/>
            </a:lvl3pPr>
            <a:lvl4pPr>
              <a:defRPr sz="2133"/>
            </a:lvl4pPr>
            <a:lvl5pPr>
              <a:defRPr sz="2133"/>
            </a:lvl5pPr>
            <a:lvl6pPr>
              <a:defRPr sz="2133"/>
            </a:lvl6pPr>
            <a:lvl7pPr>
              <a:defRPr sz="2133"/>
            </a:lvl7pPr>
            <a:lvl8pPr>
              <a:defRPr sz="2133"/>
            </a:lvl8pPr>
            <a:lvl9pPr>
              <a:defRPr sz="2133"/>
            </a:lvl9pPr>
          </a:lstStyle>
          <a:p>
            <a:pPr lvl="0"/>
            <a:r>
              <a:rPr lang="en-US" altLang="zh-TW"/>
              <a:t>Click to edit Master text styles</a:t>
            </a:r>
          </a:p>
          <a:p>
            <a:pPr lvl="1"/>
            <a:r>
              <a:rPr lang="en-US" altLang="zh-TW"/>
              <a:t>Second level</a:t>
            </a:r>
          </a:p>
          <a:p>
            <a:pPr lvl="2"/>
            <a:r>
              <a:rPr lang="en-US" altLang="zh-TW"/>
              <a:t>Third level</a:t>
            </a:r>
          </a:p>
          <a:p>
            <a:pPr lvl="3"/>
            <a:r>
              <a:rPr lang="en-US" altLang="zh-TW"/>
              <a:t>Fourth level</a:t>
            </a:r>
          </a:p>
          <a:p>
            <a:pPr lvl="4"/>
            <a:r>
              <a:rPr lang="en-US" altLang="zh-TW"/>
              <a:t>Fifth level</a:t>
            </a:r>
            <a:endParaRPr lang="zh-TW" altLang="en-US"/>
          </a:p>
        </p:txBody>
      </p:sp>
      <p:sp>
        <p:nvSpPr>
          <p:cNvPr id="7" name="日期版面配置區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708DAAA-A60A-4649-A77A-7F12CC5C96A6}" type="datetimeFigureOut">
              <a:rPr lang="vi-VN" smtClean="0"/>
              <a:t>16/02/2026</a:t>
            </a:fld>
            <a:endParaRPr lang="vi-VN"/>
          </a:p>
        </p:txBody>
      </p:sp>
      <p:sp>
        <p:nvSpPr>
          <p:cNvPr id="8" name="頁尾版面配置區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vi-VN"/>
          </a:p>
        </p:txBody>
      </p:sp>
      <p:sp>
        <p:nvSpPr>
          <p:cNvPr id="9" name="投影片編號版面配置區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AC63EB2-D608-482A-89D3-07EC53AFADAE}" type="slidenum">
              <a:rPr lang="vi-VN" smtClean="0"/>
              <a:t>‹#›</a:t>
            </a:fld>
            <a:endParaRPr lang="vi-VN"/>
          </a:p>
        </p:txBody>
      </p:sp>
    </p:spTree>
    <p:extLst>
      <p:ext uri="{BB962C8B-B14F-4D97-AF65-F5344CB8AC3E}">
        <p14:creationId xmlns:p14="http://schemas.microsoft.com/office/powerpoint/2010/main" val="348277345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只有標題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zh-TW"/>
              <a:t>Click to edit Master title style</a:t>
            </a:r>
            <a:endParaRPr lang="zh-TW" altLang="en-US"/>
          </a:p>
        </p:txBody>
      </p:sp>
      <p:sp>
        <p:nvSpPr>
          <p:cNvPr id="3" name="日期版面配置區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708DAAA-A60A-4649-A77A-7F12CC5C96A6}" type="datetimeFigureOut">
              <a:rPr lang="vi-VN" smtClean="0"/>
              <a:t>16/02/2026</a:t>
            </a:fld>
            <a:endParaRPr lang="vi-VN"/>
          </a:p>
        </p:txBody>
      </p:sp>
      <p:sp>
        <p:nvSpPr>
          <p:cNvPr id="4" name="頁尾版面配置區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vi-VN"/>
          </a:p>
        </p:txBody>
      </p:sp>
      <p:sp>
        <p:nvSpPr>
          <p:cNvPr id="5" name="投影片編號版面配置區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AC63EB2-D608-482A-89D3-07EC53AFADAE}" type="slidenum">
              <a:rPr lang="vi-VN" smtClean="0"/>
              <a:t>‹#›</a:t>
            </a:fld>
            <a:endParaRPr lang="vi-VN"/>
          </a:p>
        </p:txBody>
      </p:sp>
    </p:spTree>
    <p:extLst>
      <p:ext uri="{BB962C8B-B14F-4D97-AF65-F5344CB8AC3E}">
        <p14:creationId xmlns:p14="http://schemas.microsoft.com/office/powerpoint/2010/main" val="4260693693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空白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日期版面配置區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708DAAA-A60A-4649-A77A-7F12CC5C96A6}" type="datetimeFigureOut">
              <a:rPr lang="vi-VN" smtClean="0"/>
              <a:t>16/02/2026</a:t>
            </a:fld>
            <a:endParaRPr lang="vi-VN"/>
          </a:p>
        </p:txBody>
      </p:sp>
      <p:sp>
        <p:nvSpPr>
          <p:cNvPr id="3" name="頁尾版面配置區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vi-VN"/>
          </a:p>
        </p:txBody>
      </p:sp>
      <p:sp>
        <p:nvSpPr>
          <p:cNvPr id="4" name="投影片編號版面配置區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AC63EB2-D608-482A-89D3-07EC53AFADAE}" type="slidenum">
              <a:rPr lang="vi-VN" smtClean="0"/>
              <a:t>‹#›</a:t>
            </a:fld>
            <a:endParaRPr lang="vi-VN"/>
          </a:p>
        </p:txBody>
      </p:sp>
    </p:spTree>
    <p:extLst>
      <p:ext uri="{BB962C8B-B14F-4D97-AF65-F5344CB8AC3E}">
        <p14:creationId xmlns:p14="http://schemas.microsoft.com/office/powerpoint/2010/main" val="424911711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含標題的內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/>
          <p:cNvSpPr>
            <a:spLocks noGrp="1"/>
          </p:cNvSpPr>
          <p:nvPr>
            <p:ph type="title"/>
          </p:nvPr>
        </p:nvSpPr>
        <p:spPr>
          <a:xfrm>
            <a:off x="609603" y="273049"/>
            <a:ext cx="4011084" cy="1162051"/>
          </a:xfrm>
        </p:spPr>
        <p:txBody>
          <a:bodyPr anchor="b"/>
          <a:lstStyle>
            <a:lvl1pPr algn="l">
              <a:defRPr sz="2667" b="1"/>
            </a:lvl1pPr>
          </a:lstStyle>
          <a:p>
            <a:r>
              <a:rPr lang="en-US" altLang="zh-TW"/>
              <a:t>Click to edit Master title style</a:t>
            </a:r>
            <a:endParaRPr lang="zh-TW" altLang="en-US"/>
          </a:p>
        </p:txBody>
      </p:sp>
      <p:sp>
        <p:nvSpPr>
          <p:cNvPr id="3" name="內容版面配置區 2"/>
          <p:cNvSpPr>
            <a:spLocks noGrp="1"/>
          </p:cNvSpPr>
          <p:nvPr>
            <p:ph idx="1"/>
          </p:nvPr>
        </p:nvSpPr>
        <p:spPr>
          <a:xfrm>
            <a:off x="4766733" y="273053"/>
            <a:ext cx="6815667" cy="5853113"/>
          </a:xfrm>
        </p:spPr>
        <p:txBody>
          <a:bodyPr/>
          <a:lstStyle>
            <a:lvl1pPr>
              <a:defRPr sz="4267"/>
            </a:lvl1pPr>
            <a:lvl2pPr>
              <a:defRPr sz="3733"/>
            </a:lvl2pPr>
            <a:lvl3pPr>
              <a:defRPr sz="3200"/>
            </a:lvl3pPr>
            <a:lvl4pPr>
              <a:defRPr sz="2667"/>
            </a:lvl4pPr>
            <a:lvl5pPr>
              <a:defRPr sz="2667"/>
            </a:lvl5pPr>
            <a:lvl6pPr>
              <a:defRPr sz="2667"/>
            </a:lvl6pPr>
            <a:lvl7pPr>
              <a:defRPr sz="2667"/>
            </a:lvl7pPr>
            <a:lvl8pPr>
              <a:defRPr sz="2667"/>
            </a:lvl8pPr>
            <a:lvl9pPr>
              <a:defRPr sz="2667"/>
            </a:lvl9pPr>
          </a:lstStyle>
          <a:p>
            <a:pPr lvl="0"/>
            <a:r>
              <a:rPr lang="en-US" altLang="zh-TW"/>
              <a:t>Click to edit Master text styles</a:t>
            </a:r>
          </a:p>
          <a:p>
            <a:pPr lvl="1"/>
            <a:r>
              <a:rPr lang="en-US" altLang="zh-TW"/>
              <a:t>Second level</a:t>
            </a:r>
          </a:p>
          <a:p>
            <a:pPr lvl="2"/>
            <a:r>
              <a:rPr lang="en-US" altLang="zh-TW"/>
              <a:t>Third level</a:t>
            </a:r>
          </a:p>
          <a:p>
            <a:pPr lvl="3"/>
            <a:r>
              <a:rPr lang="en-US" altLang="zh-TW"/>
              <a:t>Fourth level</a:t>
            </a:r>
          </a:p>
          <a:p>
            <a:pPr lvl="4"/>
            <a:r>
              <a:rPr lang="en-US" altLang="zh-TW"/>
              <a:t>Fifth level</a:t>
            </a:r>
            <a:endParaRPr lang="zh-TW" altLang="en-US"/>
          </a:p>
        </p:txBody>
      </p:sp>
      <p:sp>
        <p:nvSpPr>
          <p:cNvPr id="4" name="文字版面配置區 3"/>
          <p:cNvSpPr>
            <a:spLocks noGrp="1"/>
          </p:cNvSpPr>
          <p:nvPr>
            <p:ph type="body" sz="half" idx="2"/>
          </p:nvPr>
        </p:nvSpPr>
        <p:spPr>
          <a:xfrm>
            <a:off x="609603" y="1435103"/>
            <a:ext cx="4011084" cy="4691063"/>
          </a:xfrm>
        </p:spPr>
        <p:txBody>
          <a:bodyPr/>
          <a:lstStyle>
            <a:lvl1pPr marL="0" indent="0">
              <a:buNone/>
              <a:defRPr sz="1867"/>
            </a:lvl1pPr>
            <a:lvl2pPr marL="609585" indent="0">
              <a:buNone/>
              <a:defRPr sz="1600"/>
            </a:lvl2pPr>
            <a:lvl3pPr marL="1219170" indent="0">
              <a:buNone/>
              <a:defRPr sz="1333"/>
            </a:lvl3pPr>
            <a:lvl4pPr marL="1828754" indent="0">
              <a:buNone/>
              <a:defRPr sz="1200"/>
            </a:lvl4pPr>
            <a:lvl5pPr marL="2438339" indent="0">
              <a:buNone/>
              <a:defRPr sz="1200"/>
            </a:lvl5pPr>
            <a:lvl6pPr marL="3047924" indent="0">
              <a:buNone/>
              <a:defRPr sz="1200"/>
            </a:lvl6pPr>
            <a:lvl7pPr marL="3657509" indent="0">
              <a:buNone/>
              <a:defRPr sz="1200"/>
            </a:lvl7pPr>
            <a:lvl8pPr marL="4267093" indent="0">
              <a:buNone/>
              <a:defRPr sz="1200"/>
            </a:lvl8pPr>
            <a:lvl9pPr marL="4876678" indent="0">
              <a:buNone/>
              <a:defRPr sz="1200"/>
            </a:lvl9pPr>
          </a:lstStyle>
          <a:p>
            <a:pPr lvl="0"/>
            <a:r>
              <a:rPr lang="en-US" altLang="zh-TW"/>
              <a:t>Click to edit Master text styles</a:t>
            </a:r>
          </a:p>
        </p:txBody>
      </p:sp>
      <p:sp>
        <p:nvSpPr>
          <p:cNvPr id="5" name="日期版面配置區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708DAAA-A60A-4649-A77A-7F12CC5C96A6}" type="datetimeFigureOut">
              <a:rPr lang="vi-VN" smtClean="0"/>
              <a:t>16/02/2026</a:t>
            </a:fld>
            <a:endParaRPr lang="vi-VN"/>
          </a:p>
        </p:txBody>
      </p:sp>
      <p:sp>
        <p:nvSpPr>
          <p:cNvPr id="6" name="頁尾版面配置區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vi-VN"/>
          </a:p>
        </p:txBody>
      </p:sp>
      <p:sp>
        <p:nvSpPr>
          <p:cNvPr id="7" name="投影片編號版面配置區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AC63EB2-D608-482A-89D3-07EC53AFADAE}" type="slidenum">
              <a:rPr lang="vi-VN" smtClean="0"/>
              <a:t>‹#›</a:t>
            </a:fld>
            <a:endParaRPr lang="vi-VN"/>
          </a:p>
        </p:txBody>
      </p:sp>
    </p:spTree>
    <p:extLst>
      <p:ext uri="{BB962C8B-B14F-4D97-AF65-F5344CB8AC3E}">
        <p14:creationId xmlns:p14="http://schemas.microsoft.com/office/powerpoint/2010/main" val="2121313508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含標題的圖片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/>
          <p:cNvSpPr>
            <a:spLocks noGrp="1"/>
          </p:cNvSpPr>
          <p:nvPr>
            <p:ph type="title"/>
          </p:nvPr>
        </p:nvSpPr>
        <p:spPr>
          <a:xfrm>
            <a:off x="2389717" y="4800601"/>
            <a:ext cx="7315200" cy="566739"/>
          </a:xfrm>
        </p:spPr>
        <p:txBody>
          <a:bodyPr anchor="b"/>
          <a:lstStyle>
            <a:lvl1pPr algn="l">
              <a:defRPr sz="2667" b="1"/>
            </a:lvl1pPr>
          </a:lstStyle>
          <a:p>
            <a:r>
              <a:rPr lang="en-US" altLang="zh-TW"/>
              <a:t>Click to edit Master title style</a:t>
            </a:r>
            <a:endParaRPr lang="zh-TW" altLang="en-US"/>
          </a:p>
        </p:txBody>
      </p:sp>
      <p:sp>
        <p:nvSpPr>
          <p:cNvPr id="3" name="圖片版面配置區 2"/>
          <p:cNvSpPr>
            <a:spLocks noGrp="1"/>
          </p:cNvSpPr>
          <p:nvPr>
            <p:ph type="pic" idx="1"/>
          </p:nvPr>
        </p:nvSpPr>
        <p:spPr>
          <a:xfrm>
            <a:off x="2389717" y="612775"/>
            <a:ext cx="7315200" cy="4114800"/>
          </a:xfrm>
        </p:spPr>
        <p:txBody>
          <a:bodyPr/>
          <a:lstStyle>
            <a:lvl1pPr marL="0" indent="0">
              <a:buNone/>
              <a:defRPr sz="4267"/>
            </a:lvl1pPr>
            <a:lvl2pPr marL="609585" indent="0">
              <a:buNone/>
              <a:defRPr sz="3733"/>
            </a:lvl2pPr>
            <a:lvl3pPr marL="1219170" indent="0">
              <a:buNone/>
              <a:defRPr sz="3200"/>
            </a:lvl3pPr>
            <a:lvl4pPr marL="1828754" indent="0">
              <a:buNone/>
              <a:defRPr sz="2667"/>
            </a:lvl4pPr>
            <a:lvl5pPr marL="2438339" indent="0">
              <a:buNone/>
              <a:defRPr sz="2667"/>
            </a:lvl5pPr>
            <a:lvl6pPr marL="3047924" indent="0">
              <a:buNone/>
              <a:defRPr sz="2667"/>
            </a:lvl6pPr>
            <a:lvl7pPr marL="3657509" indent="0">
              <a:buNone/>
              <a:defRPr sz="2667"/>
            </a:lvl7pPr>
            <a:lvl8pPr marL="4267093" indent="0">
              <a:buNone/>
              <a:defRPr sz="2667"/>
            </a:lvl8pPr>
            <a:lvl9pPr marL="4876678" indent="0">
              <a:buNone/>
              <a:defRPr sz="2667"/>
            </a:lvl9pPr>
          </a:lstStyle>
          <a:p>
            <a:r>
              <a:rPr lang="en-US" altLang="zh-TW"/>
              <a:t>Click icon to add picture</a:t>
            </a:r>
            <a:endParaRPr lang="zh-TW" altLang="en-US"/>
          </a:p>
        </p:txBody>
      </p:sp>
      <p:sp>
        <p:nvSpPr>
          <p:cNvPr id="4" name="文字版面配置區 3"/>
          <p:cNvSpPr>
            <a:spLocks noGrp="1"/>
          </p:cNvSpPr>
          <p:nvPr>
            <p:ph type="body" sz="half" idx="2"/>
          </p:nvPr>
        </p:nvSpPr>
        <p:spPr>
          <a:xfrm>
            <a:off x="2389717" y="5367339"/>
            <a:ext cx="7315200" cy="804863"/>
          </a:xfrm>
        </p:spPr>
        <p:txBody>
          <a:bodyPr/>
          <a:lstStyle>
            <a:lvl1pPr marL="0" indent="0">
              <a:buNone/>
              <a:defRPr sz="1867"/>
            </a:lvl1pPr>
            <a:lvl2pPr marL="609585" indent="0">
              <a:buNone/>
              <a:defRPr sz="1600"/>
            </a:lvl2pPr>
            <a:lvl3pPr marL="1219170" indent="0">
              <a:buNone/>
              <a:defRPr sz="1333"/>
            </a:lvl3pPr>
            <a:lvl4pPr marL="1828754" indent="0">
              <a:buNone/>
              <a:defRPr sz="1200"/>
            </a:lvl4pPr>
            <a:lvl5pPr marL="2438339" indent="0">
              <a:buNone/>
              <a:defRPr sz="1200"/>
            </a:lvl5pPr>
            <a:lvl6pPr marL="3047924" indent="0">
              <a:buNone/>
              <a:defRPr sz="1200"/>
            </a:lvl6pPr>
            <a:lvl7pPr marL="3657509" indent="0">
              <a:buNone/>
              <a:defRPr sz="1200"/>
            </a:lvl7pPr>
            <a:lvl8pPr marL="4267093" indent="0">
              <a:buNone/>
              <a:defRPr sz="1200"/>
            </a:lvl8pPr>
            <a:lvl9pPr marL="4876678" indent="0">
              <a:buNone/>
              <a:defRPr sz="1200"/>
            </a:lvl9pPr>
          </a:lstStyle>
          <a:p>
            <a:pPr lvl="0"/>
            <a:r>
              <a:rPr lang="en-US" altLang="zh-TW"/>
              <a:t>Click to edit Master text styles</a:t>
            </a:r>
          </a:p>
        </p:txBody>
      </p:sp>
      <p:sp>
        <p:nvSpPr>
          <p:cNvPr id="5" name="日期版面配置區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708DAAA-A60A-4649-A77A-7F12CC5C96A6}" type="datetimeFigureOut">
              <a:rPr lang="vi-VN" smtClean="0"/>
              <a:t>16/02/2026</a:t>
            </a:fld>
            <a:endParaRPr lang="vi-VN"/>
          </a:p>
        </p:txBody>
      </p:sp>
      <p:sp>
        <p:nvSpPr>
          <p:cNvPr id="6" name="頁尾版面配置區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vi-VN"/>
          </a:p>
        </p:txBody>
      </p:sp>
      <p:sp>
        <p:nvSpPr>
          <p:cNvPr id="7" name="投影片編號版面配置區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AC63EB2-D608-482A-89D3-07EC53AFADAE}" type="slidenum">
              <a:rPr lang="vi-VN" smtClean="0"/>
              <a:t>‹#›</a:t>
            </a:fld>
            <a:endParaRPr lang="vi-VN"/>
          </a:p>
        </p:txBody>
      </p:sp>
    </p:spTree>
    <p:extLst>
      <p:ext uri="{BB962C8B-B14F-4D97-AF65-F5344CB8AC3E}">
        <p14:creationId xmlns:p14="http://schemas.microsoft.com/office/powerpoint/2010/main" val="4164431556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標題及直排文字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zh-TW"/>
              <a:t>Click to edit Master title style</a:t>
            </a:r>
            <a:endParaRPr lang="zh-TW" altLang="en-US"/>
          </a:p>
        </p:txBody>
      </p:sp>
      <p:sp>
        <p:nvSpPr>
          <p:cNvPr id="3" name="直排文字版面配置區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altLang="zh-TW"/>
              <a:t>Click to edit Master text styles</a:t>
            </a:r>
          </a:p>
          <a:p>
            <a:pPr lvl="1"/>
            <a:r>
              <a:rPr lang="en-US" altLang="zh-TW"/>
              <a:t>Second level</a:t>
            </a:r>
          </a:p>
          <a:p>
            <a:pPr lvl="2"/>
            <a:r>
              <a:rPr lang="en-US" altLang="zh-TW"/>
              <a:t>Third level</a:t>
            </a:r>
          </a:p>
          <a:p>
            <a:pPr lvl="3"/>
            <a:r>
              <a:rPr lang="en-US" altLang="zh-TW"/>
              <a:t>Fourth level</a:t>
            </a:r>
          </a:p>
          <a:p>
            <a:pPr lvl="4"/>
            <a:r>
              <a:rPr lang="en-US" altLang="zh-TW"/>
              <a:t>Fifth level</a:t>
            </a:r>
            <a:endParaRPr lang="zh-TW" altLang="en-US"/>
          </a:p>
        </p:txBody>
      </p:sp>
      <p:sp>
        <p:nvSpPr>
          <p:cNvPr id="4" name="日期版面配置區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708DAAA-A60A-4649-A77A-7F12CC5C96A6}" type="datetimeFigureOut">
              <a:rPr lang="vi-VN" smtClean="0"/>
              <a:t>16/02/2026</a:t>
            </a:fld>
            <a:endParaRPr lang="vi-VN"/>
          </a:p>
        </p:txBody>
      </p:sp>
      <p:sp>
        <p:nvSpPr>
          <p:cNvPr id="5" name="頁尾版面配置區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vi-VN"/>
          </a:p>
        </p:txBody>
      </p:sp>
      <p:sp>
        <p:nvSpPr>
          <p:cNvPr id="6" name="投影片編號版面配置區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AC63EB2-D608-482A-89D3-07EC53AFADAE}" type="slidenum">
              <a:rPr lang="vi-VN" smtClean="0"/>
              <a:t>‹#›</a:t>
            </a:fld>
            <a:endParaRPr lang="vi-VN"/>
          </a:p>
        </p:txBody>
      </p:sp>
    </p:spTree>
    <p:extLst>
      <p:ext uri="{BB962C8B-B14F-4D97-AF65-F5344CB8AC3E}">
        <p14:creationId xmlns:p14="http://schemas.microsoft.com/office/powerpoint/2010/main" val="900208968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直排標題及文字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直排標題 1"/>
          <p:cNvSpPr>
            <a:spLocks noGrp="1"/>
          </p:cNvSpPr>
          <p:nvPr>
            <p:ph type="title" orient="vert"/>
          </p:nvPr>
        </p:nvSpPr>
        <p:spPr>
          <a:xfrm>
            <a:off x="8839200" y="274639"/>
            <a:ext cx="2743200" cy="5851525"/>
          </a:xfrm>
        </p:spPr>
        <p:txBody>
          <a:bodyPr vert="eaVert"/>
          <a:lstStyle/>
          <a:p>
            <a:r>
              <a:rPr lang="en-US" altLang="zh-TW"/>
              <a:t>Click to edit Master title style</a:t>
            </a:r>
            <a:endParaRPr lang="zh-TW" altLang="en-US"/>
          </a:p>
        </p:txBody>
      </p:sp>
      <p:sp>
        <p:nvSpPr>
          <p:cNvPr id="3" name="直排文字版面配置區 2"/>
          <p:cNvSpPr>
            <a:spLocks noGrp="1"/>
          </p:cNvSpPr>
          <p:nvPr>
            <p:ph type="body" orient="vert" idx="1"/>
          </p:nvPr>
        </p:nvSpPr>
        <p:spPr>
          <a:xfrm>
            <a:off x="609600" y="274639"/>
            <a:ext cx="8026400" cy="5851525"/>
          </a:xfrm>
        </p:spPr>
        <p:txBody>
          <a:bodyPr vert="eaVert"/>
          <a:lstStyle/>
          <a:p>
            <a:pPr lvl="0"/>
            <a:r>
              <a:rPr lang="en-US" altLang="zh-TW"/>
              <a:t>Click to edit Master text styles</a:t>
            </a:r>
          </a:p>
          <a:p>
            <a:pPr lvl="1"/>
            <a:r>
              <a:rPr lang="en-US" altLang="zh-TW"/>
              <a:t>Second level</a:t>
            </a:r>
          </a:p>
          <a:p>
            <a:pPr lvl="2"/>
            <a:r>
              <a:rPr lang="en-US" altLang="zh-TW"/>
              <a:t>Third level</a:t>
            </a:r>
          </a:p>
          <a:p>
            <a:pPr lvl="3"/>
            <a:r>
              <a:rPr lang="en-US" altLang="zh-TW"/>
              <a:t>Fourth level</a:t>
            </a:r>
          </a:p>
          <a:p>
            <a:pPr lvl="4"/>
            <a:r>
              <a:rPr lang="en-US" altLang="zh-TW"/>
              <a:t>Fifth level</a:t>
            </a:r>
            <a:endParaRPr lang="zh-TW" altLang="en-US"/>
          </a:p>
        </p:txBody>
      </p:sp>
      <p:sp>
        <p:nvSpPr>
          <p:cNvPr id="4" name="日期版面配置區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708DAAA-A60A-4649-A77A-7F12CC5C96A6}" type="datetimeFigureOut">
              <a:rPr lang="vi-VN" smtClean="0"/>
              <a:t>16/02/2026</a:t>
            </a:fld>
            <a:endParaRPr lang="vi-VN"/>
          </a:p>
        </p:txBody>
      </p:sp>
      <p:sp>
        <p:nvSpPr>
          <p:cNvPr id="5" name="頁尾版面配置區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vi-VN"/>
          </a:p>
        </p:txBody>
      </p:sp>
      <p:sp>
        <p:nvSpPr>
          <p:cNvPr id="6" name="投影片編號版面配置區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AC63EB2-D608-482A-89D3-07EC53AFADAE}" type="slidenum">
              <a:rPr lang="vi-VN" smtClean="0"/>
              <a:t>‹#›</a:t>
            </a:fld>
            <a:endParaRPr lang="vi-VN"/>
          </a:p>
        </p:txBody>
      </p:sp>
    </p:spTree>
    <p:extLst>
      <p:ext uri="{BB962C8B-B14F-4D97-AF65-F5344CB8AC3E}">
        <p14:creationId xmlns:p14="http://schemas.microsoft.com/office/powerpoint/2010/main" val="2177380537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image" Target="../media/image1.jpeg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blipFill dpi="0" rotWithShape="1">
          <a:blip r:embed="rId13"/>
          <a:srcRect/>
          <a:tile tx="0" ty="0" sx="100000" sy="100000" flip="none" algn="tl"/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版面配置區 1"/>
          <p:cNvSpPr>
            <a:spLocks noGrp="1"/>
          </p:cNvSpPr>
          <p:nvPr>
            <p:ph type="title"/>
          </p:nvPr>
        </p:nvSpPr>
        <p:spPr>
          <a:xfrm>
            <a:off x="609600" y="274637"/>
            <a:ext cx="109728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zh-TW" altLang="en-US"/>
              <a:t>按一下以編輯母片標題樣式</a:t>
            </a:r>
          </a:p>
        </p:txBody>
      </p:sp>
      <p:sp>
        <p:nvSpPr>
          <p:cNvPr id="3" name="文字版面配置區 2"/>
          <p:cNvSpPr>
            <a:spLocks noGrp="1"/>
          </p:cNvSpPr>
          <p:nvPr>
            <p:ph type="body" idx="1"/>
          </p:nvPr>
        </p:nvSpPr>
        <p:spPr>
          <a:xfrm>
            <a:off x="609600" y="1600201"/>
            <a:ext cx="109728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zh-TW" altLang="en-US"/>
              <a:t>按一下以編輯母片文字樣式</a:t>
            </a:r>
          </a:p>
          <a:p>
            <a:pPr lvl="1"/>
            <a:r>
              <a:rPr lang="zh-TW" altLang="en-US"/>
              <a:t>第二層</a:t>
            </a:r>
          </a:p>
          <a:p>
            <a:pPr lvl="2"/>
            <a:r>
              <a:rPr lang="zh-TW" altLang="en-US"/>
              <a:t>第三層</a:t>
            </a:r>
          </a:p>
          <a:p>
            <a:pPr lvl="3"/>
            <a:r>
              <a:rPr lang="zh-TW" altLang="en-US"/>
              <a:t>第四層</a:t>
            </a:r>
          </a:p>
          <a:p>
            <a:pPr lvl="4"/>
            <a:r>
              <a:rPr lang="zh-TW" altLang="en-US"/>
              <a:t>第五層</a:t>
            </a:r>
          </a:p>
        </p:txBody>
      </p:sp>
      <p:sp>
        <p:nvSpPr>
          <p:cNvPr id="4" name="日期版面配置區 3"/>
          <p:cNvSpPr>
            <a:spLocks noGrp="1"/>
          </p:cNvSpPr>
          <p:nvPr>
            <p:ph type="dt" sz="half" idx="2"/>
          </p:nvPr>
        </p:nvSpPr>
        <p:spPr>
          <a:xfrm>
            <a:off x="609600" y="6356352"/>
            <a:ext cx="284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6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4708DAAA-A60A-4649-A77A-7F12CC5C96A6}" type="datetimeFigureOut">
              <a:rPr lang="vi-VN" smtClean="0"/>
              <a:t>16/02/2026</a:t>
            </a:fld>
            <a:endParaRPr lang="vi-VN"/>
          </a:p>
        </p:txBody>
      </p:sp>
      <p:sp>
        <p:nvSpPr>
          <p:cNvPr id="5" name="頁尾版面配置區 4"/>
          <p:cNvSpPr>
            <a:spLocks noGrp="1"/>
          </p:cNvSpPr>
          <p:nvPr>
            <p:ph type="ftr" sz="quarter" idx="3"/>
          </p:nvPr>
        </p:nvSpPr>
        <p:spPr>
          <a:xfrm>
            <a:off x="4165600" y="6356352"/>
            <a:ext cx="3860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6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vi-VN"/>
          </a:p>
        </p:txBody>
      </p:sp>
      <p:sp>
        <p:nvSpPr>
          <p:cNvPr id="6" name="投影片編號版面配置區 5"/>
          <p:cNvSpPr>
            <a:spLocks noGrp="1"/>
          </p:cNvSpPr>
          <p:nvPr>
            <p:ph type="sldNum" sz="quarter" idx="4"/>
          </p:nvPr>
        </p:nvSpPr>
        <p:spPr>
          <a:xfrm>
            <a:off x="8737600" y="6356352"/>
            <a:ext cx="284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6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EAC63EB2-D608-482A-89D3-07EC53AFADAE}" type="slidenum">
              <a:rPr lang="vi-VN" smtClean="0"/>
              <a:t>‹#›</a:t>
            </a:fld>
            <a:endParaRPr lang="vi-VN"/>
          </a:p>
        </p:txBody>
      </p:sp>
    </p:spTree>
    <p:extLst>
      <p:ext uri="{BB962C8B-B14F-4D97-AF65-F5344CB8AC3E}">
        <p14:creationId xmlns:p14="http://schemas.microsoft.com/office/powerpoint/2010/main" val="226529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85" r:id="rId1"/>
    <p:sldLayoutId id="2147483686" r:id="rId2"/>
    <p:sldLayoutId id="2147483687" r:id="rId3"/>
    <p:sldLayoutId id="2147483688" r:id="rId4"/>
    <p:sldLayoutId id="2147483689" r:id="rId5"/>
    <p:sldLayoutId id="2147483690" r:id="rId6"/>
    <p:sldLayoutId id="2147483691" r:id="rId7"/>
    <p:sldLayoutId id="2147483692" r:id="rId8"/>
    <p:sldLayoutId id="2147483693" r:id="rId9"/>
    <p:sldLayoutId id="2147483694" r:id="rId10"/>
    <p:sldLayoutId id="2147483695" r:id="rId11"/>
  </p:sldLayoutIdLst>
  <p:txStyles>
    <p:titleStyle>
      <a:lvl1pPr algn="ctr" defTabSz="1219170" rtl="0" eaLnBrk="1" latinLnBrk="0" hangingPunct="1">
        <a:spcBef>
          <a:spcPct val="0"/>
        </a:spcBef>
        <a:buNone/>
        <a:defRPr sz="5867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457189" indent="-457189" algn="l" defTabSz="1219170" rtl="0" eaLnBrk="1" latinLnBrk="0" hangingPunct="1">
        <a:spcBef>
          <a:spcPct val="20000"/>
        </a:spcBef>
        <a:buFont typeface="Arial" panose="02080604020202020204" pitchFamily="34" charset="0"/>
        <a:buChar char="•"/>
        <a:defRPr sz="4267" kern="1200">
          <a:solidFill>
            <a:schemeClr val="tx1"/>
          </a:solidFill>
          <a:latin typeface="+mn-lt"/>
          <a:ea typeface="+mn-ea"/>
          <a:cs typeface="+mn-cs"/>
        </a:defRPr>
      </a:lvl1pPr>
      <a:lvl2pPr marL="990575" indent="-380990" algn="l" defTabSz="1219170" rtl="0" eaLnBrk="1" latinLnBrk="0" hangingPunct="1">
        <a:spcBef>
          <a:spcPct val="20000"/>
        </a:spcBef>
        <a:buFont typeface="Arial" panose="02080604020202020204" pitchFamily="34" charset="0"/>
        <a:buChar char="–"/>
        <a:defRPr sz="3733" kern="1200">
          <a:solidFill>
            <a:schemeClr val="tx1"/>
          </a:solidFill>
          <a:latin typeface="+mn-lt"/>
          <a:ea typeface="+mn-ea"/>
          <a:cs typeface="+mn-cs"/>
        </a:defRPr>
      </a:lvl2pPr>
      <a:lvl3pPr marL="1523962" indent="-304792" algn="l" defTabSz="1219170" rtl="0" eaLnBrk="1" latinLnBrk="0" hangingPunct="1">
        <a:spcBef>
          <a:spcPct val="20000"/>
        </a:spcBef>
        <a:buFont typeface="Arial" panose="02080604020202020204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3pPr>
      <a:lvl4pPr marL="2133547" indent="-304792" algn="l" defTabSz="1219170" rtl="0" eaLnBrk="1" latinLnBrk="0" hangingPunct="1">
        <a:spcBef>
          <a:spcPct val="20000"/>
        </a:spcBef>
        <a:buFont typeface="Arial" panose="02080604020202020204" pitchFamily="34" charset="0"/>
        <a:buChar char="–"/>
        <a:defRPr sz="2667" kern="1200">
          <a:solidFill>
            <a:schemeClr val="tx1"/>
          </a:solidFill>
          <a:latin typeface="+mn-lt"/>
          <a:ea typeface="+mn-ea"/>
          <a:cs typeface="+mn-cs"/>
        </a:defRPr>
      </a:lvl4pPr>
      <a:lvl5pPr marL="2743131" indent="-304792" algn="l" defTabSz="1219170" rtl="0" eaLnBrk="1" latinLnBrk="0" hangingPunct="1">
        <a:spcBef>
          <a:spcPct val="20000"/>
        </a:spcBef>
        <a:buFont typeface="Arial" panose="02080604020202020204" pitchFamily="34" charset="0"/>
        <a:buChar char="»"/>
        <a:defRPr sz="2667" kern="1200">
          <a:solidFill>
            <a:schemeClr val="tx1"/>
          </a:solidFill>
          <a:latin typeface="+mn-lt"/>
          <a:ea typeface="+mn-ea"/>
          <a:cs typeface="+mn-cs"/>
        </a:defRPr>
      </a:lvl5pPr>
      <a:lvl6pPr marL="3352716" indent="-304792" algn="l" defTabSz="1219170" rtl="0" eaLnBrk="1" latinLnBrk="0" hangingPunct="1">
        <a:spcBef>
          <a:spcPct val="20000"/>
        </a:spcBef>
        <a:buFont typeface="Arial" panose="02080604020202020204" pitchFamily="34" charset="0"/>
        <a:buChar char="•"/>
        <a:defRPr sz="2667" kern="1200">
          <a:solidFill>
            <a:schemeClr val="tx1"/>
          </a:solidFill>
          <a:latin typeface="+mn-lt"/>
          <a:ea typeface="+mn-ea"/>
          <a:cs typeface="+mn-cs"/>
        </a:defRPr>
      </a:lvl6pPr>
      <a:lvl7pPr marL="3962301" indent="-304792" algn="l" defTabSz="1219170" rtl="0" eaLnBrk="1" latinLnBrk="0" hangingPunct="1">
        <a:spcBef>
          <a:spcPct val="20000"/>
        </a:spcBef>
        <a:buFont typeface="Arial" panose="02080604020202020204" pitchFamily="34" charset="0"/>
        <a:buChar char="•"/>
        <a:defRPr sz="2667" kern="1200">
          <a:solidFill>
            <a:schemeClr val="tx1"/>
          </a:solidFill>
          <a:latin typeface="+mn-lt"/>
          <a:ea typeface="+mn-ea"/>
          <a:cs typeface="+mn-cs"/>
        </a:defRPr>
      </a:lvl7pPr>
      <a:lvl8pPr marL="4571886" indent="-304792" algn="l" defTabSz="1219170" rtl="0" eaLnBrk="1" latinLnBrk="0" hangingPunct="1">
        <a:spcBef>
          <a:spcPct val="20000"/>
        </a:spcBef>
        <a:buFont typeface="Arial" panose="02080604020202020204" pitchFamily="34" charset="0"/>
        <a:buChar char="•"/>
        <a:defRPr sz="2667" kern="1200">
          <a:solidFill>
            <a:schemeClr val="tx1"/>
          </a:solidFill>
          <a:latin typeface="+mn-lt"/>
          <a:ea typeface="+mn-ea"/>
          <a:cs typeface="+mn-cs"/>
        </a:defRPr>
      </a:lvl8pPr>
      <a:lvl9pPr marL="5181470" indent="-304792" algn="l" defTabSz="1219170" rtl="0" eaLnBrk="1" latinLnBrk="0" hangingPunct="1">
        <a:spcBef>
          <a:spcPct val="20000"/>
        </a:spcBef>
        <a:buFont typeface="Arial" panose="02080604020202020204" pitchFamily="34" charset="0"/>
        <a:buChar char="•"/>
        <a:defRPr sz="2667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zh-TW"/>
      </a:defPPr>
      <a:lvl1pPr marL="0" algn="l" defTabSz="1219170" rtl="0" eaLnBrk="1" latinLnBrk="0" hangingPunct="1">
        <a:defRPr sz="2400" kern="1200">
          <a:solidFill>
            <a:schemeClr val="tx1"/>
          </a:solidFill>
          <a:latin typeface="+mn-lt"/>
          <a:ea typeface="+mn-ea"/>
          <a:cs typeface="+mn-cs"/>
        </a:defRPr>
      </a:lvl1pPr>
      <a:lvl2pPr marL="609585" algn="l" defTabSz="1219170" rtl="0" eaLnBrk="1" latinLnBrk="0" hangingPunct="1"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219170" algn="l" defTabSz="1219170" rtl="0" eaLnBrk="1" latinLnBrk="0" hangingPunct="1"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828754" algn="l" defTabSz="1219170" rtl="0" eaLnBrk="1" latinLnBrk="0" hangingPunct="1">
        <a:defRPr sz="2400" kern="1200">
          <a:solidFill>
            <a:schemeClr val="tx1"/>
          </a:solidFill>
          <a:latin typeface="+mn-lt"/>
          <a:ea typeface="+mn-ea"/>
          <a:cs typeface="+mn-cs"/>
        </a:defRPr>
      </a:lvl4pPr>
      <a:lvl5pPr marL="2438339" algn="l" defTabSz="1219170" rtl="0" eaLnBrk="1" latinLnBrk="0" hangingPunct="1">
        <a:defRPr sz="2400" kern="1200">
          <a:solidFill>
            <a:schemeClr val="tx1"/>
          </a:solidFill>
          <a:latin typeface="+mn-lt"/>
          <a:ea typeface="+mn-ea"/>
          <a:cs typeface="+mn-cs"/>
        </a:defRPr>
      </a:lvl5pPr>
      <a:lvl6pPr marL="3047924" algn="l" defTabSz="1219170" rtl="0" eaLnBrk="1" latinLnBrk="0" hangingPunct="1">
        <a:defRPr sz="2400" kern="1200">
          <a:solidFill>
            <a:schemeClr val="tx1"/>
          </a:solidFill>
          <a:latin typeface="+mn-lt"/>
          <a:ea typeface="+mn-ea"/>
          <a:cs typeface="+mn-cs"/>
        </a:defRPr>
      </a:lvl6pPr>
      <a:lvl7pPr marL="3657509" algn="l" defTabSz="1219170" rtl="0" eaLnBrk="1" latinLnBrk="0" hangingPunct="1">
        <a:defRPr sz="2400" kern="1200">
          <a:solidFill>
            <a:schemeClr val="tx1"/>
          </a:solidFill>
          <a:latin typeface="+mn-lt"/>
          <a:ea typeface="+mn-ea"/>
          <a:cs typeface="+mn-cs"/>
        </a:defRPr>
      </a:lvl7pPr>
      <a:lvl8pPr marL="4267093" algn="l" defTabSz="1219170" rtl="0" eaLnBrk="1" latinLnBrk="0" hangingPunct="1">
        <a:defRPr sz="2400" kern="1200">
          <a:solidFill>
            <a:schemeClr val="tx1"/>
          </a:solidFill>
          <a:latin typeface="+mn-lt"/>
          <a:ea typeface="+mn-ea"/>
          <a:cs typeface="+mn-cs"/>
        </a:defRPr>
      </a:lvl8pPr>
      <a:lvl9pPr marL="4876678" algn="l" defTabSz="1219170" rtl="0" eaLnBrk="1" latinLnBrk="0" hangingPunct="1">
        <a:defRPr sz="24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標題 3"/>
          <p:cNvSpPr txBox="1">
            <a:spLocks/>
          </p:cNvSpPr>
          <p:nvPr/>
        </p:nvSpPr>
        <p:spPr>
          <a:xfrm>
            <a:off x="-2048" y="2138065"/>
            <a:ext cx="121920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>
            <a:lvl1pPr algn="ctr" defTabSz="1219170" rtl="0" eaLnBrk="1" latinLnBrk="0" hangingPunct="1">
              <a:spcBef>
                <a:spcPct val="0"/>
              </a:spcBef>
              <a:buNone/>
              <a:defRPr sz="5867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r>
              <a:rPr lang="zh-TW" altLang="en-US" sz="7200" b="1" i="1" dirty="0">
                <a:solidFill>
                  <a:srgbClr val="000066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微軟正黑體" pitchFamily="34" charset="-120"/>
                <a:ea typeface="微軟正黑體" pitchFamily="34" charset="-120"/>
              </a:rPr>
              <a:t>宣 </a:t>
            </a:r>
            <a:r>
              <a:rPr lang="en-US" altLang="zh-TW" sz="7200" b="1" i="1" dirty="0">
                <a:solidFill>
                  <a:srgbClr val="000066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微軟正黑體" pitchFamily="34" charset="-120"/>
                <a:ea typeface="微軟正黑體" pitchFamily="34" charset="-120"/>
              </a:rPr>
              <a:t>2 - </a:t>
            </a:r>
            <a:r>
              <a:rPr lang="zh-TW" altLang="en-US" sz="7200" b="1" i="1" dirty="0">
                <a:solidFill>
                  <a:srgbClr val="000066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微軟正黑體" pitchFamily="34" charset="-120"/>
                <a:ea typeface="微軟正黑體" pitchFamily="34" charset="-120"/>
              </a:rPr>
              <a:t>聖哉三一</a:t>
            </a:r>
          </a:p>
        </p:txBody>
      </p:sp>
      <p:sp>
        <p:nvSpPr>
          <p:cNvPr id="7" name="標題 3"/>
          <p:cNvSpPr txBox="1">
            <a:spLocks/>
          </p:cNvSpPr>
          <p:nvPr/>
        </p:nvSpPr>
        <p:spPr>
          <a:xfrm>
            <a:off x="0" y="3281065"/>
            <a:ext cx="121920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>
            <a:lvl1pPr algn="ctr" defTabSz="1219170" rtl="0" eaLnBrk="1" latinLnBrk="0" hangingPunct="1">
              <a:spcBef>
                <a:spcPct val="0"/>
              </a:spcBef>
              <a:buNone/>
              <a:defRPr sz="5867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r>
              <a:rPr lang="en-US" sz="4000" b="1" i="1" dirty="0">
                <a:solidFill>
                  <a:srgbClr val="660033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Times New Roman" panose="02020603050405020304" pitchFamily="18" charset="0"/>
                <a:ea typeface="微軟正黑體" pitchFamily="34" charset="-120"/>
                <a:cs typeface="Times New Roman" panose="02020603050405020304" pitchFamily="18" charset="0"/>
              </a:rPr>
              <a:t>THÁNH THAY! THÁNH THAY!</a:t>
            </a:r>
          </a:p>
          <a:p>
            <a:r>
              <a:rPr lang="en-US" sz="4000" b="1" i="1" dirty="0">
                <a:solidFill>
                  <a:srgbClr val="660033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Times New Roman" panose="02020603050405020304" pitchFamily="18" charset="0"/>
                <a:ea typeface="微軟正黑體" pitchFamily="34" charset="-120"/>
                <a:cs typeface="Times New Roman" panose="02020603050405020304" pitchFamily="18" charset="0"/>
              </a:rPr>
              <a:t>THÁNH THAY!(TC 40)</a:t>
            </a:r>
            <a:endParaRPr lang="zh-TW" altLang="en-US" sz="4000" b="1" i="1" dirty="0">
              <a:solidFill>
                <a:srgbClr val="660033"/>
              </a:solidFill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  <a:latin typeface="Times New Roman" panose="02020603050405020304" pitchFamily="18" charset="0"/>
              <a:ea typeface="微軟正黑體" pitchFamily="34" charset="-120"/>
              <a:cs typeface="Times New Roman" panose="02020603050405020304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3527098751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內容版面配置區 4"/>
          <p:cNvSpPr>
            <a:spLocks noGrp="1"/>
          </p:cNvSpPr>
          <p:nvPr>
            <p:ph idx="1"/>
          </p:nvPr>
        </p:nvSpPr>
        <p:spPr>
          <a:xfrm>
            <a:off x="0" y="2137501"/>
            <a:ext cx="12192000" cy="1318225"/>
          </a:xfrm>
        </p:spPr>
        <p:txBody>
          <a:bodyPr anchor="ctr">
            <a:normAutofit/>
          </a:bodyPr>
          <a:lstStyle/>
          <a:p>
            <a:pPr algn="ctr">
              <a:buNone/>
            </a:pPr>
            <a:r>
              <a:rPr lang="zh-TW" altLang="en-US" sz="6400" b="1" dirty="0">
                <a:solidFill>
                  <a:srgbClr val="000066"/>
                </a:solidFill>
                <a:latin typeface="微軟正黑體" pitchFamily="34" charset="-120"/>
                <a:ea typeface="微軟正黑體" pitchFamily="34" charset="-120"/>
              </a:rPr>
              <a:t>聖哉  聖哉  聖哉</a:t>
            </a:r>
          </a:p>
        </p:txBody>
      </p:sp>
      <p:sp>
        <p:nvSpPr>
          <p:cNvPr id="7" name="內容版面配置區 4"/>
          <p:cNvSpPr txBox="1">
            <a:spLocks/>
          </p:cNvSpPr>
          <p:nvPr/>
        </p:nvSpPr>
        <p:spPr>
          <a:xfrm>
            <a:off x="0" y="3087050"/>
            <a:ext cx="12192000" cy="1318225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>
            <a:lvl1pPr marL="457189" indent="-457189" algn="l" defTabSz="121917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4267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990575" indent="-380990" algn="l" defTabSz="1219170" rtl="0" eaLnBrk="1" latinLnBrk="0" hangingPunct="1">
              <a:spcBef>
                <a:spcPct val="20000"/>
              </a:spcBef>
              <a:buFont typeface="Arial" pitchFamily="34" charset="0"/>
              <a:buChar char="–"/>
              <a:defRPr sz="3733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523962" indent="-304792" algn="l" defTabSz="121917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32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2133547" indent="-304792" algn="l" defTabSz="1219170" rtl="0" eaLnBrk="1" latinLnBrk="0" hangingPunct="1">
              <a:spcBef>
                <a:spcPct val="20000"/>
              </a:spcBef>
              <a:buFont typeface="Arial" pitchFamily="34" charset="0"/>
              <a:buChar char="–"/>
              <a:defRPr sz="2667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743131" indent="-304792" algn="l" defTabSz="1219170" rtl="0" eaLnBrk="1" latinLnBrk="0" hangingPunct="1">
              <a:spcBef>
                <a:spcPct val="20000"/>
              </a:spcBef>
              <a:buFont typeface="Arial" pitchFamily="34" charset="0"/>
              <a:buChar char="»"/>
              <a:defRPr sz="2667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3352716" indent="-304792" algn="l" defTabSz="121917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667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3962301" indent="-304792" algn="l" defTabSz="121917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667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4571886" indent="-304792" algn="l" defTabSz="121917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667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5181470" indent="-304792" algn="l" defTabSz="121917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667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 algn="ctr">
              <a:buNone/>
            </a:pPr>
            <a:r>
              <a:rPr lang="en-US" sz="4000" b="1" dirty="0">
                <a:solidFill>
                  <a:srgbClr val="660033"/>
                </a:solidFill>
                <a:latin typeface="Times New Roman" panose="02020603050405020304" pitchFamily="18" charset="0"/>
                <a:ea typeface="微軟正黑體" pitchFamily="34" charset="-120"/>
                <a:cs typeface="Times New Roman" panose="02020603050405020304" pitchFamily="18" charset="0"/>
              </a:rPr>
              <a:t>Thánh </a:t>
            </a:r>
            <a:r>
              <a:rPr lang="en-US" sz="4000" b="1" dirty="0" err="1">
                <a:solidFill>
                  <a:srgbClr val="660033"/>
                </a:solidFill>
                <a:latin typeface="Times New Roman" panose="02020603050405020304" pitchFamily="18" charset="0"/>
                <a:ea typeface="微軟正黑體" pitchFamily="34" charset="-120"/>
                <a:cs typeface="Times New Roman" panose="02020603050405020304" pitchFamily="18" charset="0"/>
              </a:rPr>
              <a:t>thay</a:t>
            </a:r>
            <a:r>
              <a:rPr lang="en-US" sz="4000" b="1" dirty="0">
                <a:solidFill>
                  <a:srgbClr val="660033"/>
                </a:solidFill>
                <a:latin typeface="Times New Roman" panose="02020603050405020304" pitchFamily="18" charset="0"/>
                <a:ea typeface="微軟正黑體" pitchFamily="34" charset="-120"/>
                <a:cs typeface="Times New Roman" panose="02020603050405020304" pitchFamily="18" charset="0"/>
              </a:rPr>
              <a:t>, Thánh </a:t>
            </a:r>
            <a:r>
              <a:rPr lang="en-US" sz="4000" b="1" dirty="0" err="1">
                <a:solidFill>
                  <a:srgbClr val="660033"/>
                </a:solidFill>
                <a:latin typeface="Times New Roman" panose="02020603050405020304" pitchFamily="18" charset="0"/>
                <a:ea typeface="微軟正黑體" pitchFamily="34" charset="-120"/>
                <a:cs typeface="Times New Roman" panose="02020603050405020304" pitchFamily="18" charset="0"/>
              </a:rPr>
              <a:t>thay</a:t>
            </a:r>
            <a:r>
              <a:rPr lang="en-US" sz="4000" b="1" dirty="0">
                <a:solidFill>
                  <a:srgbClr val="660033"/>
                </a:solidFill>
                <a:latin typeface="Times New Roman" panose="02020603050405020304" pitchFamily="18" charset="0"/>
                <a:ea typeface="微軟正黑體" pitchFamily="34" charset="-120"/>
                <a:cs typeface="Times New Roman" panose="02020603050405020304" pitchFamily="18" charset="0"/>
              </a:rPr>
              <a:t>, Thánh </a:t>
            </a:r>
            <a:r>
              <a:rPr lang="en-US" sz="4000" b="1" dirty="0" err="1">
                <a:solidFill>
                  <a:srgbClr val="660033"/>
                </a:solidFill>
                <a:latin typeface="Times New Roman" panose="02020603050405020304" pitchFamily="18" charset="0"/>
                <a:ea typeface="微軟正黑體" pitchFamily="34" charset="-120"/>
                <a:cs typeface="Times New Roman" panose="02020603050405020304" pitchFamily="18" charset="0"/>
              </a:rPr>
              <a:t>thay</a:t>
            </a:r>
            <a:r>
              <a:rPr lang="en-US" sz="4000" b="1" dirty="0">
                <a:solidFill>
                  <a:srgbClr val="660033"/>
                </a:solidFill>
                <a:latin typeface="Times New Roman" panose="02020603050405020304" pitchFamily="18" charset="0"/>
                <a:ea typeface="微軟正黑體" pitchFamily="34" charset="-120"/>
                <a:cs typeface="Times New Roman" panose="02020603050405020304" pitchFamily="18" charset="0"/>
              </a:rPr>
              <a:t>!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0" y="5253203"/>
            <a:ext cx="12192000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2800" b="1" dirty="0">
                <a:solidFill>
                  <a:srgbClr val="000066"/>
                </a:solidFill>
                <a:effectLst/>
                <a:latin typeface="+mj-lt"/>
                <a:ea typeface="Microsoft JhengHei" panose="020B0604030504040204" pitchFamily="34" charset="-120"/>
              </a:rPr>
              <a:t>( </a:t>
            </a:r>
            <a:r>
              <a:rPr lang="en-US" altLang="zh-CN" sz="2800" b="1" dirty="0">
                <a:solidFill>
                  <a:srgbClr val="000066"/>
                </a:solidFill>
                <a:effectLst/>
                <a:latin typeface="+mj-lt"/>
                <a:ea typeface="Microsoft JhengHei" panose="020B0604030504040204" pitchFamily="34" charset="-120"/>
              </a:rPr>
              <a:t>1 / 4</a:t>
            </a:r>
            <a:r>
              <a:rPr lang="en-US" sz="2800" b="1" dirty="0">
                <a:solidFill>
                  <a:srgbClr val="000066"/>
                </a:solidFill>
                <a:effectLst/>
                <a:latin typeface="+mj-lt"/>
                <a:ea typeface="Microsoft JhengHei" panose="020B0604030504040204" pitchFamily="34" charset="-120"/>
              </a:rPr>
              <a:t> )</a:t>
            </a:r>
            <a:endParaRPr lang="vi-VN" sz="2800" b="1" dirty="0">
              <a:solidFill>
                <a:srgbClr val="000066"/>
              </a:solidFill>
              <a:effectLst/>
              <a:latin typeface="+mj-lt"/>
              <a:ea typeface="Microsoft JhengHei" panose="020B0604030504040204" pitchFamily="34" charset="-120"/>
            </a:endParaRPr>
          </a:p>
        </p:txBody>
      </p:sp>
    </p:spTree>
    <p:extLst>
      <p:ext uri="{BB962C8B-B14F-4D97-AF65-F5344CB8AC3E}">
        <p14:creationId xmlns:p14="http://schemas.microsoft.com/office/powerpoint/2010/main" val="1297194273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D98BF676-E8B5-21A1-8452-89EC6D671568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內容版面配置區 4">
            <a:extLst>
              <a:ext uri="{FF2B5EF4-FFF2-40B4-BE49-F238E27FC236}">
                <a16:creationId xmlns:a16="http://schemas.microsoft.com/office/drawing/2014/main" id="{78747BDE-8DB4-A08C-FC6D-922AAE0EE737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0" y="2137501"/>
            <a:ext cx="12192000" cy="1318225"/>
          </a:xfrm>
        </p:spPr>
        <p:txBody>
          <a:bodyPr anchor="ctr">
            <a:normAutofit/>
          </a:bodyPr>
          <a:lstStyle/>
          <a:p>
            <a:pPr algn="ctr">
              <a:buNone/>
            </a:pPr>
            <a:r>
              <a:rPr lang="zh-TW" altLang="en-US" sz="6400" b="1" dirty="0">
                <a:solidFill>
                  <a:srgbClr val="000066"/>
                </a:solidFill>
                <a:latin typeface="微軟正黑體" pitchFamily="34" charset="-120"/>
                <a:ea typeface="微軟正黑體" pitchFamily="34" charset="-120"/>
              </a:rPr>
              <a:t>全能大主宰</a:t>
            </a:r>
          </a:p>
        </p:txBody>
      </p:sp>
      <p:sp>
        <p:nvSpPr>
          <p:cNvPr id="7" name="內容版面配置區 4">
            <a:extLst>
              <a:ext uri="{FF2B5EF4-FFF2-40B4-BE49-F238E27FC236}">
                <a16:creationId xmlns:a16="http://schemas.microsoft.com/office/drawing/2014/main" id="{56DAD23F-816E-8863-DAEF-65C7DE7B819F}"/>
              </a:ext>
            </a:extLst>
          </p:cNvPr>
          <p:cNvSpPr txBox="1">
            <a:spLocks/>
          </p:cNvSpPr>
          <p:nvPr/>
        </p:nvSpPr>
        <p:spPr>
          <a:xfrm>
            <a:off x="0" y="3087050"/>
            <a:ext cx="12192000" cy="1318225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>
            <a:lvl1pPr marL="457189" indent="-457189" algn="l" defTabSz="121917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4267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990575" indent="-380990" algn="l" defTabSz="1219170" rtl="0" eaLnBrk="1" latinLnBrk="0" hangingPunct="1">
              <a:spcBef>
                <a:spcPct val="20000"/>
              </a:spcBef>
              <a:buFont typeface="Arial" pitchFamily="34" charset="0"/>
              <a:buChar char="–"/>
              <a:defRPr sz="3733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523962" indent="-304792" algn="l" defTabSz="121917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32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2133547" indent="-304792" algn="l" defTabSz="1219170" rtl="0" eaLnBrk="1" latinLnBrk="0" hangingPunct="1">
              <a:spcBef>
                <a:spcPct val="20000"/>
              </a:spcBef>
              <a:buFont typeface="Arial" pitchFamily="34" charset="0"/>
              <a:buChar char="–"/>
              <a:defRPr sz="2667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743131" indent="-304792" algn="l" defTabSz="1219170" rtl="0" eaLnBrk="1" latinLnBrk="0" hangingPunct="1">
              <a:spcBef>
                <a:spcPct val="20000"/>
              </a:spcBef>
              <a:buFont typeface="Arial" pitchFamily="34" charset="0"/>
              <a:buChar char="»"/>
              <a:defRPr sz="2667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3352716" indent="-304792" algn="l" defTabSz="121917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667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3962301" indent="-304792" algn="l" defTabSz="121917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667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4571886" indent="-304792" algn="l" defTabSz="121917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667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5181470" indent="-304792" algn="l" defTabSz="121917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667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 algn="ctr">
              <a:buNone/>
            </a:pPr>
            <a:r>
              <a:rPr lang="en-US" sz="4000" b="1" dirty="0" err="1">
                <a:solidFill>
                  <a:srgbClr val="660033"/>
                </a:solidFill>
                <a:latin typeface="Times New Roman" panose="02020603050405020304" pitchFamily="18" charset="0"/>
                <a:ea typeface="微軟正黑體" pitchFamily="34" charset="-120"/>
                <a:cs typeface="Times New Roman" panose="02020603050405020304" pitchFamily="18" charset="0"/>
              </a:rPr>
              <a:t>Đấng</a:t>
            </a:r>
            <a:r>
              <a:rPr lang="en-US" sz="4000" b="1" dirty="0">
                <a:solidFill>
                  <a:srgbClr val="660033"/>
                </a:solidFill>
                <a:latin typeface="Times New Roman" panose="02020603050405020304" pitchFamily="18" charset="0"/>
                <a:ea typeface="微軟正黑體" pitchFamily="34" charset="-120"/>
                <a:cs typeface="Times New Roman" panose="02020603050405020304" pitchFamily="18" charset="0"/>
              </a:rPr>
              <a:t> </a:t>
            </a:r>
            <a:r>
              <a:rPr lang="en-US" sz="4000" b="1" dirty="0" err="1">
                <a:solidFill>
                  <a:srgbClr val="660033"/>
                </a:solidFill>
                <a:latin typeface="Times New Roman" panose="02020603050405020304" pitchFamily="18" charset="0"/>
                <a:ea typeface="微軟正黑體" pitchFamily="34" charset="-120"/>
                <a:cs typeface="Times New Roman" panose="02020603050405020304" pitchFamily="18" charset="0"/>
              </a:rPr>
              <a:t>Chủ</a:t>
            </a:r>
            <a:r>
              <a:rPr lang="en-US" sz="4000" b="1" dirty="0">
                <a:solidFill>
                  <a:srgbClr val="660033"/>
                </a:solidFill>
                <a:latin typeface="Times New Roman" panose="02020603050405020304" pitchFamily="18" charset="0"/>
                <a:ea typeface="微軟正黑體" pitchFamily="34" charset="-120"/>
                <a:cs typeface="Times New Roman" panose="02020603050405020304" pitchFamily="18" charset="0"/>
              </a:rPr>
              <a:t> </a:t>
            </a:r>
            <a:r>
              <a:rPr lang="en-US" sz="4000" b="1" dirty="0" err="1">
                <a:solidFill>
                  <a:srgbClr val="660033"/>
                </a:solidFill>
                <a:latin typeface="Times New Roman" panose="02020603050405020304" pitchFamily="18" charset="0"/>
                <a:ea typeface="微軟正黑體" pitchFamily="34" charset="-120"/>
                <a:cs typeface="Times New Roman" panose="02020603050405020304" pitchFamily="18" charset="0"/>
              </a:rPr>
              <a:t>tể</a:t>
            </a:r>
            <a:r>
              <a:rPr lang="en-US" sz="4000" b="1" dirty="0">
                <a:solidFill>
                  <a:srgbClr val="660033"/>
                </a:solidFill>
                <a:latin typeface="Times New Roman" panose="02020603050405020304" pitchFamily="18" charset="0"/>
                <a:ea typeface="微軟正黑體" pitchFamily="34" charset="-120"/>
                <a:cs typeface="Times New Roman" panose="02020603050405020304" pitchFamily="18" charset="0"/>
              </a:rPr>
              <a:t> </a:t>
            </a:r>
            <a:r>
              <a:rPr lang="en-US" sz="4000" b="1" dirty="0" err="1">
                <a:solidFill>
                  <a:srgbClr val="660033"/>
                </a:solidFill>
                <a:latin typeface="Times New Roman" panose="02020603050405020304" pitchFamily="18" charset="0"/>
                <a:ea typeface="微軟正黑體" pitchFamily="34" charset="-120"/>
                <a:cs typeface="Times New Roman" panose="02020603050405020304" pitchFamily="18" charset="0"/>
              </a:rPr>
              <a:t>oai</a:t>
            </a:r>
            <a:r>
              <a:rPr lang="en-US" sz="4000" b="1" dirty="0">
                <a:solidFill>
                  <a:srgbClr val="660033"/>
                </a:solidFill>
                <a:latin typeface="Times New Roman" panose="02020603050405020304" pitchFamily="18" charset="0"/>
                <a:ea typeface="微軟正黑體" pitchFamily="34" charset="-120"/>
                <a:cs typeface="Times New Roman" panose="02020603050405020304" pitchFamily="18" charset="0"/>
              </a:rPr>
              <a:t> </a:t>
            </a:r>
            <a:r>
              <a:rPr lang="en-US" sz="4000" b="1" dirty="0" err="1">
                <a:solidFill>
                  <a:srgbClr val="660033"/>
                </a:solidFill>
                <a:latin typeface="Times New Roman" panose="02020603050405020304" pitchFamily="18" charset="0"/>
                <a:ea typeface="微軟正黑體" pitchFamily="34" charset="-120"/>
                <a:cs typeface="Times New Roman" panose="02020603050405020304" pitchFamily="18" charset="0"/>
              </a:rPr>
              <a:t>quyền</a:t>
            </a:r>
            <a:r>
              <a:rPr lang="en-US" sz="4000" b="1" dirty="0">
                <a:solidFill>
                  <a:srgbClr val="660033"/>
                </a:solidFill>
                <a:latin typeface="Times New Roman" panose="02020603050405020304" pitchFamily="18" charset="0"/>
                <a:ea typeface="微軟正黑體" pitchFamily="34" charset="-120"/>
                <a:cs typeface="Times New Roman" panose="02020603050405020304" pitchFamily="18" charset="0"/>
              </a:rPr>
              <a:t>!</a:t>
            </a:r>
          </a:p>
        </p:txBody>
      </p:sp>
      <p:sp>
        <p:nvSpPr>
          <p:cNvPr id="8" name="TextBox 7">
            <a:extLst>
              <a:ext uri="{FF2B5EF4-FFF2-40B4-BE49-F238E27FC236}">
                <a16:creationId xmlns:a16="http://schemas.microsoft.com/office/drawing/2014/main" id="{4D6E422D-FF62-4C18-BD3D-EEDF9AFBF51C}"/>
              </a:ext>
            </a:extLst>
          </p:cNvPr>
          <p:cNvSpPr txBox="1"/>
          <p:nvPr/>
        </p:nvSpPr>
        <p:spPr>
          <a:xfrm>
            <a:off x="0" y="5253203"/>
            <a:ext cx="12192000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2800" b="1" dirty="0">
                <a:solidFill>
                  <a:srgbClr val="000066"/>
                </a:solidFill>
                <a:effectLst/>
                <a:latin typeface="+mj-lt"/>
                <a:ea typeface="Microsoft JhengHei" panose="020B0604030504040204" pitchFamily="34" charset="-120"/>
              </a:rPr>
              <a:t>( </a:t>
            </a:r>
            <a:r>
              <a:rPr lang="en-US" altLang="zh-CN" sz="2800" b="1" dirty="0">
                <a:solidFill>
                  <a:srgbClr val="000066"/>
                </a:solidFill>
                <a:effectLst/>
                <a:latin typeface="+mj-lt"/>
                <a:ea typeface="Microsoft JhengHei" panose="020B0604030504040204" pitchFamily="34" charset="-120"/>
              </a:rPr>
              <a:t>1 / 4</a:t>
            </a:r>
            <a:r>
              <a:rPr lang="en-US" sz="2800" b="1" dirty="0">
                <a:solidFill>
                  <a:srgbClr val="000066"/>
                </a:solidFill>
                <a:effectLst/>
                <a:latin typeface="+mj-lt"/>
                <a:ea typeface="Microsoft JhengHei" panose="020B0604030504040204" pitchFamily="34" charset="-120"/>
              </a:rPr>
              <a:t> )</a:t>
            </a:r>
            <a:endParaRPr lang="vi-VN" sz="2800" b="1" dirty="0">
              <a:solidFill>
                <a:srgbClr val="000066"/>
              </a:solidFill>
              <a:effectLst/>
              <a:latin typeface="+mj-lt"/>
              <a:ea typeface="Microsoft JhengHei" panose="020B0604030504040204" pitchFamily="34" charset="-120"/>
            </a:endParaRPr>
          </a:p>
        </p:txBody>
      </p:sp>
    </p:spTree>
    <p:extLst>
      <p:ext uri="{BB962C8B-B14F-4D97-AF65-F5344CB8AC3E}">
        <p14:creationId xmlns:p14="http://schemas.microsoft.com/office/powerpoint/2010/main" val="1858151032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5EABCB8A-CC80-D6B5-96EE-C8F8E096EBF6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內容版面配置區 4">
            <a:extLst>
              <a:ext uri="{FF2B5EF4-FFF2-40B4-BE49-F238E27FC236}">
                <a16:creationId xmlns:a16="http://schemas.microsoft.com/office/drawing/2014/main" id="{C3AC93D9-624C-1FD9-1FCC-011306F64F3B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0" y="2137501"/>
            <a:ext cx="12192000" cy="1318225"/>
          </a:xfrm>
        </p:spPr>
        <p:txBody>
          <a:bodyPr anchor="ctr">
            <a:normAutofit/>
          </a:bodyPr>
          <a:lstStyle/>
          <a:p>
            <a:pPr algn="ctr">
              <a:buNone/>
            </a:pPr>
            <a:r>
              <a:rPr lang="zh-TW" altLang="en-US" sz="6400" b="1" dirty="0">
                <a:solidFill>
                  <a:srgbClr val="000066"/>
                </a:solidFill>
                <a:latin typeface="微軟正黑體" pitchFamily="34" charset="-120"/>
                <a:ea typeface="微軟正黑體" pitchFamily="34" charset="-120"/>
              </a:rPr>
              <a:t>大眾早晨歡悅  高聲讚美主名</a:t>
            </a:r>
          </a:p>
        </p:txBody>
      </p:sp>
      <p:sp>
        <p:nvSpPr>
          <p:cNvPr id="7" name="內容版面配置區 4">
            <a:extLst>
              <a:ext uri="{FF2B5EF4-FFF2-40B4-BE49-F238E27FC236}">
                <a16:creationId xmlns:a16="http://schemas.microsoft.com/office/drawing/2014/main" id="{EEFBF962-81C7-20B4-3E81-7D19D310299A}"/>
              </a:ext>
            </a:extLst>
          </p:cNvPr>
          <p:cNvSpPr txBox="1">
            <a:spLocks/>
          </p:cNvSpPr>
          <p:nvPr/>
        </p:nvSpPr>
        <p:spPr>
          <a:xfrm>
            <a:off x="0" y="3087050"/>
            <a:ext cx="12192000" cy="1318225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>
            <a:lvl1pPr marL="457189" indent="-457189" algn="l" defTabSz="121917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4267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990575" indent="-380990" algn="l" defTabSz="1219170" rtl="0" eaLnBrk="1" latinLnBrk="0" hangingPunct="1">
              <a:spcBef>
                <a:spcPct val="20000"/>
              </a:spcBef>
              <a:buFont typeface="Arial" pitchFamily="34" charset="0"/>
              <a:buChar char="–"/>
              <a:defRPr sz="3733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523962" indent="-304792" algn="l" defTabSz="121917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32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2133547" indent="-304792" algn="l" defTabSz="1219170" rtl="0" eaLnBrk="1" latinLnBrk="0" hangingPunct="1">
              <a:spcBef>
                <a:spcPct val="20000"/>
              </a:spcBef>
              <a:buFont typeface="Arial" pitchFamily="34" charset="0"/>
              <a:buChar char="–"/>
              <a:defRPr sz="2667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743131" indent="-304792" algn="l" defTabSz="1219170" rtl="0" eaLnBrk="1" latinLnBrk="0" hangingPunct="1">
              <a:spcBef>
                <a:spcPct val="20000"/>
              </a:spcBef>
              <a:buFont typeface="Arial" pitchFamily="34" charset="0"/>
              <a:buChar char="»"/>
              <a:defRPr sz="2667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3352716" indent="-304792" algn="l" defTabSz="121917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667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3962301" indent="-304792" algn="l" defTabSz="121917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667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4571886" indent="-304792" algn="l" defTabSz="121917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667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5181470" indent="-304792" algn="l" defTabSz="121917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667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 algn="ctr">
              <a:buNone/>
            </a:pPr>
            <a:r>
              <a:rPr lang="en-US" sz="3600" b="1" dirty="0" err="1">
                <a:solidFill>
                  <a:srgbClr val="660033"/>
                </a:solidFill>
                <a:latin typeface="Times New Roman" panose="02020603050405020304" pitchFamily="18" charset="0"/>
                <a:ea typeface="微軟正黑體" pitchFamily="34" charset="-120"/>
                <a:cs typeface="Times New Roman" panose="02020603050405020304" pitchFamily="18" charset="0"/>
              </a:rPr>
              <a:t>Đang</a:t>
            </a:r>
            <a:r>
              <a:rPr lang="en-US" sz="3600" b="1" dirty="0">
                <a:solidFill>
                  <a:srgbClr val="660033"/>
                </a:solidFill>
                <a:latin typeface="Times New Roman" panose="02020603050405020304" pitchFamily="18" charset="0"/>
                <a:ea typeface="微軟正黑體" pitchFamily="34" charset="-120"/>
                <a:cs typeface="Times New Roman" panose="02020603050405020304" pitchFamily="18" charset="0"/>
              </a:rPr>
              <a:t> </a:t>
            </a:r>
            <a:r>
              <a:rPr lang="en-US" sz="3600" b="1" dirty="0" err="1">
                <a:solidFill>
                  <a:srgbClr val="660033"/>
                </a:solidFill>
                <a:latin typeface="Times New Roman" panose="02020603050405020304" pitchFamily="18" charset="0"/>
                <a:ea typeface="微軟正黑體" pitchFamily="34" charset="-120"/>
                <a:cs typeface="Times New Roman" panose="02020603050405020304" pitchFamily="18" charset="0"/>
              </a:rPr>
              <a:t>khi</a:t>
            </a:r>
            <a:r>
              <a:rPr lang="en-US" sz="3600" b="1" dirty="0">
                <a:solidFill>
                  <a:srgbClr val="660033"/>
                </a:solidFill>
                <a:latin typeface="Times New Roman" panose="02020603050405020304" pitchFamily="18" charset="0"/>
                <a:ea typeface="微軟正黑體" pitchFamily="34" charset="-120"/>
                <a:cs typeface="Times New Roman" panose="02020603050405020304" pitchFamily="18" charset="0"/>
              </a:rPr>
              <a:t> </a:t>
            </a:r>
            <a:r>
              <a:rPr lang="en-US" sz="3600" b="1" dirty="0" err="1">
                <a:solidFill>
                  <a:srgbClr val="660033"/>
                </a:solidFill>
                <a:latin typeface="Times New Roman" panose="02020603050405020304" pitchFamily="18" charset="0"/>
                <a:ea typeface="微軟正黑體" pitchFamily="34" charset="-120"/>
                <a:cs typeface="Times New Roman" panose="02020603050405020304" pitchFamily="18" charset="0"/>
              </a:rPr>
              <a:t>tưng</a:t>
            </a:r>
            <a:r>
              <a:rPr lang="en-US" sz="3600" b="1" dirty="0">
                <a:solidFill>
                  <a:srgbClr val="660033"/>
                </a:solidFill>
                <a:latin typeface="Times New Roman" panose="02020603050405020304" pitchFamily="18" charset="0"/>
                <a:ea typeface="微軟正黑體" pitchFamily="34" charset="-120"/>
                <a:cs typeface="Times New Roman" panose="02020603050405020304" pitchFamily="18" charset="0"/>
              </a:rPr>
              <a:t> </a:t>
            </a:r>
            <a:r>
              <a:rPr lang="en-US" sz="3600" b="1" dirty="0" err="1">
                <a:solidFill>
                  <a:srgbClr val="660033"/>
                </a:solidFill>
                <a:latin typeface="Times New Roman" panose="02020603050405020304" pitchFamily="18" charset="0"/>
                <a:ea typeface="微軟正黑體" pitchFamily="34" charset="-120"/>
                <a:cs typeface="Times New Roman" panose="02020603050405020304" pitchFamily="18" charset="0"/>
              </a:rPr>
              <a:t>tưng</a:t>
            </a:r>
            <a:r>
              <a:rPr lang="en-US" sz="3600" b="1" dirty="0">
                <a:solidFill>
                  <a:srgbClr val="660033"/>
                </a:solidFill>
                <a:latin typeface="Times New Roman" panose="02020603050405020304" pitchFamily="18" charset="0"/>
                <a:ea typeface="微軟正黑體" pitchFamily="34" charset="-120"/>
                <a:cs typeface="Times New Roman" panose="02020603050405020304" pitchFamily="18" charset="0"/>
              </a:rPr>
              <a:t> </a:t>
            </a:r>
            <a:r>
              <a:rPr lang="en-US" sz="3600" b="1" dirty="0" err="1">
                <a:solidFill>
                  <a:srgbClr val="660033"/>
                </a:solidFill>
                <a:latin typeface="Times New Roman" panose="02020603050405020304" pitchFamily="18" charset="0"/>
                <a:ea typeface="微軟正黑體" pitchFamily="34" charset="-120"/>
                <a:cs typeface="Times New Roman" panose="02020603050405020304" pitchFamily="18" charset="0"/>
              </a:rPr>
              <a:t>sáng</a:t>
            </a:r>
            <a:r>
              <a:rPr lang="en-US" sz="3600" b="1" dirty="0">
                <a:solidFill>
                  <a:srgbClr val="660033"/>
                </a:solidFill>
                <a:latin typeface="Times New Roman" panose="02020603050405020304" pitchFamily="18" charset="0"/>
                <a:ea typeface="微軟正黑體" pitchFamily="34" charset="-120"/>
                <a:cs typeface="Times New Roman" panose="02020603050405020304" pitchFamily="18" charset="0"/>
              </a:rPr>
              <a:t>, </a:t>
            </a:r>
            <a:r>
              <a:rPr lang="en-US" sz="3600" b="1" dirty="0" err="1">
                <a:solidFill>
                  <a:srgbClr val="660033"/>
                </a:solidFill>
                <a:latin typeface="Times New Roman" panose="02020603050405020304" pitchFamily="18" charset="0"/>
                <a:ea typeface="微軟正黑體" pitchFamily="34" charset="-120"/>
                <a:cs typeface="Times New Roman" panose="02020603050405020304" pitchFamily="18" charset="0"/>
              </a:rPr>
              <a:t>chúng</a:t>
            </a:r>
            <a:r>
              <a:rPr lang="en-US" sz="3600" b="1" dirty="0">
                <a:solidFill>
                  <a:srgbClr val="660033"/>
                </a:solidFill>
                <a:latin typeface="Times New Roman" panose="02020603050405020304" pitchFamily="18" charset="0"/>
                <a:ea typeface="微軟正黑體" pitchFamily="34" charset="-120"/>
                <a:cs typeface="Times New Roman" panose="02020603050405020304" pitchFamily="18" charset="0"/>
              </a:rPr>
              <a:t> </a:t>
            </a:r>
            <a:r>
              <a:rPr lang="en-US" sz="3600" b="1" dirty="0" err="1">
                <a:solidFill>
                  <a:srgbClr val="660033"/>
                </a:solidFill>
                <a:latin typeface="Times New Roman" panose="02020603050405020304" pitchFamily="18" charset="0"/>
                <a:ea typeface="微軟正黑體" pitchFamily="34" charset="-120"/>
                <a:cs typeface="Times New Roman" panose="02020603050405020304" pitchFamily="18" charset="0"/>
              </a:rPr>
              <a:t>tôi</a:t>
            </a:r>
            <a:r>
              <a:rPr lang="en-US" sz="3600" b="1" dirty="0">
                <a:solidFill>
                  <a:srgbClr val="660033"/>
                </a:solidFill>
                <a:latin typeface="Times New Roman" panose="02020603050405020304" pitchFamily="18" charset="0"/>
                <a:ea typeface="微軟正黑體" pitchFamily="34" charset="-120"/>
                <a:cs typeface="Times New Roman" panose="02020603050405020304" pitchFamily="18" charset="0"/>
              </a:rPr>
              <a:t> </a:t>
            </a:r>
            <a:r>
              <a:rPr lang="en-US" sz="3600" b="1" dirty="0" err="1">
                <a:solidFill>
                  <a:srgbClr val="660033"/>
                </a:solidFill>
                <a:latin typeface="Times New Roman" panose="02020603050405020304" pitchFamily="18" charset="0"/>
                <a:ea typeface="微軟正黑體" pitchFamily="34" charset="-120"/>
                <a:cs typeface="Times New Roman" panose="02020603050405020304" pitchFamily="18" charset="0"/>
              </a:rPr>
              <a:t>cùng</a:t>
            </a:r>
            <a:r>
              <a:rPr lang="en-US" sz="3600" b="1" dirty="0">
                <a:solidFill>
                  <a:srgbClr val="660033"/>
                </a:solidFill>
                <a:latin typeface="Times New Roman" panose="02020603050405020304" pitchFamily="18" charset="0"/>
                <a:ea typeface="微軟正黑體" pitchFamily="34" charset="-120"/>
                <a:cs typeface="Times New Roman" panose="02020603050405020304" pitchFamily="18" charset="0"/>
              </a:rPr>
              <a:t> </a:t>
            </a:r>
            <a:r>
              <a:rPr lang="en-US" sz="3600" b="1" dirty="0" err="1">
                <a:solidFill>
                  <a:srgbClr val="660033"/>
                </a:solidFill>
                <a:latin typeface="Times New Roman" panose="02020603050405020304" pitchFamily="18" charset="0"/>
                <a:ea typeface="微軟正黑體" pitchFamily="34" charset="-120"/>
                <a:cs typeface="Times New Roman" panose="02020603050405020304" pitchFamily="18" charset="0"/>
              </a:rPr>
              <a:t>dâng</a:t>
            </a:r>
            <a:r>
              <a:rPr lang="en-US" sz="3600" b="1" dirty="0">
                <a:solidFill>
                  <a:srgbClr val="660033"/>
                </a:solidFill>
                <a:latin typeface="Times New Roman" panose="02020603050405020304" pitchFamily="18" charset="0"/>
                <a:ea typeface="微軟正黑體" pitchFamily="34" charset="-120"/>
                <a:cs typeface="Times New Roman" panose="02020603050405020304" pitchFamily="18" charset="0"/>
              </a:rPr>
              <a:t> </a:t>
            </a:r>
            <a:r>
              <a:rPr lang="en-US" sz="3600" b="1" dirty="0" err="1">
                <a:solidFill>
                  <a:srgbClr val="660033"/>
                </a:solidFill>
                <a:latin typeface="Times New Roman" panose="02020603050405020304" pitchFamily="18" charset="0"/>
                <a:ea typeface="微軟正黑體" pitchFamily="34" charset="-120"/>
                <a:cs typeface="Times New Roman" panose="02020603050405020304" pitchFamily="18" charset="0"/>
              </a:rPr>
              <a:t>khúc</a:t>
            </a:r>
            <a:r>
              <a:rPr lang="en-US" sz="3600" b="1" dirty="0">
                <a:solidFill>
                  <a:srgbClr val="660033"/>
                </a:solidFill>
                <a:latin typeface="Times New Roman" panose="02020603050405020304" pitchFamily="18" charset="0"/>
                <a:ea typeface="微軟正黑體" pitchFamily="34" charset="-120"/>
                <a:cs typeface="Times New Roman" panose="02020603050405020304" pitchFamily="18" charset="0"/>
              </a:rPr>
              <a:t> </a:t>
            </a:r>
            <a:r>
              <a:rPr lang="en-US" sz="3600" b="1" dirty="0" err="1">
                <a:solidFill>
                  <a:srgbClr val="660033"/>
                </a:solidFill>
                <a:latin typeface="Times New Roman" panose="02020603050405020304" pitchFamily="18" charset="0"/>
                <a:ea typeface="微軟正黑體" pitchFamily="34" charset="-120"/>
                <a:cs typeface="Times New Roman" panose="02020603050405020304" pitchFamily="18" charset="0"/>
              </a:rPr>
              <a:t>hoan</a:t>
            </a:r>
            <a:r>
              <a:rPr lang="en-US" sz="3600" b="1" dirty="0">
                <a:solidFill>
                  <a:srgbClr val="660033"/>
                </a:solidFill>
                <a:latin typeface="Times New Roman" panose="02020603050405020304" pitchFamily="18" charset="0"/>
                <a:ea typeface="微軟正黑體" pitchFamily="34" charset="-120"/>
                <a:cs typeface="Times New Roman" panose="02020603050405020304" pitchFamily="18" charset="0"/>
              </a:rPr>
              <a:t> ca</a:t>
            </a:r>
          </a:p>
        </p:txBody>
      </p:sp>
      <p:sp>
        <p:nvSpPr>
          <p:cNvPr id="8" name="TextBox 7">
            <a:extLst>
              <a:ext uri="{FF2B5EF4-FFF2-40B4-BE49-F238E27FC236}">
                <a16:creationId xmlns:a16="http://schemas.microsoft.com/office/drawing/2014/main" id="{999759B6-06A2-BDDE-EE5F-34AE189AF2EF}"/>
              </a:ext>
            </a:extLst>
          </p:cNvPr>
          <p:cNvSpPr txBox="1"/>
          <p:nvPr/>
        </p:nvSpPr>
        <p:spPr>
          <a:xfrm>
            <a:off x="0" y="5253203"/>
            <a:ext cx="12192000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2800" b="1" dirty="0">
                <a:solidFill>
                  <a:srgbClr val="000066"/>
                </a:solidFill>
                <a:effectLst/>
                <a:latin typeface="+mj-lt"/>
                <a:ea typeface="Microsoft JhengHei" panose="020B0604030504040204" pitchFamily="34" charset="-120"/>
              </a:rPr>
              <a:t>( </a:t>
            </a:r>
            <a:r>
              <a:rPr lang="en-US" altLang="zh-CN" sz="2800" b="1" dirty="0">
                <a:solidFill>
                  <a:srgbClr val="000066"/>
                </a:solidFill>
                <a:effectLst/>
                <a:latin typeface="+mj-lt"/>
                <a:ea typeface="Microsoft JhengHei" panose="020B0604030504040204" pitchFamily="34" charset="-120"/>
              </a:rPr>
              <a:t>1 / 4</a:t>
            </a:r>
            <a:r>
              <a:rPr lang="en-US" sz="2800" b="1" dirty="0">
                <a:solidFill>
                  <a:srgbClr val="000066"/>
                </a:solidFill>
                <a:effectLst/>
                <a:latin typeface="+mj-lt"/>
                <a:ea typeface="Microsoft JhengHei" panose="020B0604030504040204" pitchFamily="34" charset="-120"/>
              </a:rPr>
              <a:t> )</a:t>
            </a:r>
            <a:endParaRPr lang="vi-VN" sz="2800" b="1" dirty="0">
              <a:solidFill>
                <a:srgbClr val="000066"/>
              </a:solidFill>
              <a:effectLst/>
              <a:latin typeface="+mj-lt"/>
              <a:ea typeface="Microsoft JhengHei" panose="020B0604030504040204" pitchFamily="34" charset="-120"/>
            </a:endParaRPr>
          </a:p>
        </p:txBody>
      </p:sp>
    </p:spTree>
    <p:extLst>
      <p:ext uri="{BB962C8B-B14F-4D97-AF65-F5344CB8AC3E}">
        <p14:creationId xmlns:p14="http://schemas.microsoft.com/office/powerpoint/2010/main" val="3467260118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0FB956AD-0AE9-72AB-F466-5151C64CC17A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內容版面配置區 4">
            <a:extLst>
              <a:ext uri="{FF2B5EF4-FFF2-40B4-BE49-F238E27FC236}">
                <a16:creationId xmlns:a16="http://schemas.microsoft.com/office/drawing/2014/main" id="{E6974063-7587-30D8-3762-28FEDEA89A00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0" y="2137501"/>
            <a:ext cx="12192000" cy="1318225"/>
          </a:xfrm>
        </p:spPr>
        <p:txBody>
          <a:bodyPr anchor="ctr">
            <a:normAutofit/>
          </a:bodyPr>
          <a:lstStyle/>
          <a:p>
            <a:pPr algn="ctr">
              <a:buNone/>
            </a:pPr>
            <a:r>
              <a:rPr lang="zh-TW" altLang="en-US" sz="6400" b="1" dirty="0">
                <a:solidFill>
                  <a:srgbClr val="000066"/>
                </a:solidFill>
                <a:latin typeface="微軟正黑體" pitchFamily="34" charset="-120"/>
                <a:ea typeface="微軟正黑體" pitchFamily="34" charset="-120"/>
              </a:rPr>
              <a:t>聖哉  聖哉  聖哉</a:t>
            </a:r>
          </a:p>
        </p:txBody>
      </p:sp>
      <p:sp>
        <p:nvSpPr>
          <p:cNvPr id="7" name="內容版面配置區 4">
            <a:extLst>
              <a:ext uri="{FF2B5EF4-FFF2-40B4-BE49-F238E27FC236}">
                <a16:creationId xmlns:a16="http://schemas.microsoft.com/office/drawing/2014/main" id="{F39976A8-06FA-3FE8-FEBB-DB96881C073D}"/>
              </a:ext>
            </a:extLst>
          </p:cNvPr>
          <p:cNvSpPr txBox="1">
            <a:spLocks/>
          </p:cNvSpPr>
          <p:nvPr/>
        </p:nvSpPr>
        <p:spPr>
          <a:xfrm>
            <a:off x="0" y="3087050"/>
            <a:ext cx="12192000" cy="1318225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>
            <a:lvl1pPr marL="457189" indent="-457189" algn="l" defTabSz="121917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4267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990575" indent="-380990" algn="l" defTabSz="1219170" rtl="0" eaLnBrk="1" latinLnBrk="0" hangingPunct="1">
              <a:spcBef>
                <a:spcPct val="20000"/>
              </a:spcBef>
              <a:buFont typeface="Arial" pitchFamily="34" charset="0"/>
              <a:buChar char="–"/>
              <a:defRPr sz="3733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523962" indent="-304792" algn="l" defTabSz="121917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32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2133547" indent="-304792" algn="l" defTabSz="1219170" rtl="0" eaLnBrk="1" latinLnBrk="0" hangingPunct="1">
              <a:spcBef>
                <a:spcPct val="20000"/>
              </a:spcBef>
              <a:buFont typeface="Arial" pitchFamily="34" charset="0"/>
              <a:buChar char="–"/>
              <a:defRPr sz="2667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743131" indent="-304792" algn="l" defTabSz="1219170" rtl="0" eaLnBrk="1" latinLnBrk="0" hangingPunct="1">
              <a:spcBef>
                <a:spcPct val="20000"/>
              </a:spcBef>
              <a:buFont typeface="Arial" pitchFamily="34" charset="0"/>
              <a:buChar char="»"/>
              <a:defRPr sz="2667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3352716" indent="-304792" algn="l" defTabSz="121917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667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3962301" indent="-304792" algn="l" defTabSz="121917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667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4571886" indent="-304792" algn="l" defTabSz="121917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667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5181470" indent="-304792" algn="l" defTabSz="121917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667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 algn="ctr">
              <a:buNone/>
            </a:pPr>
            <a:r>
              <a:rPr lang="en-US" sz="4000" b="1" dirty="0">
                <a:solidFill>
                  <a:srgbClr val="660033"/>
                </a:solidFill>
                <a:latin typeface="Times New Roman" panose="02020603050405020304" pitchFamily="18" charset="0"/>
                <a:ea typeface="微軟正黑體" pitchFamily="34" charset="-120"/>
                <a:cs typeface="Times New Roman" panose="02020603050405020304" pitchFamily="18" charset="0"/>
              </a:rPr>
              <a:t>Thánh </a:t>
            </a:r>
            <a:r>
              <a:rPr lang="en-US" sz="4000" b="1" dirty="0" err="1">
                <a:solidFill>
                  <a:srgbClr val="660033"/>
                </a:solidFill>
                <a:latin typeface="Times New Roman" panose="02020603050405020304" pitchFamily="18" charset="0"/>
                <a:ea typeface="微軟正黑體" pitchFamily="34" charset="-120"/>
                <a:cs typeface="Times New Roman" panose="02020603050405020304" pitchFamily="18" charset="0"/>
              </a:rPr>
              <a:t>thay</a:t>
            </a:r>
            <a:r>
              <a:rPr lang="en-US" sz="4000" b="1" dirty="0">
                <a:solidFill>
                  <a:srgbClr val="660033"/>
                </a:solidFill>
                <a:latin typeface="Times New Roman" panose="02020603050405020304" pitchFamily="18" charset="0"/>
                <a:ea typeface="微軟正黑體" pitchFamily="34" charset="-120"/>
                <a:cs typeface="Times New Roman" panose="02020603050405020304" pitchFamily="18" charset="0"/>
              </a:rPr>
              <a:t>, Thánh </a:t>
            </a:r>
            <a:r>
              <a:rPr lang="en-US" sz="4000" b="1" dirty="0" err="1">
                <a:solidFill>
                  <a:srgbClr val="660033"/>
                </a:solidFill>
                <a:latin typeface="Times New Roman" panose="02020603050405020304" pitchFamily="18" charset="0"/>
                <a:ea typeface="微軟正黑體" pitchFamily="34" charset="-120"/>
                <a:cs typeface="Times New Roman" panose="02020603050405020304" pitchFamily="18" charset="0"/>
              </a:rPr>
              <a:t>thay</a:t>
            </a:r>
            <a:r>
              <a:rPr lang="en-US" sz="4000" b="1" dirty="0">
                <a:solidFill>
                  <a:srgbClr val="660033"/>
                </a:solidFill>
                <a:latin typeface="Times New Roman" panose="02020603050405020304" pitchFamily="18" charset="0"/>
                <a:ea typeface="微軟正黑體" pitchFamily="34" charset="-120"/>
                <a:cs typeface="Times New Roman" panose="02020603050405020304" pitchFamily="18" charset="0"/>
              </a:rPr>
              <a:t>, Thánh </a:t>
            </a:r>
            <a:r>
              <a:rPr lang="en-US" sz="4000" b="1" dirty="0" err="1">
                <a:solidFill>
                  <a:srgbClr val="660033"/>
                </a:solidFill>
                <a:latin typeface="Times New Roman" panose="02020603050405020304" pitchFamily="18" charset="0"/>
                <a:ea typeface="微軟正黑體" pitchFamily="34" charset="-120"/>
                <a:cs typeface="Times New Roman" panose="02020603050405020304" pitchFamily="18" charset="0"/>
              </a:rPr>
              <a:t>thay</a:t>
            </a:r>
            <a:r>
              <a:rPr lang="en-US" sz="4000" b="1" dirty="0">
                <a:solidFill>
                  <a:srgbClr val="660033"/>
                </a:solidFill>
                <a:latin typeface="Times New Roman" panose="02020603050405020304" pitchFamily="18" charset="0"/>
                <a:ea typeface="微軟正黑體" pitchFamily="34" charset="-120"/>
                <a:cs typeface="Times New Roman" panose="02020603050405020304" pitchFamily="18" charset="0"/>
              </a:rPr>
              <a:t>!</a:t>
            </a:r>
          </a:p>
        </p:txBody>
      </p:sp>
      <p:sp>
        <p:nvSpPr>
          <p:cNvPr id="8" name="TextBox 7">
            <a:extLst>
              <a:ext uri="{FF2B5EF4-FFF2-40B4-BE49-F238E27FC236}">
                <a16:creationId xmlns:a16="http://schemas.microsoft.com/office/drawing/2014/main" id="{0FDDEA3F-29C1-02E4-21F0-D9D83C7E1B9E}"/>
              </a:ext>
            </a:extLst>
          </p:cNvPr>
          <p:cNvSpPr txBox="1"/>
          <p:nvPr/>
        </p:nvSpPr>
        <p:spPr>
          <a:xfrm>
            <a:off x="0" y="5253203"/>
            <a:ext cx="12192000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2800" b="1" dirty="0">
                <a:solidFill>
                  <a:srgbClr val="000066"/>
                </a:solidFill>
                <a:effectLst/>
                <a:latin typeface="+mj-lt"/>
                <a:ea typeface="Microsoft JhengHei" panose="020B0604030504040204" pitchFamily="34" charset="-120"/>
              </a:rPr>
              <a:t>( </a:t>
            </a:r>
            <a:r>
              <a:rPr lang="en-US" altLang="zh-CN" sz="2800" b="1" dirty="0">
                <a:solidFill>
                  <a:srgbClr val="000066"/>
                </a:solidFill>
                <a:effectLst/>
                <a:latin typeface="+mj-lt"/>
                <a:ea typeface="Microsoft JhengHei" panose="020B0604030504040204" pitchFamily="34" charset="-120"/>
              </a:rPr>
              <a:t>1 / 4</a:t>
            </a:r>
            <a:r>
              <a:rPr lang="en-US" sz="2800" b="1" dirty="0">
                <a:solidFill>
                  <a:srgbClr val="000066"/>
                </a:solidFill>
                <a:effectLst/>
                <a:latin typeface="+mj-lt"/>
                <a:ea typeface="Microsoft JhengHei" panose="020B0604030504040204" pitchFamily="34" charset="-120"/>
              </a:rPr>
              <a:t> )</a:t>
            </a:r>
            <a:endParaRPr lang="vi-VN" sz="2800" b="1" dirty="0">
              <a:solidFill>
                <a:srgbClr val="000066"/>
              </a:solidFill>
              <a:effectLst/>
              <a:latin typeface="+mj-lt"/>
              <a:ea typeface="Microsoft JhengHei" panose="020B0604030504040204" pitchFamily="34" charset="-120"/>
            </a:endParaRPr>
          </a:p>
        </p:txBody>
      </p:sp>
    </p:spTree>
    <p:extLst>
      <p:ext uri="{BB962C8B-B14F-4D97-AF65-F5344CB8AC3E}">
        <p14:creationId xmlns:p14="http://schemas.microsoft.com/office/powerpoint/2010/main" val="497555158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4A34447F-CB90-91C8-2E64-92A8C755B915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內容版面配置區 4">
            <a:extLst>
              <a:ext uri="{FF2B5EF4-FFF2-40B4-BE49-F238E27FC236}">
                <a16:creationId xmlns:a16="http://schemas.microsoft.com/office/drawing/2014/main" id="{08269E73-B98D-CE66-021B-C46B9A666281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0" y="2137501"/>
            <a:ext cx="12192000" cy="1318225"/>
          </a:xfrm>
        </p:spPr>
        <p:txBody>
          <a:bodyPr anchor="ctr">
            <a:normAutofit/>
          </a:bodyPr>
          <a:lstStyle/>
          <a:p>
            <a:pPr algn="ctr">
              <a:buNone/>
            </a:pPr>
            <a:r>
              <a:rPr lang="zh-TW" altLang="en-US" sz="6400" b="1" dirty="0">
                <a:solidFill>
                  <a:srgbClr val="000066"/>
                </a:solidFill>
                <a:latin typeface="微軟正黑體" pitchFamily="34" charset="-120"/>
                <a:ea typeface="微軟正黑體" pitchFamily="34" charset="-120"/>
              </a:rPr>
              <a:t>恩慈永無更改</a:t>
            </a:r>
          </a:p>
        </p:txBody>
      </p:sp>
      <p:sp>
        <p:nvSpPr>
          <p:cNvPr id="7" name="內容版面配置區 4">
            <a:extLst>
              <a:ext uri="{FF2B5EF4-FFF2-40B4-BE49-F238E27FC236}">
                <a16:creationId xmlns:a16="http://schemas.microsoft.com/office/drawing/2014/main" id="{5244CA3B-ABB0-A593-EE8B-E29CE6C4EFDC}"/>
              </a:ext>
            </a:extLst>
          </p:cNvPr>
          <p:cNvSpPr txBox="1">
            <a:spLocks/>
          </p:cNvSpPr>
          <p:nvPr/>
        </p:nvSpPr>
        <p:spPr>
          <a:xfrm>
            <a:off x="0" y="3087050"/>
            <a:ext cx="12192000" cy="1318225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>
            <a:lvl1pPr marL="457189" indent="-457189" algn="l" defTabSz="121917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4267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990575" indent="-380990" algn="l" defTabSz="1219170" rtl="0" eaLnBrk="1" latinLnBrk="0" hangingPunct="1">
              <a:spcBef>
                <a:spcPct val="20000"/>
              </a:spcBef>
              <a:buFont typeface="Arial" pitchFamily="34" charset="0"/>
              <a:buChar char="–"/>
              <a:defRPr sz="3733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523962" indent="-304792" algn="l" defTabSz="121917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32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2133547" indent="-304792" algn="l" defTabSz="1219170" rtl="0" eaLnBrk="1" latinLnBrk="0" hangingPunct="1">
              <a:spcBef>
                <a:spcPct val="20000"/>
              </a:spcBef>
              <a:buFont typeface="Arial" pitchFamily="34" charset="0"/>
              <a:buChar char="–"/>
              <a:defRPr sz="2667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743131" indent="-304792" algn="l" defTabSz="1219170" rtl="0" eaLnBrk="1" latinLnBrk="0" hangingPunct="1">
              <a:spcBef>
                <a:spcPct val="20000"/>
              </a:spcBef>
              <a:buFont typeface="Arial" pitchFamily="34" charset="0"/>
              <a:buChar char="»"/>
              <a:defRPr sz="2667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3352716" indent="-304792" algn="l" defTabSz="121917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667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3962301" indent="-304792" algn="l" defTabSz="121917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667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4571886" indent="-304792" algn="l" defTabSz="121917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667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5181470" indent="-304792" algn="l" defTabSz="121917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667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 algn="ctr">
              <a:buNone/>
            </a:pPr>
            <a:r>
              <a:rPr lang="en-US" sz="4000" b="1" dirty="0">
                <a:solidFill>
                  <a:srgbClr val="660033"/>
                </a:solidFill>
                <a:latin typeface="Times New Roman" panose="02020603050405020304" pitchFamily="18" charset="0"/>
                <a:ea typeface="微軟正黑體" pitchFamily="34" charset="-120"/>
                <a:cs typeface="Times New Roman" panose="02020603050405020304" pitchFamily="18" charset="0"/>
              </a:rPr>
              <a:t>Trí </a:t>
            </a:r>
            <a:r>
              <a:rPr lang="en-US" sz="4000" b="1" dirty="0" err="1">
                <a:solidFill>
                  <a:srgbClr val="660033"/>
                </a:solidFill>
                <a:latin typeface="Times New Roman" panose="02020603050405020304" pitchFamily="18" charset="0"/>
                <a:ea typeface="微軟正黑體" pitchFamily="34" charset="-120"/>
                <a:cs typeface="Times New Roman" panose="02020603050405020304" pitchFamily="18" charset="0"/>
              </a:rPr>
              <a:t>dõng</a:t>
            </a:r>
            <a:r>
              <a:rPr lang="en-US" sz="4000" b="1" dirty="0">
                <a:solidFill>
                  <a:srgbClr val="660033"/>
                </a:solidFill>
                <a:latin typeface="Times New Roman" panose="02020603050405020304" pitchFamily="18" charset="0"/>
                <a:ea typeface="微軟正黑體" pitchFamily="34" charset="-120"/>
                <a:cs typeface="Times New Roman" panose="02020603050405020304" pitchFamily="18" charset="0"/>
              </a:rPr>
              <a:t> </a:t>
            </a:r>
            <a:r>
              <a:rPr lang="en-US" sz="4000" b="1" dirty="0" err="1">
                <a:solidFill>
                  <a:srgbClr val="660033"/>
                </a:solidFill>
                <a:latin typeface="Times New Roman" panose="02020603050405020304" pitchFamily="18" charset="0"/>
                <a:ea typeface="微軟正黑體" pitchFamily="34" charset="-120"/>
                <a:cs typeface="Times New Roman" panose="02020603050405020304" pitchFamily="18" charset="0"/>
              </a:rPr>
              <a:t>ái</a:t>
            </a:r>
            <a:r>
              <a:rPr lang="en-US" sz="4000" b="1" dirty="0">
                <a:solidFill>
                  <a:srgbClr val="660033"/>
                </a:solidFill>
                <a:latin typeface="Times New Roman" panose="02020603050405020304" pitchFamily="18" charset="0"/>
                <a:ea typeface="微軟正黑體" pitchFamily="34" charset="-120"/>
                <a:cs typeface="Times New Roman" panose="02020603050405020304" pitchFamily="18" charset="0"/>
              </a:rPr>
              <a:t> </a:t>
            </a:r>
            <a:r>
              <a:rPr lang="en-US" sz="4000" b="1" dirty="0" err="1">
                <a:solidFill>
                  <a:srgbClr val="660033"/>
                </a:solidFill>
                <a:latin typeface="Times New Roman" panose="02020603050405020304" pitchFamily="18" charset="0"/>
                <a:ea typeface="微軟正黑體" pitchFamily="34" charset="-120"/>
                <a:cs typeface="Times New Roman" panose="02020603050405020304" pitchFamily="18" charset="0"/>
              </a:rPr>
              <a:t>đức</a:t>
            </a:r>
            <a:r>
              <a:rPr lang="en-US" sz="4000" b="1" dirty="0">
                <a:solidFill>
                  <a:srgbClr val="660033"/>
                </a:solidFill>
                <a:latin typeface="Times New Roman" panose="02020603050405020304" pitchFamily="18" charset="0"/>
                <a:ea typeface="微軟正黑體" pitchFamily="34" charset="-120"/>
                <a:cs typeface="Times New Roman" panose="02020603050405020304" pitchFamily="18" charset="0"/>
              </a:rPr>
              <a:t> </a:t>
            </a:r>
            <a:r>
              <a:rPr lang="en-US" sz="4000" b="1" dirty="0" err="1">
                <a:solidFill>
                  <a:srgbClr val="660033"/>
                </a:solidFill>
                <a:latin typeface="Times New Roman" panose="02020603050405020304" pitchFamily="18" charset="0"/>
                <a:ea typeface="微軟正黑體" pitchFamily="34" charset="-120"/>
                <a:cs typeface="Times New Roman" panose="02020603050405020304" pitchFamily="18" charset="0"/>
              </a:rPr>
              <a:t>vô</a:t>
            </a:r>
            <a:r>
              <a:rPr lang="en-US" sz="4000" b="1" dirty="0">
                <a:solidFill>
                  <a:srgbClr val="660033"/>
                </a:solidFill>
                <a:latin typeface="Times New Roman" panose="02020603050405020304" pitchFamily="18" charset="0"/>
                <a:ea typeface="微軟正黑體" pitchFamily="34" charset="-120"/>
                <a:cs typeface="Times New Roman" panose="02020603050405020304" pitchFamily="18" charset="0"/>
              </a:rPr>
              <a:t> </a:t>
            </a:r>
            <a:r>
              <a:rPr lang="en-US" sz="4000" b="1" dirty="0" err="1">
                <a:solidFill>
                  <a:srgbClr val="660033"/>
                </a:solidFill>
                <a:latin typeface="Times New Roman" panose="02020603050405020304" pitchFamily="18" charset="0"/>
                <a:ea typeface="微軟正黑體" pitchFamily="34" charset="-120"/>
                <a:cs typeface="Times New Roman" panose="02020603050405020304" pitchFamily="18" charset="0"/>
              </a:rPr>
              <a:t>biên</a:t>
            </a:r>
            <a:endParaRPr lang="en-US" sz="4000" b="1" dirty="0">
              <a:solidFill>
                <a:srgbClr val="660033"/>
              </a:solidFill>
              <a:latin typeface="Times New Roman" panose="02020603050405020304" pitchFamily="18" charset="0"/>
              <a:ea typeface="微軟正黑體" pitchFamily="34" charset="-120"/>
              <a:cs typeface="Times New Roman" panose="02020603050405020304" pitchFamily="18" charset="0"/>
            </a:endParaRPr>
          </a:p>
        </p:txBody>
      </p:sp>
      <p:sp>
        <p:nvSpPr>
          <p:cNvPr id="8" name="TextBox 7">
            <a:extLst>
              <a:ext uri="{FF2B5EF4-FFF2-40B4-BE49-F238E27FC236}">
                <a16:creationId xmlns:a16="http://schemas.microsoft.com/office/drawing/2014/main" id="{FEDA497B-8DBB-6F59-530D-4219E071803E}"/>
              </a:ext>
            </a:extLst>
          </p:cNvPr>
          <p:cNvSpPr txBox="1"/>
          <p:nvPr/>
        </p:nvSpPr>
        <p:spPr>
          <a:xfrm>
            <a:off x="0" y="5253203"/>
            <a:ext cx="12192000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2800" b="1" dirty="0">
                <a:solidFill>
                  <a:srgbClr val="000066"/>
                </a:solidFill>
                <a:effectLst/>
                <a:latin typeface="+mj-lt"/>
                <a:ea typeface="Microsoft JhengHei" panose="020B0604030504040204" pitchFamily="34" charset="-120"/>
              </a:rPr>
              <a:t>( </a:t>
            </a:r>
            <a:r>
              <a:rPr lang="en-US" altLang="zh-CN" sz="2800" b="1" dirty="0">
                <a:solidFill>
                  <a:srgbClr val="000066"/>
                </a:solidFill>
                <a:effectLst/>
                <a:latin typeface="+mj-lt"/>
                <a:ea typeface="Microsoft JhengHei" panose="020B0604030504040204" pitchFamily="34" charset="-120"/>
              </a:rPr>
              <a:t>1 / 4</a:t>
            </a:r>
            <a:r>
              <a:rPr lang="en-US" sz="2800" b="1" dirty="0">
                <a:solidFill>
                  <a:srgbClr val="000066"/>
                </a:solidFill>
                <a:effectLst/>
                <a:latin typeface="+mj-lt"/>
                <a:ea typeface="Microsoft JhengHei" panose="020B0604030504040204" pitchFamily="34" charset="-120"/>
              </a:rPr>
              <a:t> )</a:t>
            </a:r>
            <a:endParaRPr lang="vi-VN" sz="2800" b="1" dirty="0">
              <a:solidFill>
                <a:srgbClr val="000066"/>
              </a:solidFill>
              <a:effectLst/>
              <a:latin typeface="+mj-lt"/>
              <a:ea typeface="Microsoft JhengHei" panose="020B0604030504040204" pitchFamily="34" charset="-120"/>
            </a:endParaRPr>
          </a:p>
        </p:txBody>
      </p:sp>
    </p:spTree>
    <p:extLst>
      <p:ext uri="{BB962C8B-B14F-4D97-AF65-F5344CB8AC3E}">
        <p14:creationId xmlns:p14="http://schemas.microsoft.com/office/powerpoint/2010/main" val="1643756476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7E01B0DD-10D1-7CD4-917B-A571E1E4E3C2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內容版面配置區 4">
            <a:extLst>
              <a:ext uri="{FF2B5EF4-FFF2-40B4-BE49-F238E27FC236}">
                <a16:creationId xmlns:a16="http://schemas.microsoft.com/office/drawing/2014/main" id="{8260E5A0-4569-4E4C-FD8A-C2E53B3F43F5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0" y="2137501"/>
            <a:ext cx="12192000" cy="1318225"/>
          </a:xfrm>
        </p:spPr>
        <p:txBody>
          <a:bodyPr anchor="ctr">
            <a:normAutofit/>
          </a:bodyPr>
          <a:lstStyle/>
          <a:p>
            <a:pPr algn="ctr">
              <a:buNone/>
            </a:pPr>
            <a:r>
              <a:rPr lang="zh-TW" altLang="en-US" sz="6400" b="1" dirty="0">
                <a:solidFill>
                  <a:srgbClr val="000066"/>
                </a:solidFill>
                <a:latin typeface="微軟正黑體" pitchFamily="34" charset="-120"/>
                <a:ea typeface="微軟正黑體" pitchFamily="34" charset="-120"/>
              </a:rPr>
              <a:t>三位一體神  父子與聖靈</a:t>
            </a:r>
          </a:p>
        </p:txBody>
      </p:sp>
      <p:sp>
        <p:nvSpPr>
          <p:cNvPr id="7" name="內容版面配置區 4">
            <a:extLst>
              <a:ext uri="{FF2B5EF4-FFF2-40B4-BE49-F238E27FC236}">
                <a16:creationId xmlns:a16="http://schemas.microsoft.com/office/drawing/2014/main" id="{D7CE5379-EC9A-45C8-8B50-11945C9F0A0D}"/>
              </a:ext>
            </a:extLst>
          </p:cNvPr>
          <p:cNvSpPr txBox="1">
            <a:spLocks/>
          </p:cNvSpPr>
          <p:nvPr/>
        </p:nvSpPr>
        <p:spPr>
          <a:xfrm>
            <a:off x="0" y="3087050"/>
            <a:ext cx="12192000" cy="1318225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>
            <a:lvl1pPr marL="457189" indent="-457189" algn="l" defTabSz="121917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4267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990575" indent="-380990" algn="l" defTabSz="1219170" rtl="0" eaLnBrk="1" latinLnBrk="0" hangingPunct="1">
              <a:spcBef>
                <a:spcPct val="20000"/>
              </a:spcBef>
              <a:buFont typeface="Arial" pitchFamily="34" charset="0"/>
              <a:buChar char="–"/>
              <a:defRPr sz="3733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523962" indent="-304792" algn="l" defTabSz="121917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32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2133547" indent="-304792" algn="l" defTabSz="1219170" rtl="0" eaLnBrk="1" latinLnBrk="0" hangingPunct="1">
              <a:spcBef>
                <a:spcPct val="20000"/>
              </a:spcBef>
              <a:buFont typeface="Arial" pitchFamily="34" charset="0"/>
              <a:buChar char="–"/>
              <a:defRPr sz="2667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743131" indent="-304792" algn="l" defTabSz="1219170" rtl="0" eaLnBrk="1" latinLnBrk="0" hangingPunct="1">
              <a:spcBef>
                <a:spcPct val="20000"/>
              </a:spcBef>
              <a:buFont typeface="Arial" pitchFamily="34" charset="0"/>
              <a:buChar char="»"/>
              <a:defRPr sz="2667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3352716" indent="-304792" algn="l" defTabSz="121917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667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3962301" indent="-304792" algn="l" defTabSz="121917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667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4571886" indent="-304792" algn="l" defTabSz="121917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667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5181470" indent="-304792" algn="l" defTabSz="121917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667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 algn="ctr">
              <a:buNone/>
            </a:pPr>
            <a:r>
              <a:rPr lang="en-US" sz="4000" b="1" dirty="0">
                <a:solidFill>
                  <a:srgbClr val="660033"/>
                </a:solidFill>
                <a:latin typeface="Times New Roman" panose="02020603050405020304" pitchFamily="18" charset="0"/>
                <a:ea typeface="微軟正黑體" pitchFamily="34" charset="-120"/>
                <a:cs typeface="Times New Roman" panose="02020603050405020304" pitchFamily="18" charset="0"/>
              </a:rPr>
              <a:t>Chúa Ba </a:t>
            </a:r>
            <a:r>
              <a:rPr lang="en-US" sz="4000" b="1" dirty="0" err="1">
                <a:solidFill>
                  <a:srgbClr val="660033"/>
                </a:solidFill>
                <a:latin typeface="Times New Roman" panose="02020603050405020304" pitchFamily="18" charset="0"/>
                <a:ea typeface="微軟正黑體" pitchFamily="34" charset="-120"/>
                <a:cs typeface="Times New Roman" panose="02020603050405020304" pitchFamily="18" charset="0"/>
              </a:rPr>
              <a:t>Ngôi</a:t>
            </a:r>
            <a:r>
              <a:rPr lang="en-US" sz="4000" b="1" dirty="0">
                <a:solidFill>
                  <a:srgbClr val="660033"/>
                </a:solidFill>
                <a:latin typeface="Times New Roman" panose="02020603050405020304" pitchFamily="18" charset="0"/>
                <a:ea typeface="微軟正黑體" pitchFamily="34" charset="-120"/>
                <a:cs typeface="Times New Roman" panose="02020603050405020304" pitchFamily="18" charset="0"/>
              </a:rPr>
              <a:t> </a:t>
            </a:r>
            <a:r>
              <a:rPr lang="en-US" sz="4000" b="1" dirty="0" err="1">
                <a:solidFill>
                  <a:srgbClr val="660033"/>
                </a:solidFill>
                <a:latin typeface="Times New Roman" panose="02020603050405020304" pitchFamily="18" charset="0"/>
                <a:ea typeface="微軟正黑體" pitchFamily="34" charset="-120"/>
                <a:cs typeface="Times New Roman" panose="02020603050405020304" pitchFamily="18" charset="0"/>
              </a:rPr>
              <a:t>vốn</a:t>
            </a:r>
            <a:r>
              <a:rPr lang="en-US" sz="4000" b="1" dirty="0">
                <a:solidFill>
                  <a:srgbClr val="660033"/>
                </a:solidFill>
                <a:latin typeface="Times New Roman" panose="02020603050405020304" pitchFamily="18" charset="0"/>
                <a:ea typeface="微軟正黑體" pitchFamily="34" charset="-120"/>
                <a:cs typeface="Times New Roman" panose="02020603050405020304" pitchFamily="18" charset="0"/>
              </a:rPr>
              <a:t> </a:t>
            </a:r>
            <a:r>
              <a:rPr lang="en-US" sz="4000" b="1" dirty="0" err="1">
                <a:solidFill>
                  <a:srgbClr val="660033"/>
                </a:solidFill>
                <a:latin typeface="Times New Roman" panose="02020603050405020304" pitchFamily="18" charset="0"/>
                <a:ea typeface="微軟正黑體" pitchFamily="34" charset="-120"/>
                <a:cs typeface="Times New Roman" panose="02020603050405020304" pitchFamily="18" charset="0"/>
              </a:rPr>
              <a:t>một</a:t>
            </a:r>
            <a:r>
              <a:rPr lang="en-US" sz="4000" b="1" dirty="0">
                <a:solidFill>
                  <a:srgbClr val="660033"/>
                </a:solidFill>
                <a:latin typeface="Times New Roman" panose="02020603050405020304" pitchFamily="18" charset="0"/>
                <a:ea typeface="微軟正黑體" pitchFamily="34" charset="-120"/>
                <a:cs typeface="Times New Roman" panose="02020603050405020304" pitchFamily="18" charset="0"/>
              </a:rPr>
              <a:t> </a:t>
            </a:r>
            <a:r>
              <a:rPr lang="en-US" sz="4000" b="1" dirty="0" err="1">
                <a:solidFill>
                  <a:srgbClr val="660033"/>
                </a:solidFill>
                <a:latin typeface="Times New Roman" panose="02020603050405020304" pitchFamily="18" charset="0"/>
                <a:ea typeface="微軟正黑體" pitchFamily="34" charset="-120"/>
                <a:cs typeface="Times New Roman" panose="02020603050405020304" pitchFamily="18" charset="0"/>
              </a:rPr>
              <a:t>thể</a:t>
            </a:r>
            <a:r>
              <a:rPr lang="en-US" sz="4000" b="1" dirty="0">
                <a:solidFill>
                  <a:srgbClr val="660033"/>
                </a:solidFill>
                <a:latin typeface="Times New Roman" panose="02020603050405020304" pitchFamily="18" charset="0"/>
                <a:ea typeface="微軟正黑體" pitchFamily="34" charset="-120"/>
                <a:cs typeface="Times New Roman" panose="02020603050405020304" pitchFamily="18" charset="0"/>
              </a:rPr>
              <a:t> </a:t>
            </a:r>
            <a:r>
              <a:rPr lang="en-US" sz="4000" b="1" dirty="0" err="1">
                <a:solidFill>
                  <a:srgbClr val="660033"/>
                </a:solidFill>
                <a:latin typeface="Times New Roman" panose="02020603050405020304" pitchFamily="18" charset="0"/>
                <a:ea typeface="微軟正黑體" pitchFamily="34" charset="-120"/>
                <a:cs typeface="Times New Roman" panose="02020603050405020304" pitchFamily="18" charset="0"/>
              </a:rPr>
              <a:t>oai</a:t>
            </a:r>
            <a:r>
              <a:rPr lang="en-US" sz="4000" b="1" dirty="0">
                <a:solidFill>
                  <a:srgbClr val="660033"/>
                </a:solidFill>
                <a:latin typeface="Times New Roman" panose="02020603050405020304" pitchFamily="18" charset="0"/>
                <a:ea typeface="微軟正黑體" pitchFamily="34" charset="-120"/>
                <a:cs typeface="Times New Roman" panose="02020603050405020304" pitchFamily="18" charset="0"/>
              </a:rPr>
              <a:t> </a:t>
            </a:r>
            <a:r>
              <a:rPr lang="en-US" sz="4000" b="1" dirty="0" err="1">
                <a:solidFill>
                  <a:srgbClr val="660033"/>
                </a:solidFill>
                <a:latin typeface="Times New Roman" panose="02020603050405020304" pitchFamily="18" charset="0"/>
                <a:ea typeface="微軟正黑體" pitchFamily="34" charset="-120"/>
                <a:cs typeface="Times New Roman" panose="02020603050405020304" pitchFamily="18" charset="0"/>
              </a:rPr>
              <a:t>nghi</a:t>
            </a:r>
            <a:r>
              <a:rPr lang="en-US" sz="4000" b="1" dirty="0">
                <a:solidFill>
                  <a:srgbClr val="660033"/>
                </a:solidFill>
                <a:latin typeface="Times New Roman" panose="02020603050405020304" pitchFamily="18" charset="0"/>
                <a:ea typeface="微軟正黑體" pitchFamily="34" charset="-120"/>
                <a:cs typeface="Times New Roman" panose="02020603050405020304" pitchFamily="18" charset="0"/>
              </a:rPr>
              <a:t>, </a:t>
            </a:r>
            <a:r>
              <a:rPr lang="en-US" sz="4000" b="1" dirty="0" err="1">
                <a:solidFill>
                  <a:srgbClr val="660033"/>
                </a:solidFill>
                <a:latin typeface="Times New Roman" panose="02020603050405020304" pitchFamily="18" charset="0"/>
                <a:ea typeface="微軟正黑體" pitchFamily="34" charset="-120"/>
                <a:cs typeface="Times New Roman" panose="02020603050405020304" pitchFamily="18" charset="0"/>
              </a:rPr>
              <a:t>rạng</a:t>
            </a:r>
            <a:r>
              <a:rPr lang="en-US" sz="4000" b="1" dirty="0">
                <a:solidFill>
                  <a:srgbClr val="660033"/>
                </a:solidFill>
                <a:latin typeface="Times New Roman" panose="02020603050405020304" pitchFamily="18" charset="0"/>
                <a:ea typeface="微軟正黑體" pitchFamily="34" charset="-120"/>
                <a:cs typeface="Times New Roman" panose="02020603050405020304" pitchFamily="18" charset="0"/>
              </a:rPr>
              <a:t> </a:t>
            </a:r>
            <a:r>
              <a:rPr lang="en-US" sz="4000" b="1" dirty="0" err="1">
                <a:solidFill>
                  <a:srgbClr val="660033"/>
                </a:solidFill>
                <a:latin typeface="Times New Roman" panose="02020603050405020304" pitchFamily="18" charset="0"/>
                <a:ea typeface="微軟正黑體" pitchFamily="34" charset="-120"/>
                <a:cs typeface="Times New Roman" panose="02020603050405020304" pitchFamily="18" charset="0"/>
              </a:rPr>
              <a:t>loà</a:t>
            </a:r>
            <a:endParaRPr lang="en-US" sz="4000" b="1" dirty="0">
              <a:solidFill>
                <a:srgbClr val="660033"/>
              </a:solidFill>
              <a:latin typeface="Times New Roman" panose="02020603050405020304" pitchFamily="18" charset="0"/>
              <a:ea typeface="微軟正黑體" pitchFamily="34" charset="-120"/>
              <a:cs typeface="Times New Roman" panose="02020603050405020304" pitchFamily="18" charset="0"/>
            </a:endParaRPr>
          </a:p>
        </p:txBody>
      </p:sp>
      <p:sp>
        <p:nvSpPr>
          <p:cNvPr id="8" name="TextBox 7">
            <a:extLst>
              <a:ext uri="{FF2B5EF4-FFF2-40B4-BE49-F238E27FC236}">
                <a16:creationId xmlns:a16="http://schemas.microsoft.com/office/drawing/2014/main" id="{284C2913-E371-F802-D84C-10ABF534EC46}"/>
              </a:ext>
            </a:extLst>
          </p:cNvPr>
          <p:cNvSpPr txBox="1"/>
          <p:nvPr/>
        </p:nvSpPr>
        <p:spPr>
          <a:xfrm>
            <a:off x="0" y="5253203"/>
            <a:ext cx="12192000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2800" b="1" dirty="0">
                <a:solidFill>
                  <a:srgbClr val="000066"/>
                </a:solidFill>
                <a:effectLst/>
                <a:latin typeface="+mj-lt"/>
                <a:ea typeface="Microsoft JhengHei" panose="020B0604030504040204" pitchFamily="34" charset="-120"/>
              </a:rPr>
              <a:t>( </a:t>
            </a:r>
            <a:r>
              <a:rPr lang="en-US" altLang="zh-CN" sz="2800" b="1" dirty="0">
                <a:solidFill>
                  <a:srgbClr val="000066"/>
                </a:solidFill>
                <a:effectLst/>
                <a:latin typeface="+mj-lt"/>
                <a:ea typeface="Microsoft JhengHei" panose="020B0604030504040204" pitchFamily="34" charset="-120"/>
              </a:rPr>
              <a:t>1 / 4</a:t>
            </a:r>
            <a:r>
              <a:rPr lang="en-US" sz="2800" b="1" dirty="0">
                <a:solidFill>
                  <a:srgbClr val="000066"/>
                </a:solidFill>
                <a:effectLst/>
                <a:latin typeface="+mj-lt"/>
                <a:ea typeface="Microsoft JhengHei" panose="020B0604030504040204" pitchFamily="34" charset="-120"/>
              </a:rPr>
              <a:t> )</a:t>
            </a:r>
            <a:endParaRPr lang="vi-VN" sz="2800" b="1" dirty="0">
              <a:solidFill>
                <a:srgbClr val="000066"/>
              </a:solidFill>
              <a:effectLst/>
              <a:latin typeface="+mj-lt"/>
              <a:ea typeface="Microsoft JhengHei" panose="020B0604030504040204" pitchFamily="34" charset="-120"/>
            </a:endParaRPr>
          </a:p>
        </p:txBody>
      </p:sp>
    </p:spTree>
    <p:extLst>
      <p:ext uri="{BB962C8B-B14F-4D97-AF65-F5344CB8AC3E}">
        <p14:creationId xmlns:p14="http://schemas.microsoft.com/office/powerpoint/2010/main" val="4007975943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DC8F331E-52B8-407F-3E32-E465E75274EA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內容版面配置區 4">
            <a:extLst>
              <a:ext uri="{FF2B5EF4-FFF2-40B4-BE49-F238E27FC236}">
                <a16:creationId xmlns:a16="http://schemas.microsoft.com/office/drawing/2014/main" id="{38C77E71-1D84-18CB-7C65-EAEDD4026DDE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0" y="2137501"/>
            <a:ext cx="12192000" cy="1318225"/>
          </a:xfrm>
        </p:spPr>
        <p:txBody>
          <a:bodyPr anchor="ctr">
            <a:normAutofit/>
          </a:bodyPr>
          <a:lstStyle/>
          <a:p>
            <a:pPr algn="ctr">
              <a:buNone/>
            </a:pPr>
            <a:r>
              <a:rPr lang="zh-TW" altLang="en-US" sz="6400" b="1" dirty="0">
                <a:solidFill>
                  <a:srgbClr val="000066"/>
                </a:solidFill>
                <a:latin typeface="微軟正黑體" pitchFamily="34" charset="-120"/>
                <a:ea typeface="微軟正黑體" pitchFamily="34" charset="-120"/>
              </a:rPr>
              <a:t>聖哉  聖哉  聖哉</a:t>
            </a:r>
          </a:p>
        </p:txBody>
      </p:sp>
      <p:sp>
        <p:nvSpPr>
          <p:cNvPr id="7" name="內容版面配置區 4">
            <a:extLst>
              <a:ext uri="{FF2B5EF4-FFF2-40B4-BE49-F238E27FC236}">
                <a16:creationId xmlns:a16="http://schemas.microsoft.com/office/drawing/2014/main" id="{8DDD3F9D-4135-D83D-79BB-913C8518678F}"/>
              </a:ext>
            </a:extLst>
          </p:cNvPr>
          <p:cNvSpPr txBox="1">
            <a:spLocks/>
          </p:cNvSpPr>
          <p:nvPr/>
        </p:nvSpPr>
        <p:spPr>
          <a:xfrm>
            <a:off x="0" y="3087050"/>
            <a:ext cx="12192000" cy="1318225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>
            <a:lvl1pPr marL="457189" indent="-457189" algn="l" defTabSz="121917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4267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990575" indent="-380990" algn="l" defTabSz="1219170" rtl="0" eaLnBrk="1" latinLnBrk="0" hangingPunct="1">
              <a:spcBef>
                <a:spcPct val="20000"/>
              </a:spcBef>
              <a:buFont typeface="Arial" pitchFamily="34" charset="0"/>
              <a:buChar char="–"/>
              <a:defRPr sz="3733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523962" indent="-304792" algn="l" defTabSz="121917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32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2133547" indent="-304792" algn="l" defTabSz="1219170" rtl="0" eaLnBrk="1" latinLnBrk="0" hangingPunct="1">
              <a:spcBef>
                <a:spcPct val="20000"/>
              </a:spcBef>
              <a:buFont typeface="Arial" pitchFamily="34" charset="0"/>
              <a:buChar char="–"/>
              <a:defRPr sz="2667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743131" indent="-304792" algn="l" defTabSz="1219170" rtl="0" eaLnBrk="1" latinLnBrk="0" hangingPunct="1">
              <a:spcBef>
                <a:spcPct val="20000"/>
              </a:spcBef>
              <a:buFont typeface="Arial" pitchFamily="34" charset="0"/>
              <a:buChar char="»"/>
              <a:defRPr sz="2667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3352716" indent="-304792" algn="l" defTabSz="121917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667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3962301" indent="-304792" algn="l" defTabSz="121917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667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4571886" indent="-304792" algn="l" defTabSz="121917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667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5181470" indent="-304792" algn="l" defTabSz="121917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667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 algn="ctr">
              <a:buNone/>
            </a:pPr>
            <a:r>
              <a:rPr lang="en-US" sz="4000" b="1" dirty="0">
                <a:solidFill>
                  <a:srgbClr val="660033"/>
                </a:solidFill>
                <a:latin typeface="Times New Roman" panose="02020603050405020304" pitchFamily="18" charset="0"/>
                <a:ea typeface="微軟正黑體" pitchFamily="34" charset="-120"/>
                <a:cs typeface="Times New Roman" panose="02020603050405020304" pitchFamily="18" charset="0"/>
              </a:rPr>
              <a:t>Thánh </a:t>
            </a:r>
            <a:r>
              <a:rPr lang="en-US" sz="4000" b="1" dirty="0" err="1">
                <a:solidFill>
                  <a:srgbClr val="660033"/>
                </a:solidFill>
                <a:latin typeface="Times New Roman" panose="02020603050405020304" pitchFamily="18" charset="0"/>
                <a:ea typeface="微軟正黑體" pitchFamily="34" charset="-120"/>
                <a:cs typeface="Times New Roman" panose="02020603050405020304" pitchFamily="18" charset="0"/>
              </a:rPr>
              <a:t>thay</a:t>
            </a:r>
            <a:r>
              <a:rPr lang="en-US" sz="4000" b="1" dirty="0">
                <a:solidFill>
                  <a:srgbClr val="660033"/>
                </a:solidFill>
                <a:latin typeface="Times New Roman" panose="02020603050405020304" pitchFamily="18" charset="0"/>
                <a:ea typeface="微軟正黑體" pitchFamily="34" charset="-120"/>
                <a:cs typeface="Times New Roman" panose="02020603050405020304" pitchFamily="18" charset="0"/>
              </a:rPr>
              <a:t>, Thánh </a:t>
            </a:r>
            <a:r>
              <a:rPr lang="en-US" sz="4000" b="1" dirty="0" err="1">
                <a:solidFill>
                  <a:srgbClr val="660033"/>
                </a:solidFill>
                <a:latin typeface="Times New Roman" panose="02020603050405020304" pitchFamily="18" charset="0"/>
                <a:ea typeface="微軟正黑體" pitchFamily="34" charset="-120"/>
                <a:cs typeface="Times New Roman" panose="02020603050405020304" pitchFamily="18" charset="0"/>
              </a:rPr>
              <a:t>thay</a:t>
            </a:r>
            <a:r>
              <a:rPr lang="en-US" sz="4000" b="1" dirty="0">
                <a:solidFill>
                  <a:srgbClr val="660033"/>
                </a:solidFill>
                <a:latin typeface="Times New Roman" panose="02020603050405020304" pitchFamily="18" charset="0"/>
                <a:ea typeface="微軟正黑體" pitchFamily="34" charset="-120"/>
                <a:cs typeface="Times New Roman" panose="02020603050405020304" pitchFamily="18" charset="0"/>
              </a:rPr>
              <a:t>, Thánh </a:t>
            </a:r>
            <a:r>
              <a:rPr lang="en-US" sz="4000" b="1" dirty="0" err="1">
                <a:solidFill>
                  <a:srgbClr val="660033"/>
                </a:solidFill>
                <a:latin typeface="Times New Roman" panose="02020603050405020304" pitchFamily="18" charset="0"/>
                <a:ea typeface="微軟正黑體" pitchFamily="34" charset="-120"/>
                <a:cs typeface="Times New Roman" panose="02020603050405020304" pitchFamily="18" charset="0"/>
              </a:rPr>
              <a:t>thay</a:t>
            </a:r>
            <a:r>
              <a:rPr lang="en-US" sz="4000" b="1" dirty="0">
                <a:solidFill>
                  <a:srgbClr val="660033"/>
                </a:solidFill>
                <a:latin typeface="Times New Roman" panose="02020603050405020304" pitchFamily="18" charset="0"/>
                <a:ea typeface="微軟正黑體" pitchFamily="34" charset="-120"/>
                <a:cs typeface="Times New Roman" panose="02020603050405020304" pitchFamily="18" charset="0"/>
              </a:rPr>
              <a:t>!</a:t>
            </a:r>
          </a:p>
        </p:txBody>
      </p:sp>
      <p:sp>
        <p:nvSpPr>
          <p:cNvPr id="8" name="TextBox 7">
            <a:extLst>
              <a:ext uri="{FF2B5EF4-FFF2-40B4-BE49-F238E27FC236}">
                <a16:creationId xmlns:a16="http://schemas.microsoft.com/office/drawing/2014/main" id="{EA480EFB-5601-6555-86A3-1617D1B2EAF4}"/>
              </a:ext>
            </a:extLst>
          </p:cNvPr>
          <p:cNvSpPr txBox="1"/>
          <p:nvPr/>
        </p:nvSpPr>
        <p:spPr>
          <a:xfrm>
            <a:off x="0" y="5253203"/>
            <a:ext cx="12192000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2800" b="1" dirty="0">
                <a:solidFill>
                  <a:srgbClr val="000066"/>
                </a:solidFill>
                <a:effectLst/>
                <a:latin typeface="+mj-lt"/>
                <a:ea typeface="Microsoft JhengHei" panose="020B0604030504040204" pitchFamily="34" charset="-120"/>
              </a:rPr>
              <a:t>( </a:t>
            </a:r>
            <a:r>
              <a:rPr lang="en-US" altLang="zh-CN" sz="2800" b="1" dirty="0">
                <a:solidFill>
                  <a:srgbClr val="000066"/>
                </a:solidFill>
                <a:effectLst/>
                <a:latin typeface="+mj-lt"/>
                <a:ea typeface="Microsoft JhengHei" panose="020B0604030504040204" pitchFamily="34" charset="-120"/>
              </a:rPr>
              <a:t>2 / 4</a:t>
            </a:r>
            <a:r>
              <a:rPr lang="en-US" sz="2800" b="1" dirty="0">
                <a:solidFill>
                  <a:srgbClr val="000066"/>
                </a:solidFill>
                <a:effectLst/>
                <a:latin typeface="+mj-lt"/>
                <a:ea typeface="Microsoft JhengHei" panose="020B0604030504040204" pitchFamily="34" charset="-120"/>
              </a:rPr>
              <a:t> )</a:t>
            </a:r>
            <a:endParaRPr lang="vi-VN" sz="2800" b="1" dirty="0">
              <a:solidFill>
                <a:srgbClr val="000066"/>
              </a:solidFill>
              <a:effectLst/>
              <a:latin typeface="+mj-lt"/>
              <a:ea typeface="Microsoft JhengHei" panose="020B0604030504040204" pitchFamily="34" charset="-120"/>
            </a:endParaRPr>
          </a:p>
        </p:txBody>
      </p:sp>
    </p:spTree>
    <p:extLst>
      <p:ext uri="{BB962C8B-B14F-4D97-AF65-F5344CB8AC3E}">
        <p14:creationId xmlns:p14="http://schemas.microsoft.com/office/powerpoint/2010/main" val="3072591983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094978ED-5D8E-27D8-872F-28C02CFDFE15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內容版面配置區 4">
            <a:extLst>
              <a:ext uri="{FF2B5EF4-FFF2-40B4-BE49-F238E27FC236}">
                <a16:creationId xmlns:a16="http://schemas.microsoft.com/office/drawing/2014/main" id="{93D3D52B-B922-094A-063C-9569C79BAF76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0" y="2137501"/>
            <a:ext cx="12192000" cy="1318225"/>
          </a:xfrm>
        </p:spPr>
        <p:txBody>
          <a:bodyPr anchor="ctr">
            <a:normAutofit/>
          </a:bodyPr>
          <a:lstStyle/>
          <a:p>
            <a:pPr algn="ctr">
              <a:buNone/>
            </a:pPr>
            <a:r>
              <a:rPr lang="zh-TW" altLang="en-US" sz="6400" b="1" dirty="0">
                <a:solidFill>
                  <a:srgbClr val="000066"/>
                </a:solidFill>
                <a:latin typeface="微軟正黑體" pitchFamily="34" charset="-120"/>
                <a:ea typeface="微軟正黑體" pitchFamily="34" charset="-120"/>
              </a:rPr>
              <a:t>聖徒虔崇拜</a:t>
            </a:r>
          </a:p>
        </p:txBody>
      </p:sp>
      <p:sp>
        <p:nvSpPr>
          <p:cNvPr id="7" name="內容版面配置區 4">
            <a:extLst>
              <a:ext uri="{FF2B5EF4-FFF2-40B4-BE49-F238E27FC236}">
                <a16:creationId xmlns:a16="http://schemas.microsoft.com/office/drawing/2014/main" id="{E09D8436-37E0-A17E-99D7-1B0DA82B1171}"/>
              </a:ext>
            </a:extLst>
          </p:cNvPr>
          <p:cNvSpPr txBox="1">
            <a:spLocks/>
          </p:cNvSpPr>
          <p:nvPr/>
        </p:nvSpPr>
        <p:spPr>
          <a:xfrm>
            <a:off x="0" y="3087050"/>
            <a:ext cx="12192000" cy="1318225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>
            <a:lvl1pPr marL="457189" indent="-457189" algn="l" defTabSz="121917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4267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990575" indent="-380990" algn="l" defTabSz="1219170" rtl="0" eaLnBrk="1" latinLnBrk="0" hangingPunct="1">
              <a:spcBef>
                <a:spcPct val="20000"/>
              </a:spcBef>
              <a:buFont typeface="Arial" pitchFamily="34" charset="0"/>
              <a:buChar char="–"/>
              <a:defRPr sz="3733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523962" indent="-304792" algn="l" defTabSz="121917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32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2133547" indent="-304792" algn="l" defTabSz="1219170" rtl="0" eaLnBrk="1" latinLnBrk="0" hangingPunct="1">
              <a:spcBef>
                <a:spcPct val="20000"/>
              </a:spcBef>
              <a:buFont typeface="Arial" pitchFamily="34" charset="0"/>
              <a:buChar char="–"/>
              <a:defRPr sz="2667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743131" indent="-304792" algn="l" defTabSz="1219170" rtl="0" eaLnBrk="1" latinLnBrk="0" hangingPunct="1">
              <a:spcBef>
                <a:spcPct val="20000"/>
              </a:spcBef>
              <a:buFont typeface="Arial" pitchFamily="34" charset="0"/>
              <a:buChar char="»"/>
              <a:defRPr sz="2667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3352716" indent="-304792" algn="l" defTabSz="121917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667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3962301" indent="-304792" algn="l" defTabSz="121917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667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4571886" indent="-304792" algn="l" defTabSz="121917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667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5181470" indent="-304792" algn="l" defTabSz="121917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667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 algn="ctr">
              <a:buNone/>
            </a:pPr>
            <a:r>
              <a:rPr lang="en-US" sz="4000" b="1" dirty="0">
                <a:solidFill>
                  <a:srgbClr val="660033"/>
                </a:solidFill>
                <a:latin typeface="Times New Roman" panose="02020603050405020304" pitchFamily="18" charset="0"/>
                <a:ea typeface="微軟正黑體" pitchFamily="34" charset="-120"/>
                <a:cs typeface="Times New Roman" panose="02020603050405020304" pitchFamily="18" charset="0"/>
              </a:rPr>
              <a:t>Các </a:t>
            </a:r>
            <a:r>
              <a:rPr lang="en-US" sz="4000" b="1" dirty="0" err="1">
                <a:solidFill>
                  <a:srgbClr val="660033"/>
                </a:solidFill>
                <a:latin typeface="Times New Roman" panose="02020603050405020304" pitchFamily="18" charset="0"/>
                <a:ea typeface="微軟正黑體" pitchFamily="34" charset="-120"/>
                <a:cs typeface="Times New Roman" panose="02020603050405020304" pitchFamily="18" charset="0"/>
              </a:rPr>
              <a:t>thánh</a:t>
            </a:r>
            <a:r>
              <a:rPr lang="en-US" sz="4000" b="1" dirty="0">
                <a:solidFill>
                  <a:srgbClr val="660033"/>
                </a:solidFill>
                <a:latin typeface="Times New Roman" panose="02020603050405020304" pitchFamily="18" charset="0"/>
                <a:ea typeface="微軟正黑體" pitchFamily="34" charset="-120"/>
                <a:cs typeface="Times New Roman" panose="02020603050405020304" pitchFamily="18" charset="0"/>
              </a:rPr>
              <a:t> </a:t>
            </a:r>
            <a:r>
              <a:rPr lang="en-US" sz="4000" b="1" dirty="0" err="1">
                <a:solidFill>
                  <a:srgbClr val="660033"/>
                </a:solidFill>
                <a:latin typeface="Times New Roman" panose="02020603050405020304" pitchFamily="18" charset="0"/>
                <a:ea typeface="微軟正黑體" pitchFamily="34" charset="-120"/>
                <a:cs typeface="Times New Roman" panose="02020603050405020304" pitchFamily="18" charset="0"/>
              </a:rPr>
              <a:t>chúc</a:t>
            </a:r>
            <a:r>
              <a:rPr lang="en-US" sz="4000" b="1" dirty="0">
                <a:solidFill>
                  <a:srgbClr val="660033"/>
                </a:solidFill>
                <a:latin typeface="Times New Roman" panose="02020603050405020304" pitchFamily="18" charset="0"/>
                <a:ea typeface="微軟正黑體" pitchFamily="34" charset="-120"/>
                <a:cs typeface="Times New Roman" panose="02020603050405020304" pitchFamily="18" charset="0"/>
              </a:rPr>
              <a:t> </a:t>
            </a:r>
            <a:r>
              <a:rPr lang="en-US" sz="4000" b="1" dirty="0" err="1">
                <a:solidFill>
                  <a:srgbClr val="660033"/>
                </a:solidFill>
                <a:latin typeface="Times New Roman" panose="02020603050405020304" pitchFamily="18" charset="0"/>
                <a:ea typeface="微軟正黑體" pitchFamily="34" charset="-120"/>
                <a:cs typeface="Times New Roman" panose="02020603050405020304" pitchFamily="18" charset="0"/>
              </a:rPr>
              <a:t>tôn</a:t>
            </a:r>
            <a:r>
              <a:rPr lang="en-US" sz="4000" b="1" dirty="0">
                <a:solidFill>
                  <a:srgbClr val="660033"/>
                </a:solidFill>
                <a:latin typeface="Times New Roman" panose="02020603050405020304" pitchFamily="18" charset="0"/>
                <a:ea typeface="微軟正黑體" pitchFamily="34" charset="-120"/>
                <a:cs typeface="Times New Roman" panose="02020603050405020304" pitchFamily="18" charset="0"/>
              </a:rPr>
              <a:t> </a:t>
            </a:r>
            <a:r>
              <a:rPr lang="en-US" sz="4000" b="1" dirty="0" err="1">
                <a:solidFill>
                  <a:srgbClr val="660033"/>
                </a:solidFill>
                <a:latin typeface="Times New Roman" panose="02020603050405020304" pitchFamily="18" charset="0"/>
                <a:ea typeface="微軟正黑體" pitchFamily="34" charset="-120"/>
                <a:cs typeface="Times New Roman" panose="02020603050405020304" pitchFamily="18" charset="0"/>
              </a:rPr>
              <a:t>Ngài</a:t>
            </a:r>
            <a:endParaRPr lang="en-US" sz="4000" b="1" dirty="0">
              <a:solidFill>
                <a:srgbClr val="660033"/>
              </a:solidFill>
              <a:latin typeface="Times New Roman" panose="02020603050405020304" pitchFamily="18" charset="0"/>
              <a:ea typeface="微軟正黑體" pitchFamily="34" charset="-120"/>
              <a:cs typeface="Times New Roman" panose="02020603050405020304" pitchFamily="18" charset="0"/>
            </a:endParaRPr>
          </a:p>
        </p:txBody>
      </p:sp>
      <p:sp>
        <p:nvSpPr>
          <p:cNvPr id="8" name="TextBox 7">
            <a:extLst>
              <a:ext uri="{FF2B5EF4-FFF2-40B4-BE49-F238E27FC236}">
                <a16:creationId xmlns:a16="http://schemas.microsoft.com/office/drawing/2014/main" id="{9B760032-EB1F-694C-1D0F-4B55ED68B65C}"/>
              </a:ext>
            </a:extLst>
          </p:cNvPr>
          <p:cNvSpPr txBox="1"/>
          <p:nvPr/>
        </p:nvSpPr>
        <p:spPr>
          <a:xfrm>
            <a:off x="0" y="5253203"/>
            <a:ext cx="12192000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2800" b="1" dirty="0">
                <a:solidFill>
                  <a:srgbClr val="000066"/>
                </a:solidFill>
                <a:ea typeface="Microsoft JhengHei" panose="020B0604030504040204" pitchFamily="34" charset="-120"/>
              </a:rPr>
              <a:t>( </a:t>
            </a:r>
            <a:r>
              <a:rPr lang="en-US" altLang="zh-CN" sz="2800" b="1" dirty="0">
                <a:solidFill>
                  <a:srgbClr val="000066"/>
                </a:solidFill>
                <a:ea typeface="Microsoft JhengHei" panose="020B0604030504040204" pitchFamily="34" charset="-120"/>
              </a:rPr>
              <a:t>2 / 4</a:t>
            </a:r>
            <a:r>
              <a:rPr lang="en-US" sz="2800" b="1" dirty="0">
                <a:solidFill>
                  <a:srgbClr val="000066"/>
                </a:solidFill>
                <a:ea typeface="Microsoft JhengHei" panose="020B0604030504040204" pitchFamily="34" charset="-120"/>
              </a:rPr>
              <a:t> )</a:t>
            </a:r>
            <a:endParaRPr lang="vi-VN" sz="2800" b="1" dirty="0">
              <a:solidFill>
                <a:srgbClr val="000066"/>
              </a:solidFill>
              <a:ea typeface="Microsoft JhengHei" panose="020B0604030504040204" pitchFamily="34" charset="-120"/>
            </a:endParaRPr>
          </a:p>
        </p:txBody>
      </p:sp>
    </p:spTree>
    <p:extLst>
      <p:ext uri="{BB962C8B-B14F-4D97-AF65-F5344CB8AC3E}">
        <p14:creationId xmlns:p14="http://schemas.microsoft.com/office/powerpoint/2010/main" val="379789903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24B2B9A2-F580-AA0E-7F95-AFB243BB6758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內容版面配置區 4">
            <a:extLst>
              <a:ext uri="{FF2B5EF4-FFF2-40B4-BE49-F238E27FC236}">
                <a16:creationId xmlns:a16="http://schemas.microsoft.com/office/drawing/2014/main" id="{426488AD-7EC4-30E9-1A33-E91D93D27C45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0" y="2137501"/>
            <a:ext cx="12192000" cy="1318225"/>
          </a:xfrm>
        </p:spPr>
        <p:txBody>
          <a:bodyPr anchor="ctr">
            <a:normAutofit/>
          </a:bodyPr>
          <a:lstStyle/>
          <a:p>
            <a:pPr algn="ctr">
              <a:buNone/>
            </a:pPr>
            <a:r>
              <a:rPr lang="zh-TW" altLang="en-US" sz="6400" b="1" dirty="0">
                <a:solidFill>
                  <a:srgbClr val="000066"/>
                </a:solidFill>
                <a:latin typeface="微軟正黑體" pitchFamily="34" charset="-120"/>
                <a:ea typeface="微軟正黑體" pitchFamily="34" charset="-120"/>
              </a:rPr>
              <a:t>同將華麗金冠  放於寶座面前</a:t>
            </a:r>
          </a:p>
        </p:txBody>
      </p:sp>
      <p:sp>
        <p:nvSpPr>
          <p:cNvPr id="7" name="內容版面配置區 4">
            <a:extLst>
              <a:ext uri="{FF2B5EF4-FFF2-40B4-BE49-F238E27FC236}">
                <a16:creationId xmlns:a16="http://schemas.microsoft.com/office/drawing/2014/main" id="{4EB291D8-5693-3048-5EAA-A722F672E39F}"/>
              </a:ext>
            </a:extLst>
          </p:cNvPr>
          <p:cNvSpPr txBox="1">
            <a:spLocks/>
          </p:cNvSpPr>
          <p:nvPr/>
        </p:nvSpPr>
        <p:spPr>
          <a:xfrm>
            <a:off x="0" y="3087050"/>
            <a:ext cx="12192000" cy="1318225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>
            <a:lvl1pPr marL="457189" indent="-457189" algn="l" defTabSz="121917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4267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990575" indent="-380990" algn="l" defTabSz="1219170" rtl="0" eaLnBrk="1" latinLnBrk="0" hangingPunct="1">
              <a:spcBef>
                <a:spcPct val="20000"/>
              </a:spcBef>
              <a:buFont typeface="Arial" pitchFamily="34" charset="0"/>
              <a:buChar char="–"/>
              <a:defRPr sz="3733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523962" indent="-304792" algn="l" defTabSz="121917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32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2133547" indent="-304792" algn="l" defTabSz="1219170" rtl="0" eaLnBrk="1" latinLnBrk="0" hangingPunct="1">
              <a:spcBef>
                <a:spcPct val="20000"/>
              </a:spcBef>
              <a:buFont typeface="Arial" pitchFamily="34" charset="0"/>
              <a:buChar char="–"/>
              <a:defRPr sz="2667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743131" indent="-304792" algn="l" defTabSz="1219170" rtl="0" eaLnBrk="1" latinLnBrk="0" hangingPunct="1">
              <a:spcBef>
                <a:spcPct val="20000"/>
              </a:spcBef>
              <a:buFont typeface="Arial" pitchFamily="34" charset="0"/>
              <a:buChar char="»"/>
              <a:defRPr sz="2667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3352716" indent="-304792" algn="l" defTabSz="121917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667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3962301" indent="-304792" algn="l" defTabSz="121917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667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4571886" indent="-304792" algn="l" defTabSz="121917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667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5181470" indent="-304792" algn="l" defTabSz="121917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667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 algn="ctr">
              <a:buNone/>
            </a:pPr>
            <a:r>
              <a:rPr lang="en-US" sz="3600" b="1" dirty="0">
                <a:solidFill>
                  <a:srgbClr val="660033"/>
                </a:solidFill>
                <a:latin typeface="Times New Roman" panose="02020603050405020304" pitchFamily="18" charset="0"/>
                <a:ea typeface="微軟正黑體" pitchFamily="34" charset="-120"/>
                <a:cs typeface="Times New Roman" panose="02020603050405020304" pitchFamily="18" charset="0"/>
              </a:rPr>
              <a:t>Tung </a:t>
            </a:r>
            <a:r>
              <a:rPr lang="en-US" sz="3600" b="1" dirty="0" err="1">
                <a:solidFill>
                  <a:srgbClr val="660033"/>
                </a:solidFill>
                <a:latin typeface="Times New Roman" panose="02020603050405020304" pitchFamily="18" charset="0"/>
                <a:ea typeface="微軟正黑體" pitchFamily="34" charset="-120"/>
                <a:cs typeface="Times New Roman" panose="02020603050405020304" pitchFamily="18" charset="0"/>
              </a:rPr>
              <a:t>hô</a:t>
            </a:r>
            <a:r>
              <a:rPr lang="en-US" sz="3600" b="1" dirty="0">
                <a:solidFill>
                  <a:srgbClr val="660033"/>
                </a:solidFill>
                <a:latin typeface="Times New Roman" panose="02020603050405020304" pitchFamily="18" charset="0"/>
                <a:ea typeface="微軟正黑體" pitchFamily="34" charset="-120"/>
                <a:cs typeface="Times New Roman" panose="02020603050405020304" pitchFamily="18" charset="0"/>
              </a:rPr>
              <a:t> </a:t>
            </a:r>
            <a:r>
              <a:rPr lang="en-US" sz="3600" b="1" dirty="0" err="1">
                <a:solidFill>
                  <a:srgbClr val="660033"/>
                </a:solidFill>
                <a:latin typeface="Times New Roman" panose="02020603050405020304" pitchFamily="18" charset="0"/>
                <a:ea typeface="微軟正黑體" pitchFamily="34" charset="-120"/>
                <a:cs typeface="Times New Roman" panose="02020603050405020304" pitchFamily="18" charset="0"/>
              </a:rPr>
              <a:t>uy</a:t>
            </a:r>
            <a:r>
              <a:rPr lang="en-US" sz="3600" b="1" dirty="0">
                <a:solidFill>
                  <a:srgbClr val="660033"/>
                </a:solidFill>
                <a:latin typeface="Times New Roman" panose="02020603050405020304" pitchFamily="18" charset="0"/>
                <a:ea typeface="微軟正黑體" pitchFamily="34" charset="-120"/>
                <a:cs typeface="Times New Roman" panose="02020603050405020304" pitchFamily="18" charset="0"/>
              </a:rPr>
              <a:t> </a:t>
            </a:r>
            <a:r>
              <a:rPr lang="en-US" sz="3600" b="1" dirty="0" err="1">
                <a:solidFill>
                  <a:srgbClr val="660033"/>
                </a:solidFill>
                <a:latin typeface="Times New Roman" panose="02020603050405020304" pitchFamily="18" charset="0"/>
                <a:ea typeface="微軟正黑體" pitchFamily="34" charset="-120"/>
                <a:cs typeface="Times New Roman" panose="02020603050405020304" pitchFamily="18" charset="0"/>
              </a:rPr>
              <a:t>danh</a:t>
            </a:r>
            <a:r>
              <a:rPr lang="en-US" sz="3600" b="1" dirty="0">
                <a:solidFill>
                  <a:srgbClr val="660033"/>
                </a:solidFill>
                <a:latin typeface="Times New Roman" panose="02020603050405020304" pitchFamily="18" charset="0"/>
                <a:ea typeface="微軟正黑體" pitchFamily="34" charset="-120"/>
                <a:cs typeface="Times New Roman" panose="02020603050405020304" pitchFamily="18" charset="0"/>
              </a:rPr>
              <a:t> Chúa, </a:t>
            </a:r>
            <a:r>
              <a:rPr lang="en-US" sz="3600" b="1" dirty="0" err="1">
                <a:solidFill>
                  <a:srgbClr val="660033"/>
                </a:solidFill>
                <a:latin typeface="Times New Roman" panose="02020603050405020304" pitchFamily="18" charset="0"/>
                <a:ea typeface="微軟正黑體" pitchFamily="34" charset="-120"/>
                <a:cs typeface="Times New Roman" panose="02020603050405020304" pitchFamily="18" charset="0"/>
              </a:rPr>
              <a:t>gieo</a:t>
            </a:r>
            <a:r>
              <a:rPr lang="en-US" sz="3600" b="1" dirty="0">
                <a:solidFill>
                  <a:srgbClr val="660033"/>
                </a:solidFill>
                <a:latin typeface="Times New Roman" panose="02020603050405020304" pitchFamily="18" charset="0"/>
                <a:ea typeface="微軟正黑體" pitchFamily="34" charset="-120"/>
                <a:cs typeface="Times New Roman" panose="02020603050405020304" pitchFamily="18" charset="0"/>
              </a:rPr>
              <a:t> </a:t>
            </a:r>
            <a:r>
              <a:rPr lang="en-US" sz="3600" b="1" dirty="0" err="1">
                <a:solidFill>
                  <a:srgbClr val="660033"/>
                </a:solidFill>
                <a:latin typeface="Times New Roman" panose="02020603050405020304" pitchFamily="18" charset="0"/>
                <a:ea typeface="微軟正黑體" pitchFamily="34" charset="-120"/>
                <a:cs typeface="Times New Roman" panose="02020603050405020304" pitchFamily="18" charset="0"/>
              </a:rPr>
              <a:t>kim</a:t>
            </a:r>
            <a:r>
              <a:rPr lang="en-US" sz="3600" b="1" dirty="0">
                <a:solidFill>
                  <a:srgbClr val="660033"/>
                </a:solidFill>
                <a:latin typeface="Times New Roman" panose="02020603050405020304" pitchFamily="18" charset="0"/>
                <a:ea typeface="微軟正黑體" pitchFamily="34" charset="-120"/>
                <a:cs typeface="Times New Roman" panose="02020603050405020304" pitchFamily="18" charset="0"/>
              </a:rPr>
              <a:t> </a:t>
            </a:r>
            <a:r>
              <a:rPr lang="en-US" sz="3600" b="1" dirty="0" err="1">
                <a:solidFill>
                  <a:srgbClr val="660033"/>
                </a:solidFill>
                <a:latin typeface="Times New Roman" panose="02020603050405020304" pitchFamily="18" charset="0"/>
                <a:ea typeface="微軟正黑體" pitchFamily="34" charset="-120"/>
                <a:cs typeface="Times New Roman" panose="02020603050405020304" pitchFamily="18" charset="0"/>
              </a:rPr>
              <a:t>miện</a:t>
            </a:r>
            <a:r>
              <a:rPr lang="en-US" sz="3600" b="1" dirty="0">
                <a:solidFill>
                  <a:srgbClr val="660033"/>
                </a:solidFill>
                <a:latin typeface="Times New Roman" panose="02020603050405020304" pitchFamily="18" charset="0"/>
                <a:ea typeface="微軟正黑體" pitchFamily="34" charset="-120"/>
                <a:cs typeface="Times New Roman" panose="02020603050405020304" pitchFamily="18" charset="0"/>
              </a:rPr>
              <a:t> </a:t>
            </a:r>
            <a:r>
              <a:rPr lang="en-US" sz="3600" b="1" dirty="0" err="1">
                <a:solidFill>
                  <a:srgbClr val="660033"/>
                </a:solidFill>
                <a:latin typeface="Times New Roman" panose="02020603050405020304" pitchFamily="18" charset="0"/>
                <a:ea typeface="微軟正黑體" pitchFamily="34" charset="-120"/>
                <a:cs typeface="Times New Roman" panose="02020603050405020304" pitchFamily="18" charset="0"/>
              </a:rPr>
              <a:t>quanh</a:t>
            </a:r>
            <a:r>
              <a:rPr lang="en-US" sz="3600" b="1" dirty="0">
                <a:solidFill>
                  <a:srgbClr val="660033"/>
                </a:solidFill>
                <a:latin typeface="Times New Roman" panose="02020603050405020304" pitchFamily="18" charset="0"/>
                <a:ea typeface="微軟正黑體" pitchFamily="34" charset="-120"/>
                <a:cs typeface="Times New Roman" panose="02020603050405020304" pitchFamily="18" charset="0"/>
              </a:rPr>
              <a:t> </a:t>
            </a:r>
            <a:r>
              <a:rPr lang="en-US" sz="3600" b="1" dirty="0" err="1">
                <a:solidFill>
                  <a:srgbClr val="660033"/>
                </a:solidFill>
                <a:latin typeface="Times New Roman" panose="02020603050405020304" pitchFamily="18" charset="0"/>
                <a:ea typeface="微軟正黑體" pitchFamily="34" charset="-120"/>
                <a:cs typeface="Times New Roman" panose="02020603050405020304" pitchFamily="18" charset="0"/>
              </a:rPr>
              <a:t>biển</a:t>
            </a:r>
            <a:r>
              <a:rPr lang="en-US" sz="3600" b="1" dirty="0">
                <a:solidFill>
                  <a:srgbClr val="660033"/>
                </a:solidFill>
                <a:latin typeface="Times New Roman" panose="02020603050405020304" pitchFamily="18" charset="0"/>
                <a:ea typeface="微軟正黑體" pitchFamily="34" charset="-120"/>
                <a:cs typeface="Times New Roman" panose="02020603050405020304" pitchFamily="18" charset="0"/>
              </a:rPr>
              <a:t> </a:t>
            </a:r>
            <a:r>
              <a:rPr lang="en-US" sz="3600" b="1" dirty="0" err="1">
                <a:solidFill>
                  <a:srgbClr val="660033"/>
                </a:solidFill>
                <a:latin typeface="Times New Roman" panose="02020603050405020304" pitchFamily="18" charset="0"/>
                <a:ea typeface="微軟正黑體" pitchFamily="34" charset="-120"/>
                <a:cs typeface="Times New Roman" panose="02020603050405020304" pitchFamily="18" charset="0"/>
              </a:rPr>
              <a:t>lưu</a:t>
            </a:r>
            <a:r>
              <a:rPr lang="en-US" sz="3600" b="1" dirty="0">
                <a:solidFill>
                  <a:srgbClr val="660033"/>
                </a:solidFill>
                <a:latin typeface="Times New Roman" panose="02020603050405020304" pitchFamily="18" charset="0"/>
                <a:ea typeface="微軟正黑體" pitchFamily="34" charset="-120"/>
                <a:cs typeface="Times New Roman" panose="02020603050405020304" pitchFamily="18" charset="0"/>
              </a:rPr>
              <a:t> </a:t>
            </a:r>
            <a:r>
              <a:rPr lang="en-US" sz="3600" b="1" dirty="0" err="1">
                <a:solidFill>
                  <a:srgbClr val="660033"/>
                </a:solidFill>
                <a:latin typeface="Times New Roman" panose="02020603050405020304" pitchFamily="18" charset="0"/>
                <a:ea typeface="微軟正黑體" pitchFamily="34" charset="-120"/>
                <a:cs typeface="Times New Roman" panose="02020603050405020304" pitchFamily="18" charset="0"/>
              </a:rPr>
              <a:t>ly</a:t>
            </a:r>
            <a:endParaRPr lang="en-US" sz="3600" b="1" dirty="0">
              <a:solidFill>
                <a:srgbClr val="660033"/>
              </a:solidFill>
              <a:latin typeface="Times New Roman" panose="02020603050405020304" pitchFamily="18" charset="0"/>
              <a:ea typeface="微軟正黑體" pitchFamily="34" charset="-120"/>
              <a:cs typeface="Times New Roman" panose="02020603050405020304" pitchFamily="18" charset="0"/>
            </a:endParaRPr>
          </a:p>
        </p:txBody>
      </p:sp>
      <p:sp>
        <p:nvSpPr>
          <p:cNvPr id="8" name="TextBox 7">
            <a:extLst>
              <a:ext uri="{FF2B5EF4-FFF2-40B4-BE49-F238E27FC236}">
                <a16:creationId xmlns:a16="http://schemas.microsoft.com/office/drawing/2014/main" id="{3CAF89A6-1006-A11D-789C-C893E39BD15D}"/>
              </a:ext>
            </a:extLst>
          </p:cNvPr>
          <p:cNvSpPr txBox="1"/>
          <p:nvPr/>
        </p:nvSpPr>
        <p:spPr>
          <a:xfrm>
            <a:off x="0" y="5253203"/>
            <a:ext cx="12192000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2800" b="1">
                <a:solidFill>
                  <a:srgbClr val="000066"/>
                </a:solidFill>
                <a:effectLst/>
                <a:latin typeface="+mj-lt"/>
                <a:ea typeface="Microsoft JhengHei" panose="020B0604030504040204" pitchFamily="34" charset="-120"/>
              </a:rPr>
              <a:t>( </a:t>
            </a:r>
            <a:r>
              <a:rPr lang="en-US" altLang="zh-CN" sz="2800" b="1">
                <a:solidFill>
                  <a:srgbClr val="000066"/>
                </a:solidFill>
                <a:effectLst/>
                <a:latin typeface="+mj-lt"/>
                <a:ea typeface="Microsoft JhengHei" panose="020B0604030504040204" pitchFamily="34" charset="-120"/>
              </a:rPr>
              <a:t>2 </a:t>
            </a:r>
            <a:r>
              <a:rPr lang="en-US" altLang="zh-CN" sz="2800" b="1" dirty="0">
                <a:solidFill>
                  <a:srgbClr val="000066"/>
                </a:solidFill>
                <a:effectLst/>
                <a:latin typeface="+mj-lt"/>
                <a:ea typeface="Microsoft JhengHei" panose="020B0604030504040204" pitchFamily="34" charset="-120"/>
              </a:rPr>
              <a:t>/ 4</a:t>
            </a:r>
            <a:r>
              <a:rPr lang="en-US" sz="2800" b="1" dirty="0">
                <a:solidFill>
                  <a:srgbClr val="000066"/>
                </a:solidFill>
                <a:effectLst/>
                <a:latin typeface="+mj-lt"/>
                <a:ea typeface="Microsoft JhengHei" panose="020B0604030504040204" pitchFamily="34" charset="-120"/>
              </a:rPr>
              <a:t> )</a:t>
            </a:r>
            <a:endParaRPr lang="vi-VN" sz="2800" b="1" dirty="0">
              <a:solidFill>
                <a:srgbClr val="000066"/>
              </a:solidFill>
              <a:effectLst/>
              <a:latin typeface="+mj-lt"/>
              <a:ea typeface="Microsoft JhengHei" panose="020B0604030504040204" pitchFamily="34" charset="-120"/>
            </a:endParaRPr>
          </a:p>
        </p:txBody>
      </p:sp>
    </p:spTree>
    <p:extLst>
      <p:ext uri="{BB962C8B-B14F-4D97-AF65-F5344CB8AC3E}">
        <p14:creationId xmlns:p14="http://schemas.microsoft.com/office/powerpoint/2010/main" val="708246517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6DBFAF3A-1E1D-7CE0-5E48-37AAD9A1F4CA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內容版面配置區 4">
            <a:extLst>
              <a:ext uri="{FF2B5EF4-FFF2-40B4-BE49-F238E27FC236}">
                <a16:creationId xmlns:a16="http://schemas.microsoft.com/office/drawing/2014/main" id="{0189A1E3-9DF1-BCCC-A65C-BAA140448572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0" y="2137501"/>
            <a:ext cx="12192000" cy="1318225"/>
          </a:xfrm>
        </p:spPr>
        <p:txBody>
          <a:bodyPr anchor="ctr">
            <a:normAutofit/>
          </a:bodyPr>
          <a:lstStyle/>
          <a:p>
            <a:pPr algn="ctr">
              <a:buNone/>
            </a:pPr>
            <a:r>
              <a:rPr lang="zh-TW" altLang="en-US" sz="6400" b="1" dirty="0">
                <a:solidFill>
                  <a:srgbClr val="000066"/>
                </a:solidFill>
                <a:latin typeface="微軟正黑體" pitchFamily="34" charset="-120"/>
                <a:ea typeface="微軟正黑體" pitchFamily="34" charset="-120"/>
              </a:rPr>
              <a:t>基路冰  西拉冰</a:t>
            </a:r>
          </a:p>
        </p:txBody>
      </p:sp>
      <p:sp>
        <p:nvSpPr>
          <p:cNvPr id="7" name="內容版面配置區 4">
            <a:extLst>
              <a:ext uri="{FF2B5EF4-FFF2-40B4-BE49-F238E27FC236}">
                <a16:creationId xmlns:a16="http://schemas.microsoft.com/office/drawing/2014/main" id="{484AB3BF-9781-A00C-CCBF-77A8109ABE46}"/>
              </a:ext>
            </a:extLst>
          </p:cNvPr>
          <p:cNvSpPr txBox="1">
            <a:spLocks/>
          </p:cNvSpPr>
          <p:nvPr/>
        </p:nvSpPr>
        <p:spPr>
          <a:xfrm>
            <a:off x="0" y="3087050"/>
            <a:ext cx="12192000" cy="1318225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>
            <a:lvl1pPr marL="457189" indent="-457189" algn="l" defTabSz="121917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4267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990575" indent="-380990" algn="l" defTabSz="1219170" rtl="0" eaLnBrk="1" latinLnBrk="0" hangingPunct="1">
              <a:spcBef>
                <a:spcPct val="20000"/>
              </a:spcBef>
              <a:buFont typeface="Arial" pitchFamily="34" charset="0"/>
              <a:buChar char="–"/>
              <a:defRPr sz="3733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523962" indent="-304792" algn="l" defTabSz="121917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32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2133547" indent="-304792" algn="l" defTabSz="1219170" rtl="0" eaLnBrk="1" latinLnBrk="0" hangingPunct="1">
              <a:spcBef>
                <a:spcPct val="20000"/>
              </a:spcBef>
              <a:buFont typeface="Arial" pitchFamily="34" charset="0"/>
              <a:buChar char="–"/>
              <a:defRPr sz="2667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743131" indent="-304792" algn="l" defTabSz="1219170" rtl="0" eaLnBrk="1" latinLnBrk="0" hangingPunct="1">
              <a:spcBef>
                <a:spcPct val="20000"/>
              </a:spcBef>
              <a:buFont typeface="Arial" pitchFamily="34" charset="0"/>
              <a:buChar char="»"/>
              <a:defRPr sz="2667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3352716" indent="-304792" algn="l" defTabSz="121917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667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3962301" indent="-304792" algn="l" defTabSz="121917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667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4571886" indent="-304792" algn="l" defTabSz="121917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667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5181470" indent="-304792" algn="l" defTabSz="121917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667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 algn="ctr">
              <a:buNone/>
            </a:pPr>
            <a:r>
              <a:rPr lang="en-US" sz="4000" b="1" dirty="0" err="1">
                <a:solidFill>
                  <a:srgbClr val="660033"/>
                </a:solidFill>
                <a:latin typeface="Times New Roman" panose="02020603050405020304" pitchFamily="18" charset="0"/>
                <a:ea typeface="微軟正黑體" pitchFamily="34" charset="-120"/>
                <a:cs typeface="Times New Roman" panose="02020603050405020304" pitchFamily="18" charset="0"/>
              </a:rPr>
              <a:t>Chê</a:t>
            </a:r>
            <a:r>
              <a:rPr lang="en-US" sz="4000" b="1" dirty="0">
                <a:solidFill>
                  <a:srgbClr val="660033"/>
                </a:solidFill>
                <a:latin typeface="Times New Roman" panose="02020603050405020304" pitchFamily="18" charset="0"/>
                <a:ea typeface="微軟正黑體" pitchFamily="34" charset="-120"/>
                <a:cs typeface="Times New Roman" panose="02020603050405020304" pitchFamily="18" charset="0"/>
              </a:rPr>
              <a:t> – </a:t>
            </a:r>
            <a:r>
              <a:rPr lang="en-US" sz="4000" b="1" dirty="0" err="1">
                <a:solidFill>
                  <a:srgbClr val="660033"/>
                </a:solidFill>
                <a:latin typeface="Times New Roman" panose="02020603050405020304" pitchFamily="18" charset="0"/>
                <a:ea typeface="微軟正黑體" pitchFamily="34" charset="-120"/>
                <a:cs typeface="Times New Roman" panose="02020603050405020304" pitchFamily="18" charset="0"/>
              </a:rPr>
              <a:t>ru</a:t>
            </a:r>
            <a:r>
              <a:rPr lang="en-US" sz="4000" b="1" dirty="0">
                <a:solidFill>
                  <a:srgbClr val="660033"/>
                </a:solidFill>
                <a:latin typeface="Times New Roman" panose="02020603050405020304" pitchFamily="18" charset="0"/>
                <a:ea typeface="微軟正黑體" pitchFamily="34" charset="-120"/>
                <a:cs typeface="Times New Roman" panose="02020603050405020304" pitchFamily="18" charset="0"/>
              </a:rPr>
              <a:t> – bin </a:t>
            </a:r>
            <a:r>
              <a:rPr lang="en-US" sz="4000" b="1" dirty="0" err="1">
                <a:solidFill>
                  <a:srgbClr val="660033"/>
                </a:solidFill>
                <a:latin typeface="Times New Roman" panose="02020603050405020304" pitchFamily="18" charset="0"/>
                <a:ea typeface="微軟正黑體" pitchFamily="34" charset="-120"/>
                <a:cs typeface="Times New Roman" panose="02020603050405020304" pitchFamily="18" charset="0"/>
              </a:rPr>
              <a:t>và</a:t>
            </a:r>
            <a:r>
              <a:rPr lang="en-US" sz="4000" b="1" dirty="0">
                <a:solidFill>
                  <a:srgbClr val="660033"/>
                </a:solidFill>
                <a:latin typeface="Times New Roman" panose="02020603050405020304" pitchFamily="18" charset="0"/>
                <a:ea typeface="微軟正黑體" pitchFamily="34" charset="-120"/>
                <a:cs typeface="Times New Roman" panose="02020603050405020304" pitchFamily="18" charset="0"/>
              </a:rPr>
              <a:t> </a:t>
            </a:r>
            <a:r>
              <a:rPr lang="en-US" sz="4000" b="1" dirty="0" err="1">
                <a:solidFill>
                  <a:srgbClr val="660033"/>
                </a:solidFill>
                <a:latin typeface="Times New Roman" panose="02020603050405020304" pitchFamily="18" charset="0"/>
                <a:ea typeface="微軟正黑體" pitchFamily="34" charset="-120"/>
                <a:cs typeface="Times New Roman" panose="02020603050405020304" pitchFamily="18" charset="0"/>
              </a:rPr>
              <a:t>Sê</a:t>
            </a:r>
            <a:r>
              <a:rPr lang="en-US" sz="4000" b="1" dirty="0">
                <a:solidFill>
                  <a:srgbClr val="660033"/>
                </a:solidFill>
                <a:latin typeface="Times New Roman" panose="02020603050405020304" pitchFamily="18" charset="0"/>
                <a:ea typeface="微軟正黑體" pitchFamily="34" charset="-120"/>
                <a:cs typeface="Times New Roman" panose="02020603050405020304" pitchFamily="18" charset="0"/>
              </a:rPr>
              <a:t> – </a:t>
            </a:r>
            <a:r>
              <a:rPr lang="en-US" sz="4000" b="1" dirty="0" err="1">
                <a:solidFill>
                  <a:srgbClr val="660033"/>
                </a:solidFill>
                <a:latin typeface="Times New Roman" panose="02020603050405020304" pitchFamily="18" charset="0"/>
                <a:ea typeface="微軟正黑體" pitchFamily="34" charset="-120"/>
                <a:cs typeface="Times New Roman" panose="02020603050405020304" pitchFamily="18" charset="0"/>
              </a:rPr>
              <a:t>ra</a:t>
            </a:r>
            <a:r>
              <a:rPr lang="en-US" sz="4000" b="1" dirty="0">
                <a:solidFill>
                  <a:srgbClr val="660033"/>
                </a:solidFill>
                <a:latin typeface="Times New Roman" panose="02020603050405020304" pitchFamily="18" charset="0"/>
                <a:ea typeface="微軟正黑體" pitchFamily="34" charset="-120"/>
                <a:cs typeface="Times New Roman" panose="02020603050405020304" pitchFamily="18" charset="0"/>
              </a:rPr>
              <a:t> – </a:t>
            </a:r>
            <a:r>
              <a:rPr lang="en-US" sz="4000" b="1" dirty="0" err="1">
                <a:solidFill>
                  <a:srgbClr val="660033"/>
                </a:solidFill>
                <a:latin typeface="Times New Roman" panose="02020603050405020304" pitchFamily="18" charset="0"/>
                <a:ea typeface="微軟正黑體" pitchFamily="34" charset="-120"/>
                <a:cs typeface="Times New Roman" panose="02020603050405020304" pitchFamily="18" charset="0"/>
              </a:rPr>
              <a:t>phin</a:t>
            </a:r>
            <a:r>
              <a:rPr lang="en-US" sz="4000" b="1" dirty="0">
                <a:solidFill>
                  <a:srgbClr val="660033"/>
                </a:solidFill>
                <a:latin typeface="Times New Roman" panose="02020603050405020304" pitchFamily="18" charset="0"/>
                <a:ea typeface="微軟正黑體" pitchFamily="34" charset="-120"/>
                <a:cs typeface="Times New Roman" panose="02020603050405020304" pitchFamily="18" charset="0"/>
              </a:rPr>
              <a:t> </a:t>
            </a:r>
          </a:p>
        </p:txBody>
      </p:sp>
      <p:sp>
        <p:nvSpPr>
          <p:cNvPr id="8" name="TextBox 7">
            <a:extLst>
              <a:ext uri="{FF2B5EF4-FFF2-40B4-BE49-F238E27FC236}">
                <a16:creationId xmlns:a16="http://schemas.microsoft.com/office/drawing/2014/main" id="{6222D138-86A1-A296-7A49-A76C9E7604C5}"/>
              </a:ext>
            </a:extLst>
          </p:cNvPr>
          <p:cNvSpPr txBox="1"/>
          <p:nvPr/>
        </p:nvSpPr>
        <p:spPr>
          <a:xfrm>
            <a:off x="0" y="5253203"/>
            <a:ext cx="12192000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2800" b="1" dirty="0">
                <a:solidFill>
                  <a:srgbClr val="000066"/>
                </a:solidFill>
                <a:ea typeface="Microsoft JhengHei" panose="020B0604030504040204" pitchFamily="34" charset="-120"/>
              </a:rPr>
              <a:t>( </a:t>
            </a:r>
            <a:r>
              <a:rPr lang="en-US" altLang="zh-CN" sz="2800" b="1" dirty="0">
                <a:solidFill>
                  <a:srgbClr val="000066"/>
                </a:solidFill>
                <a:ea typeface="Microsoft JhengHei" panose="020B0604030504040204" pitchFamily="34" charset="-120"/>
              </a:rPr>
              <a:t>2 / 4</a:t>
            </a:r>
            <a:r>
              <a:rPr lang="en-US" sz="2800" b="1" dirty="0">
                <a:solidFill>
                  <a:srgbClr val="000066"/>
                </a:solidFill>
                <a:ea typeface="Microsoft JhengHei" panose="020B0604030504040204" pitchFamily="34" charset="-120"/>
              </a:rPr>
              <a:t> )</a:t>
            </a:r>
            <a:endParaRPr lang="vi-VN" sz="2800" b="1" dirty="0">
              <a:solidFill>
                <a:srgbClr val="000066"/>
              </a:solidFill>
              <a:ea typeface="Microsoft JhengHei" panose="020B0604030504040204" pitchFamily="34" charset="-120"/>
            </a:endParaRPr>
          </a:p>
        </p:txBody>
      </p:sp>
    </p:spTree>
    <p:extLst>
      <p:ext uri="{BB962C8B-B14F-4D97-AF65-F5344CB8AC3E}">
        <p14:creationId xmlns:p14="http://schemas.microsoft.com/office/powerpoint/2010/main" val="2432576149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C764CA0D-3805-1793-AE80-BA812FCFB1C2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內容版面配置區 4">
            <a:extLst>
              <a:ext uri="{FF2B5EF4-FFF2-40B4-BE49-F238E27FC236}">
                <a16:creationId xmlns:a16="http://schemas.microsoft.com/office/drawing/2014/main" id="{1621D33F-68F8-0534-DBED-5D9AE10D3782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0" y="2137501"/>
            <a:ext cx="12192000" cy="1318225"/>
          </a:xfrm>
        </p:spPr>
        <p:txBody>
          <a:bodyPr anchor="ctr">
            <a:normAutofit/>
          </a:bodyPr>
          <a:lstStyle/>
          <a:p>
            <a:pPr algn="ctr">
              <a:buNone/>
            </a:pPr>
            <a:r>
              <a:rPr lang="zh-TW" altLang="en-US" sz="6400" b="1" dirty="0">
                <a:solidFill>
                  <a:srgbClr val="000066"/>
                </a:solidFill>
                <a:latin typeface="微軟正黑體" pitchFamily="34" charset="-120"/>
                <a:ea typeface="微軟正黑體" pitchFamily="34" charset="-120"/>
              </a:rPr>
              <a:t>也敬拜全能者</a:t>
            </a:r>
          </a:p>
        </p:txBody>
      </p:sp>
      <p:sp>
        <p:nvSpPr>
          <p:cNvPr id="7" name="內容版面配置區 4">
            <a:extLst>
              <a:ext uri="{FF2B5EF4-FFF2-40B4-BE49-F238E27FC236}">
                <a16:creationId xmlns:a16="http://schemas.microsoft.com/office/drawing/2014/main" id="{E6E96FA0-0857-DADC-2D52-3877730E4D87}"/>
              </a:ext>
            </a:extLst>
          </p:cNvPr>
          <p:cNvSpPr txBox="1">
            <a:spLocks/>
          </p:cNvSpPr>
          <p:nvPr/>
        </p:nvSpPr>
        <p:spPr>
          <a:xfrm>
            <a:off x="0" y="3087050"/>
            <a:ext cx="12192000" cy="1318225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>
            <a:lvl1pPr marL="457189" indent="-457189" algn="l" defTabSz="121917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4267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990575" indent="-380990" algn="l" defTabSz="1219170" rtl="0" eaLnBrk="1" latinLnBrk="0" hangingPunct="1">
              <a:spcBef>
                <a:spcPct val="20000"/>
              </a:spcBef>
              <a:buFont typeface="Arial" pitchFamily="34" charset="0"/>
              <a:buChar char="–"/>
              <a:defRPr sz="3733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523962" indent="-304792" algn="l" defTabSz="121917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32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2133547" indent="-304792" algn="l" defTabSz="1219170" rtl="0" eaLnBrk="1" latinLnBrk="0" hangingPunct="1">
              <a:spcBef>
                <a:spcPct val="20000"/>
              </a:spcBef>
              <a:buFont typeface="Arial" pitchFamily="34" charset="0"/>
              <a:buChar char="–"/>
              <a:defRPr sz="2667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743131" indent="-304792" algn="l" defTabSz="1219170" rtl="0" eaLnBrk="1" latinLnBrk="0" hangingPunct="1">
              <a:spcBef>
                <a:spcPct val="20000"/>
              </a:spcBef>
              <a:buFont typeface="Arial" pitchFamily="34" charset="0"/>
              <a:buChar char="»"/>
              <a:defRPr sz="2667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3352716" indent="-304792" algn="l" defTabSz="121917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667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3962301" indent="-304792" algn="l" defTabSz="121917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667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4571886" indent="-304792" algn="l" defTabSz="121917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667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5181470" indent="-304792" algn="l" defTabSz="121917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667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 algn="ctr">
              <a:buNone/>
            </a:pPr>
            <a:r>
              <a:rPr lang="en-US" sz="4000" b="1" dirty="0" err="1">
                <a:solidFill>
                  <a:srgbClr val="660033"/>
                </a:solidFill>
                <a:latin typeface="Times New Roman" panose="02020603050405020304" pitchFamily="18" charset="0"/>
                <a:ea typeface="微軟正黑體" pitchFamily="34" charset="-120"/>
                <a:cs typeface="Times New Roman" panose="02020603050405020304" pitchFamily="18" charset="0"/>
              </a:rPr>
              <a:t>Cúi</a:t>
            </a:r>
            <a:r>
              <a:rPr lang="en-US" sz="4000" b="1" dirty="0">
                <a:solidFill>
                  <a:srgbClr val="660033"/>
                </a:solidFill>
                <a:latin typeface="Times New Roman" panose="02020603050405020304" pitchFamily="18" charset="0"/>
                <a:ea typeface="微軟正黑體" pitchFamily="34" charset="-120"/>
                <a:cs typeface="Times New Roman" panose="02020603050405020304" pitchFamily="18" charset="0"/>
              </a:rPr>
              <a:t> </a:t>
            </a:r>
            <a:r>
              <a:rPr lang="en-US" sz="4000" b="1" dirty="0" err="1">
                <a:solidFill>
                  <a:srgbClr val="660033"/>
                </a:solidFill>
                <a:latin typeface="Times New Roman" panose="02020603050405020304" pitchFamily="18" charset="0"/>
                <a:ea typeface="微軟正黑體" pitchFamily="34" charset="-120"/>
                <a:cs typeface="Times New Roman" panose="02020603050405020304" pitchFamily="18" charset="0"/>
              </a:rPr>
              <a:t>xuống</a:t>
            </a:r>
            <a:r>
              <a:rPr lang="en-US" sz="4000" b="1" dirty="0">
                <a:solidFill>
                  <a:srgbClr val="660033"/>
                </a:solidFill>
                <a:latin typeface="Times New Roman" panose="02020603050405020304" pitchFamily="18" charset="0"/>
                <a:ea typeface="微軟正黑體" pitchFamily="34" charset="-120"/>
                <a:cs typeface="Times New Roman" panose="02020603050405020304" pitchFamily="18" charset="0"/>
              </a:rPr>
              <a:t> </a:t>
            </a:r>
            <a:r>
              <a:rPr lang="en-US" sz="4000" b="1" dirty="0" err="1">
                <a:solidFill>
                  <a:srgbClr val="660033"/>
                </a:solidFill>
                <a:latin typeface="Times New Roman" panose="02020603050405020304" pitchFamily="18" charset="0"/>
                <a:ea typeface="微軟正黑體" pitchFamily="34" charset="-120"/>
                <a:cs typeface="Times New Roman" panose="02020603050405020304" pitchFamily="18" charset="0"/>
              </a:rPr>
              <a:t>trước</a:t>
            </a:r>
            <a:r>
              <a:rPr lang="en-US" sz="4000" b="1" dirty="0">
                <a:solidFill>
                  <a:srgbClr val="660033"/>
                </a:solidFill>
                <a:latin typeface="Times New Roman" panose="02020603050405020304" pitchFamily="18" charset="0"/>
                <a:ea typeface="微軟正黑體" pitchFamily="34" charset="-120"/>
                <a:cs typeface="Times New Roman" panose="02020603050405020304" pitchFamily="18" charset="0"/>
              </a:rPr>
              <a:t> Chúa </a:t>
            </a:r>
            <a:r>
              <a:rPr lang="en-US" sz="4000" b="1" dirty="0" err="1">
                <a:solidFill>
                  <a:srgbClr val="660033"/>
                </a:solidFill>
                <a:latin typeface="Times New Roman" panose="02020603050405020304" pitchFamily="18" charset="0"/>
                <a:ea typeface="微軟正黑體" pitchFamily="34" charset="-120"/>
                <a:cs typeface="Times New Roman" panose="02020603050405020304" pitchFamily="18" charset="0"/>
              </a:rPr>
              <a:t>linh</a:t>
            </a:r>
            <a:r>
              <a:rPr lang="en-US" sz="4000" b="1" dirty="0">
                <a:solidFill>
                  <a:srgbClr val="660033"/>
                </a:solidFill>
                <a:latin typeface="Times New Roman" panose="02020603050405020304" pitchFamily="18" charset="0"/>
                <a:ea typeface="微軟正黑體" pitchFamily="34" charset="-120"/>
                <a:cs typeface="Times New Roman" panose="02020603050405020304" pitchFamily="18" charset="0"/>
              </a:rPr>
              <a:t> </a:t>
            </a:r>
            <a:r>
              <a:rPr lang="en-US" sz="4000" b="1" dirty="0" err="1">
                <a:solidFill>
                  <a:srgbClr val="660033"/>
                </a:solidFill>
                <a:latin typeface="Times New Roman" panose="02020603050405020304" pitchFamily="18" charset="0"/>
                <a:ea typeface="微軟正黑體" pitchFamily="34" charset="-120"/>
                <a:cs typeface="Times New Roman" panose="02020603050405020304" pitchFamily="18" charset="0"/>
              </a:rPr>
              <a:t>oai</a:t>
            </a:r>
            <a:endParaRPr lang="en-US" sz="4000" b="1" dirty="0">
              <a:solidFill>
                <a:srgbClr val="660033"/>
              </a:solidFill>
              <a:latin typeface="Times New Roman" panose="02020603050405020304" pitchFamily="18" charset="0"/>
              <a:ea typeface="微軟正黑體" pitchFamily="34" charset="-120"/>
              <a:cs typeface="Times New Roman" panose="02020603050405020304" pitchFamily="18" charset="0"/>
            </a:endParaRPr>
          </a:p>
        </p:txBody>
      </p:sp>
      <p:sp>
        <p:nvSpPr>
          <p:cNvPr id="8" name="TextBox 7">
            <a:extLst>
              <a:ext uri="{FF2B5EF4-FFF2-40B4-BE49-F238E27FC236}">
                <a16:creationId xmlns:a16="http://schemas.microsoft.com/office/drawing/2014/main" id="{0DB8E6EF-90E5-5735-CF79-12ED28AB0A96}"/>
              </a:ext>
            </a:extLst>
          </p:cNvPr>
          <p:cNvSpPr txBox="1"/>
          <p:nvPr/>
        </p:nvSpPr>
        <p:spPr>
          <a:xfrm>
            <a:off x="0" y="5253203"/>
            <a:ext cx="12192000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2800" b="1" dirty="0">
                <a:solidFill>
                  <a:srgbClr val="000066"/>
                </a:solidFill>
                <a:ea typeface="Microsoft JhengHei" panose="020B0604030504040204" pitchFamily="34" charset="-120"/>
              </a:rPr>
              <a:t>( </a:t>
            </a:r>
            <a:r>
              <a:rPr lang="en-US" altLang="zh-CN" sz="2800" b="1" dirty="0">
                <a:solidFill>
                  <a:srgbClr val="000066"/>
                </a:solidFill>
                <a:ea typeface="Microsoft JhengHei" panose="020B0604030504040204" pitchFamily="34" charset="-120"/>
              </a:rPr>
              <a:t>2 / 4</a:t>
            </a:r>
            <a:r>
              <a:rPr lang="en-US" sz="2800" b="1" dirty="0">
                <a:solidFill>
                  <a:srgbClr val="000066"/>
                </a:solidFill>
                <a:ea typeface="Microsoft JhengHei" panose="020B0604030504040204" pitchFamily="34" charset="-120"/>
              </a:rPr>
              <a:t> )</a:t>
            </a:r>
            <a:endParaRPr lang="vi-VN" sz="2800" b="1" dirty="0">
              <a:solidFill>
                <a:srgbClr val="000066"/>
              </a:solidFill>
              <a:ea typeface="Microsoft JhengHei" panose="020B0604030504040204" pitchFamily="34" charset="-120"/>
            </a:endParaRPr>
          </a:p>
        </p:txBody>
      </p:sp>
    </p:spTree>
    <p:extLst>
      <p:ext uri="{BB962C8B-B14F-4D97-AF65-F5344CB8AC3E}">
        <p14:creationId xmlns:p14="http://schemas.microsoft.com/office/powerpoint/2010/main" val="257443311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80D7074B-14B3-0942-A673-E791FB121475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內容版面配置區 4">
            <a:extLst>
              <a:ext uri="{FF2B5EF4-FFF2-40B4-BE49-F238E27FC236}">
                <a16:creationId xmlns:a16="http://schemas.microsoft.com/office/drawing/2014/main" id="{21A45B7F-B937-5F69-CBAD-E68FB31EC54F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0" y="2137501"/>
            <a:ext cx="12192000" cy="1318225"/>
          </a:xfrm>
        </p:spPr>
        <p:txBody>
          <a:bodyPr anchor="ctr">
            <a:normAutofit/>
          </a:bodyPr>
          <a:lstStyle/>
          <a:p>
            <a:pPr algn="ctr">
              <a:buNone/>
            </a:pPr>
            <a:r>
              <a:rPr lang="zh-TW" altLang="en-US" sz="6400" b="1" dirty="0">
                <a:solidFill>
                  <a:srgbClr val="000066"/>
                </a:solidFill>
                <a:latin typeface="微軟正黑體" pitchFamily="34" charset="-120"/>
                <a:ea typeface="微軟正黑體" pitchFamily="34" charset="-120"/>
              </a:rPr>
              <a:t>昔在而今在  永在萬萬年</a:t>
            </a:r>
          </a:p>
        </p:txBody>
      </p:sp>
      <p:sp>
        <p:nvSpPr>
          <p:cNvPr id="7" name="內容版面配置區 4">
            <a:extLst>
              <a:ext uri="{FF2B5EF4-FFF2-40B4-BE49-F238E27FC236}">
                <a16:creationId xmlns:a16="http://schemas.microsoft.com/office/drawing/2014/main" id="{702F3720-5F68-E47D-90A9-0294F180C903}"/>
              </a:ext>
            </a:extLst>
          </p:cNvPr>
          <p:cNvSpPr txBox="1">
            <a:spLocks/>
          </p:cNvSpPr>
          <p:nvPr/>
        </p:nvSpPr>
        <p:spPr>
          <a:xfrm>
            <a:off x="0" y="3087050"/>
            <a:ext cx="12192000" cy="1318225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>
            <a:lvl1pPr marL="457189" indent="-457189" algn="l" defTabSz="121917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4267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990575" indent="-380990" algn="l" defTabSz="1219170" rtl="0" eaLnBrk="1" latinLnBrk="0" hangingPunct="1">
              <a:spcBef>
                <a:spcPct val="20000"/>
              </a:spcBef>
              <a:buFont typeface="Arial" pitchFamily="34" charset="0"/>
              <a:buChar char="–"/>
              <a:defRPr sz="3733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523962" indent="-304792" algn="l" defTabSz="121917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32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2133547" indent="-304792" algn="l" defTabSz="1219170" rtl="0" eaLnBrk="1" latinLnBrk="0" hangingPunct="1">
              <a:spcBef>
                <a:spcPct val="20000"/>
              </a:spcBef>
              <a:buFont typeface="Arial" pitchFamily="34" charset="0"/>
              <a:buChar char="–"/>
              <a:defRPr sz="2667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743131" indent="-304792" algn="l" defTabSz="1219170" rtl="0" eaLnBrk="1" latinLnBrk="0" hangingPunct="1">
              <a:spcBef>
                <a:spcPct val="20000"/>
              </a:spcBef>
              <a:buFont typeface="Arial" pitchFamily="34" charset="0"/>
              <a:buChar char="»"/>
              <a:defRPr sz="2667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3352716" indent="-304792" algn="l" defTabSz="121917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667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3962301" indent="-304792" algn="l" defTabSz="121917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667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4571886" indent="-304792" algn="l" defTabSz="121917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667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5181470" indent="-304792" algn="l" defTabSz="121917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667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 algn="ctr">
              <a:buNone/>
            </a:pPr>
            <a:r>
              <a:rPr lang="en-US" sz="4000" b="1" dirty="0" err="1">
                <a:solidFill>
                  <a:srgbClr val="660033"/>
                </a:solidFill>
                <a:latin typeface="Times New Roman" panose="02020603050405020304" pitchFamily="18" charset="0"/>
                <a:ea typeface="微軟正黑體" pitchFamily="34" charset="-120"/>
                <a:cs typeface="Times New Roman" panose="02020603050405020304" pitchFamily="18" charset="0"/>
              </a:rPr>
              <a:t>Đấng</a:t>
            </a:r>
            <a:r>
              <a:rPr lang="en-US" sz="4000" b="1" dirty="0">
                <a:solidFill>
                  <a:srgbClr val="660033"/>
                </a:solidFill>
                <a:latin typeface="Times New Roman" panose="02020603050405020304" pitchFamily="18" charset="0"/>
                <a:ea typeface="微軟正黑體" pitchFamily="34" charset="-120"/>
                <a:cs typeface="Times New Roman" panose="02020603050405020304" pitchFamily="18" charset="0"/>
              </a:rPr>
              <a:t> </a:t>
            </a:r>
            <a:r>
              <a:rPr lang="en-US" sz="4000" b="1" dirty="0" err="1">
                <a:solidFill>
                  <a:srgbClr val="660033"/>
                </a:solidFill>
                <a:latin typeface="Times New Roman" panose="02020603050405020304" pitchFamily="18" charset="0"/>
                <a:ea typeface="微軟正黑體" pitchFamily="34" charset="-120"/>
                <a:cs typeface="Times New Roman" panose="02020603050405020304" pitchFamily="18" charset="0"/>
              </a:rPr>
              <a:t>xưng</a:t>
            </a:r>
            <a:r>
              <a:rPr lang="en-US" sz="4000" b="1" dirty="0">
                <a:solidFill>
                  <a:srgbClr val="660033"/>
                </a:solidFill>
                <a:latin typeface="Times New Roman" panose="02020603050405020304" pitchFamily="18" charset="0"/>
                <a:ea typeface="微軟正黑體" pitchFamily="34" charset="-120"/>
                <a:cs typeface="Times New Roman" panose="02020603050405020304" pitchFamily="18" charset="0"/>
              </a:rPr>
              <a:t> Nguyên </a:t>
            </a:r>
            <a:r>
              <a:rPr lang="en-US" sz="4000" b="1" dirty="0" err="1">
                <a:solidFill>
                  <a:srgbClr val="660033"/>
                </a:solidFill>
                <a:latin typeface="Times New Roman" panose="02020603050405020304" pitchFamily="18" charset="0"/>
                <a:ea typeface="微軟正黑體" pitchFamily="34" charset="-120"/>
                <a:cs typeface="Times New Roman" panose="02020603050405020304" pitchFamily="18" charset="0"/>
              </a:rPr>
              <a:t>hữu</a:t>
            </a:r>
            <a:r>
              <a:rPr lang="en-US" sz="4000" b="1" dirty="0">
                <a:solidFill>
                  <a:srgbClr val="660033"/>
                </a:solidFill>
                <a:latin typeface="Times New Roman" panose="02020603050405020304" pitchFamily="18" charset="0"/>
                <a:ea typeface="微軟正黑體" pitchFamily="34" charset="-120"/>
                <a:cs typeface="Times New Roman" panose="02020603050405020304" pitchFamily="18" charset="0"/>
              </a:rPr>
              <a:t>, </a:t>
            </a:r>
            <a:r>
              <a:rPr lang="en-US" sz="4000" b="1" dirty="0" err="1">
                <a:solidFill>
                  <a:srgbClr val="660033"/>
                </a:solidFill>
                <a:latin typeface="Times New Roman" panose="02020603050405020304" pitchFamily="18" charset="0"/>
                <a:ea typeface="微軟正黑體" pitchFamily="34" charset="-120"/>
                <a:cs typeface="Times New Roman" panose="02020603050405020304" pitchFamily="18" charset="0"/>
              </a:rPr>
              <a:t>Hiện</a:t>
            </a:r>
            <a:r>
              <a:rPr lang="en-US" sz="4000" b="1" dirty="0">
                <a:solidFill>
                  <a:srgbClr val="660033"/>
                </a:solidFill>
                <a:latin typeface="Times New Roman" panose="02020603050405020304" pitchFamily="18" charset="0"/>
                <a:ea typeface="微軟正黑體" pitchFamily="34" charset="-120"/>
                <a:cs typeface="Times New Roman" panose="02020603050405020304" pitchFamily="18" charset="0"/>
              </a:rPr>
              <a:t> </a:t>
            </a:r>
            <a:r>
              <a:rPr lang="en-US" sz="4000" b="1" dirty="0" err="1">
                <a:solidFill>
                  <a:srgbClr val="660033"/>
                </a:solidFill>
                <a:latin typeface="Times New Roman" panose="02020603050405020304" pitchFamily="18" charset="0"/>
                <a:ea typeface="微軟正黑體" pitchFamily="34" charset="-120"/>
                <a:cs typeface="Times New Roman" panose="02020603050405020304" pitchFamily="18" charset="0"/>
              </a:rPr>
              <a:t>hữu</a:t>
            </a:r>
            <a:r>
              <a:rPr lang="en-US" sz="4000" b="1" dirty="0">
                <a:solidFill>
                  <a:srgbClr val="660033"/>
                </a:solidFill>
                <a:latin typeface="Times New Roman" panose="02020603050405020304" pitchFamily="18" charset="0"/>
                <a:ea typeface="微軟正黑體" pitchFamily="34" charset="-120"/>
                <a:cs typeface="Times New Roman" panose="02020603050405020304" pitchFamily="18" charset="0"/>
              </a:rPr>
              <a:t>, </a:t>
            </a:r>
            <a:r>
              <a:rPr lang="en-US" sz="4000" b="1" dirty="0" err="1">
                <a:solidFill>
                  <a:srgbClr val="660033"/>
                </a:solidFill>
                <a:latin typeface="Times New Roman" panose="02020603050405020304" pitchFamily="18" charset="0"/>
                <a:ea typeface="微軟正黑體" pitchFamily="34" charset="-120"/>
                <a:cs typeface="Times New Roman" panose="02020603050405020304" pitchFamily="18" charset="0"/>
              </a:rPr>
              <a:t>chung</a:t>
            </a:r>
            <a:r>
              <a:rPr lang="en-US" sz="4000" b="1" dirty="0">
                <a:solidFill>
                  <a:srgbClr val="660033"/>
                </a:solidFill>
                <a:latin typeface="Times New Roman" panose="02020603050405020304" pitchFamily="18" charset="0"/>
                <a:ea typeface="微軟正黑體" pitchFamily="34" charset="-120"/>
                <a:cs typeface="Times New Roman" panose="02020603050405020304" pitchFamily="18" charset="0"/>
              </a:rPr>
              <a:t> </a:t>
            </a:r>
            <a:r>
              <a:rPr lang="en-US" sz="4000" b="1" dirty="0" err="1">
                <a:solidFill>
                  <a:srgbClr val="660033"/>
                </a:solidFill>
                <a:latin typeface="Times New Roman" panose="02020603050405020304" pitchFamily="18" charset="0"/>
                <a:ea typeface="微軟正黑體" pitchFamily="34" charset="-120"/>
                <a:cs typeface="Times New Roman" panose="02020603050405020304" pitchFamily="18" charset="0"/>
              </a:rPr>
              <a:t>vô</a:t>
            </a:r>
            <a:r>
              <a:rPr lang="en-US" sz="4000" b="1" dirty="0">
                <a:solidFill>
                  <a:srgbClr val="660033"/>
                </a:solidFill>
                <a:latin typeface="Times New Roman" panose="02020603050405020304" pitchFamily="18" charset="0"/>
                <a:ea typeface="微軟正黑體" pitchFamily="34" charset="-120"/>
                <a:cs typeface="Times New Roman" panose="02020603050405020304" pitchFamily="18" charset="0"/>
              </a:rPr>
              <a:t> </a:t>
            </a:r>
            <a:r>
              <a:rPr lang="en-US" sz="4000" b="1" dirty="0" err="1">
                <a:solidFill>
                  <a:srgbClr val="660033"/>
                </a:solidFill>
                <a:latin typeface="Times New Roman" panose="02020603050405020304" pitchFamily="18" charset="0"/>
                <a:ea typeface="微軟正黑體" pitchFamily="34" charset="-120"/>
                <a:cs typeface="Times New Roman" panose="02020603050405020304" pitchFamily="18" charset="0"/>
              </a:rPr>
              <a:t>hạn</a:t>
            </a:r>
            <a:r>
              <a:rPr lang="en-US" sz="4000" b="1" dirty="0">
                <a:solidFill>
                  <a:srgbClr val="660033"/>
                </a:solidFill>
                <a:latin typeface="Times New Roman" panose="02020603050405020304" pitchFamily="18" charset="0"/>
                <a:ea typeface="微軟正黑體" pitchFamily="34" charset="-120"/>
                <a:cs typeface="Times New Roman" panose="02020603050405020304" pitchFamily="18" charset="0"/>
              </a:rPr>
              <a:t> </a:t>
            </a:r>
            <a:r>
              <a:rPr lang="en-US" sz="4000" b="1" dirty="0" err="1">
                <a:solidFill>
                  <a:srgbClr val="660033"/>
                </a:solidFill>
                <a:latin typeface="Times New Roman" panose="02020603050405020304" pitchFamily="18" charset="0"/>
                <a:ea typeface="微軟正黑體" pitchFamily="34" charset="-120"/>
                <a:cs typeface="Times New Roman" panose="02020603050405020304" pitchFamily="18" charset="0"/>
              </a:rPr>
              <a:t>kỳ</a:t>
            </a:r>
            <a:endParaRPr lang="en-US" sz="4000" b="1" dirty="0">
              <a:solidFill>
                <a:srgbClr val="660033"/>
              </a:solidFill>
              <a:latin typeface="Times New Roman" panose="02020603050405020304" pitchFamily="18" charset="0"/>
              <a:ea typeface="微軟正黑體" pitchFamily="34" charset="-120"/>
              <a:cs typeface="Times New Roman" panose="02020603050405020304" pitchFamily="18" charset="0"/>
            </a:endParaRPr>
          </a:p>
        </p:txBody>
      </p:sp>
      <p:sp>
        <p:nvSpPr>
          <p:cNvPr id="8" name="TextBox 7">
            <a:extLst>
              <a:ext uri="{FF2B5EF4-FFF2-40B4-BE49-F238E27FC236}">
                <a16:creationId xmlns:a16="http://schemas.microsoft.com/office/drawing/2014/main" id="{33335DCC-341D-4348-086F-D6EB5D885403}"/>
              </a:ext>
            </a:extLst>
          </p:cNvPr>
          <p:cNvSpPr txBox="1"/>
          <p:nvPr/>
        </p:nvSpPr>
        <p:spPr>
          <a:xfrm>
            <a:off x="0" y="5253203"/>
            <a:ext cx="12192000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2800" b="1" dirty="0">
                <a:solidFill>
                  <a:srgbClr val="000066"/>
                </a:solidFill>
                <a:effectLst/>
                <a:latin typeface="+mj-lt"/>
                <a:ea typeface="Microsoft JhengHei" panose="020B0604030504040204" pitchFamily="34" charset="-120"/>
              </a:rPr>
              <a:t>( </a:t>
            </a:r>
            <a:r>
              <a:rPr lang="en-US" altLang="zh-CN" sz="2800" b="1" dirty="0">
                <a:solidFill>
                  <a:srgbClr val="000066"/>
                </a:solidFill>
                <a:effectLst/>
                <a:latin typeface="+mj-lt"/>
                <a:ea typeface="Microsoft JhengHei" panose="020B0604030504040204" pitchFamily="34" charset="-120"/>
              </a:rPr>
              <a:t>2 / 4</a:t>
            </a:r>
            <a:r>
              <a:rPr lang="en-US" sz="2800" b="1" dirty="0">
                <a:solidFill>
                  <a:srgbClr val="000066"/>
                </a:solidFill>
                <a:effectLst/>
                <a:latin typeface="+mj-lt"/>
                <a:ea typeface="Microsoft JhengHei" panose="020B0604030504040204" pitchFamily="34" charset="-120"/>
              </a:rPr>
              <a:t> )</a:t>
            </a:r>
            <a:endParaRPr lang="vi-VN" sz="2800" b="1" dirty="0">
              <a:solidFill>
                <a:srgbClr val="000066"/>
              </a:solidFill>
              <a:effectLst/>
              <a:latin typeface="+mj-lt"/>
              <a:ea typeface="Microsoft JhengHei" panose="020B0604030504040204" pitchFamily="34" charset="-120"/>
            </a:endParaRPr>
          </a:p>
        </p:txBody>
      </p:sp>
    </p:spTree>
    <p:extLst>
      <p:ext uri="{BB962C8B-B14F-4D97-AF65-F5344CB8AC3E}">
        <p14:creationId xmlns:p14="http://schemas.microsoft.com/office/powerpoint/2010/main" val="3527681168"/>
      </p:ext>
    </p:extLst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DF2563CA-8150-D96D-CF1A-0127E8E76A15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內容版面配置區 4">
            <a:extLst>
              <a:ext uri="{FF2B5EF4-FFF2-40B4-BE49-F238E27FC236}">
                <a16:creationId xmlns:a16="http://schemas.microsoft.com/office/drawing/2014/main" id="{96071096-2E4F-375E-4E6A-860C0DF41117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0" y="2137501"/>
            <a:ext cx="12192000" cy="1318225"/>
          </a:xfrm>
        </p:spPr>
        <p:txBody>
          <a:bodyPr anchor="ctr">
            <a:normAutofit/>
          </a:bodyPr>
          <a:lstStyle/>
          <a:p>
            <a:pPr algn="ctr">
              <a:buNone/>
            </a:pPr>
            <a:r>
              <a:rPr lang="zh-TW" altLang="en-US" sz="6400" b="1" dirty="0">
                <a:solidFill>
                  <a:srgbClr val="000066"/>
                </a:solidFill>
                <a:latin typeface="微軟正黑體" pitchFamily="34" charset="-120"/>
                <a:ea typeface="微軟正黑體" pitchFamily="34" charset="-120"/>
              </a:rPr>
              <a:t>聖哉  聖哉  聖哉</a:t>
            </a:r>
          </a:p>
        </p:txBody>
      </p:sp>
      <p:sp>
        <p:nvSpPr>
          <p:cNvPr id="7" name="內容版面配置區 4">
            <a:extLst>
              <a:ext uri="{FF2B5EF4-FFF2-40B4-BE49-F238E27FC236}">
                <a16:creationId xmlns:a16="http://schemas.microsoft.com/office/drawing/2014/main" id="{A0A0F42B-9613-FDE4-B86D-84952AB5EBCF}"/>
              </a:ext>
            </a:extLst>
          </p:cNvPr>
          <p:cNvSpPr txBox="1">
            <a:spLocks/>
          </p:cNvSpPr>
          <p:nvPr/>
        </p:nvSpPr>
        <p:spPr>
          <a:xfrm>
            <a:off x="0" y="3087050"/>
            <a:ext cx="12192000" cy="1318225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>
            <a:lvl1pPr marL="457189" indent="-457189" algn="l" defTabSz="121917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4267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990575" indent="-380990" algn="l" defTabSz="1219170" rtl="0" eaLnBrk="1" latinLnBrk="0" hangingPunct="1">
              <a:spcBef>
                <a:spcPct val="20000"/>
              </a:spcBef>
              <a:buFont typeface="Arial" pitchFamily="34" charset="0"/>
              <a:buChar char="–"/>
              <a:defRPr sz="3733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523962" indent="-304792" algn="l" defTabSz="121917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32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2133547" indent="-304792" algn="l" defTabSz="1219170" rtl="0" eaLnBrk="1" latinLnBrk="0" hangingPunct="1">
              <a:spcBef>
                <a:spcPct val="20000"/>
              </a:spcBef>
              <a:buFont typeface="Arial" pitchFamily="34" charset="0"/>
              <a:buChar char="–"/>
              <a:defRPr sz="2667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743131" indent="-304792" algn="l" defTabSz="1219170" rtl="0" eaLnBrk="1" latinLnBrk="0" hangingPunct="1">
              <a:spcBef>
                <a:spcPct val="20000"/>
              </a:spcBef>
              <a:buFont typeface="Arial" pitchFamily="34" charset="0"/>
              <a:buChar char="»"/>
              <a:defRPr sz="2667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3352716" indent="-304792" algn="l" defTabSz="121917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667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3962301" indent="-304792" algn="l" defTabSz="121917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667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4571886" indent="-304792" algn="l" defTabSz="121917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667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5181470" indent="-304792" algn="l" defTabSz="121917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667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 algn="ctr">
              <a:buNone/>
            </a:pPr>
            <a:r>
              <a:rPr lang="en-US" sz="4000" b="1" dirty="0">
                <a:solidFill>
                  <a:srgbClr val="660033"/>
                </a:solidFill>
                <a:latin typeface="Times New Roman" panose="02020603050405020304" pitchFamily="18" charset="0"/>
                <a:ea typeface="微軟正黑體" pitchFamily="34" charset="-120"/>
                <a:cs typeface="Times New Roman" panose="02020603050405020304" pitchFamily="18" charset="0"/>
              </a:rPr>
              <a:t>Thánh </a:t>
            </a:r>
            <a:r>
              <a:rPr lang="en-US" sz="4000" b="1" dirty="0" err="1">
                <a:solidFill>
                  <a:srgbClr val="660033"/>
                </a:solidFill>
                <a:latin typeface="Times New Roman" panose="02020603050405020304" pitchFamily="18" charset="0"/>
                <a:ea typeface="微軟正黑體" pitchFamily="34" charset="-120"/>
                <a:cs typeface="Times New Roman" panose="02020603050405020304" pitchFamily="18" charset="0"/>
              </a:rPr>
              <a:t>thay</a:t>
            </a:r>
            <a:r>
              <a:rPr lang="en-US" sz="4000" b="1" dirty="0">
                <a:solidFill>
                  <a:srgbClr val="660033"/>
                </a:solidFill>
                <a:latin typeface="Times New Roman" panose="02020603050405020304" pitchFamily="18" charset="0"/>
                <a:ea typeface="微軟正黑體" pitchFamily="34" charset="-120"/>
                <a:cs typeface="Times New Roman" panose="02020603050405020304" pitchFamily="18" charset="0"/>
              </a:rPr>
              <a:t>, Thánh </a:t>
            </a:r>
            <a:r>
              <a:rPr lang="en-US" sz="4000" b="1" dirty="0" err="1">
                <a:solidFill>
                  <a:srgbClr val="660033"/>
                </a:solidFill>
                <a:latin typeface="Times New Roman" panose="02020603050405020304" pitchFamily="18" charset="0"/>
                <a:ea typeface="微軟正黑體" pitchFamily="34" charset="-120"/>
                <a:cs typeface="Times New Roman" panose="02020603050405020304" pitchFamily="18" charset="0"/>
              </a:rPr>
              <a:t>thay</a:t>
            </a:r>
            <a:r>
              <a:rPr lang="en-US" sz="4000" b="1" dirty="0">
                <a:solidFill>
                  <a:srgbClr val="660033"/>
                </a:solidFill>
                <a:latin typeface="Times New Roman" panose="02020603050405020304" pitchFamily="18" charset="0"/>
                <a:ea typeface="微軟正黑體" pitchFamily="34" charset="-120"/>
                <a:cs typeface="Times New Roman" panose="02020603050405020304" pitchFamily="18" charset="0"/>
              </a:rPr>
              <a:t>, Thánh </a:t>
            </a:r>
            <a:r>
              <a:rPr lang="en-US" sz="4000" b="1" dirty="0" err="1">
                <a:solidFill>
                  <a:srgbClr val="660033"/>
                </a:solidFill>
                <a:latin typeface="Times New Roman" panose="02020603050405020304" pitchFamily="18" charset="0"/>
                <a:ea typeface="微軟正黑體" pitchFamily="34" charset="-120"/>
                <a:cs typeface="Times New Roman" panose="02020603050405020304" pitchFamily="18" charset="0"/>
              </a:rPr>
              <a:t>thay</a:t>
            </a:r>
            <a:r>
              <a:rPr lang="en-US" sz="4000" b="1" dirty="0">
                <a:solidFill>
                  <a:srgbClr val="660033"/>
                </a:solidFill>
                <a:latin typeface="Times New Roman" panose="02020603050405020304" pitchFamily="18" charset="0"/>
                <a:ea typeface="微軟正黑體" pitchFamily="34" charset="-120"/>
                <a:cs typeface="Times New Roman" panose="02020603050405020304" pitchFamily="18" charset="0"/>
              </a:rPr>
              <a:t>!</a:t>
            </a:r>
          </a:p>
        </p:txBody>
      </p:sp>
      <p:sp>
        <p:nvSpPr>
          <p:cNvPr id="8" name="TextBox 7">
            <a:extLst>
              <a:ext uri="{FF2B5EF4-FFF2-40B4-BE49-F238E27FC236}">
                <a16:creationId xmlns:a16="http://schemas.microsoft.com/office/drawing/2014/main" id="{0EC055A5-CF32-D8E4-C8D1-780527DACB49}"/>
              </a:ext>
            </a:extLst>
          </p:cNvPr>
          <p:cNvSpPr txBox="1"/>
          <p:nvPr/>
        </p:nvSpPr>
        <p:spPr>
          <a:xfrm>
            <a:off x="0" y="5253203"/>
            <a:ext cx="12192000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2800" b="1" dirty="0">
                <a:solidFill>
                  <a:srgbClr val="000066"/>
                </a:solidFill>
                <a:effectLst/>
                <a:latin typeface="+mj-lt"/>
                <a:ea typeface="Microsoft JhengHei" panose="020B0604030504040204" pitchFamily="34" charset="-120"/>
              </a:rPr>
              <a:t>( </a:t>
            </a:r>
            <a:r>
              <a:rPr lang="en-US" altLang="zh-CN" sz="2800" b="1" dirty="0">
                <a:solidFill>
                  <a:srgbClr val="000066"/>
                </a:solidFill>
                <a:effectLst/>
                <a:latin typeface="+mj-lt"/>
                <a:ea typeface="Microsoft JhengHei" panose="020B0604030504040204" pitchFamily="34" charset="-120"/>
              </a:rPr>
              <a:t>3 / 4</a:t>
            </a:r>
            <a:r>
              <a:rPr lang="en-US" sz="2800" b="1" dirty="0">
                <a:solidFill>
                  <a:srgbClr val="000066"/>
                </a:solidFill>
                <a:effectLst/>
                <a:latin typeface="+mj-lt"/>
                <a:ea typeface="Microsoft JhengHei" panose="020B0604030504040204" pitchFamily="34" charset="-120"/>
              </a:rPr>
              <a:t> )</a:t>
            </a:r>
            <a:endParaRPr lang="vi-VN" sz="2800" b="1" dirty="0">
              <a:solidFill>
                <a:srgbClr val="000066"/>
              </a:solidFill>
              <a:effectLst/>
              <a:latin typeface="+mj-lt"/>
              <a:ea typeface="Microsoft JhengHei" panose="020B0604030504040204" pitchFamily="34" charset="-120"/>
            </a:endParaRPr>
          </a:p>
        </p:txBody>
      </p:sp>
    </p:spTree>
    <p:extLst>
      <p:ext uri="{BB962C8B-B14F-4D97-AF65-F5344CB8AC3E}">
        <p14:creationId xmlns:p14="http://schemas.microsoft.com/office/powerpoint/2010/main" val="1155817761"/>
      </p:ext>
    </p:extLst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D777BEF7-028D-B574-F61F-7DC49BD3A8A2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內容版面配置區 4">
            <a:extLst>
              <a:ext uri="{FF2B5EF4-FFF2-40B4-BE49-F238E27FC236}">
                <a16:creationId xmlns:a16="http://schemas.microsoft.com/office/drawing/2014/main" id="{831B9688-62FF-B697-7C5D-FB1CAE54319C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0" y="2137501"/>
            <a:ext cx="12192000" cy="1318225"/>
          </a:xfrm>
        </p:spPr>
        <p:txBody>
          <a:bodyPr anchor="ctr">
            <a:normAutofit/>
          </a:bodyPr>
          <a:lstStyle/>
          <a:p>
            <a:pPr algn="ctr">
              <a:buNone/>
            </a:pPr>
            <a:r>
              <a:rPr lang="zh-TW" altLang="en-US" sz="6400" b="1" dirty="0">
                <a:solidFill>
                  <a:srgbClr val="000066"/>
                </a:solidFill>
                <a:latin typeface="微軟正黑體" pitchFamily="34" charset="-120"/>
                <a:ea typeface="微軟正黑體" pitchFamily="34" charset="-120"/>
              </a:rPr>
              <a:t>主藏彩雲裡</a:t>
            </a:r>
          </a:p>
        </p:txBody>
      </p:sp>
      <p:sp>
        <p:nvSpPr>
          <p:cNvPr id="7" name="內容版面配置區 4">
            <a:extLst>
              <a:ext uri="{FF2B5EF4-FFF2-40B4-BE49-F238E27FC236}">
                <a16:creationId xmlns:a16="http://schemas.microsoft.com/office/drawing/2014/main" id="{A1A5E6F1-82C2-E82F-59E8-BB9A3EB4035B}"/>
              </a:ext>
            </a:extLst>
          </p:cNvPr>
          <p:cNvSpPr txBox="1">
            <a:spLocks/>
          </p:cNvSpPr>
          <p:nvPr/>
        </p:nvSpPr>
        <p:spPr>
          <a:xfrm>
            <a:off x="0" y="3087050"/>
            <a:ext cx="12192000" cy="1318225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>
            <a:lvl1pPr marL="457189" indent="-457189" algn="l" defTabSz="121917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4267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990575" indent="-380990" algn="l" defTabSz="1219170" rtl="0" eaLnBrk="1" latinLnBrk="0" hangingPunct="1">
              <a:spcBef>
                <a:spcPct val="20000"/>
              </a:spcBef>
              <a:buFont typeface="Arial" pitchFamily="34" charset="0"/>
              <a:buChar char="–"/>
              <a:defRPr sz="3733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523962" indent="-304792" algn="l" defTabSz="121917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32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2133547" indent="-304792" algn="l" defTabSz="1219170" rtl="0" eaLnBrk="1" latinLnBrk="0" hangingPunct="1">
              <a:spcBef>
                <a:spcPct val="20000"/>
              </a:spcBef>
              <a:buFont typeface="Arial" pitchFamily="34" charset="0"/>
              <a:buChar char="–"/>
              <a:defRPr sz="2667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743131" indent="-304792" algn="l" defTabSz="1219170" rtl="0" eaLnBrk="1" latinLnBrk="0" hangingPunct="1">
              <a:spcBef>
                <a:spcPct val="20000"/>
              </a:spcBef>
              <a:buFont typeface="Arial" pitchFamily="34" charset="0"/>
              <a:buChar char="»"/>
              <a:defRPr sz="2667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3352716" indent="-304792" algn="l" defTabSz="121917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667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3962301" indent="-304792" algn="l" defTabSz="121917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667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4571886" indent="-304792" algn="l" defTabSz="121917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667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5181470" indent="-304792" algn="l" defTabSz="121917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667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 algn="ctr">
              <a:buNone/>
            </a:pPr>
            <a:r>
              <a:rPr lang="en-US" sz="4000" b="1" dirty="0" err="1">
                <a:solidFill>
                  <a:srgbClr val="660033"/>
                </a:solidFill>
                <a:latin typeface="Times New Roman" panose="02020603050405020304" pitchFamily="18" charset="0"/>
                <a:ea typeface="微軟正黑體" pitchFamily="34" charset="-120"/>
                <a:cs typeface="Times New Roman" panose="02020603050405020304" pitchFamily="18" charset="0"/>
              </a:rPr>
              <a:t>Dẫu</a:t>
            </a:r>
            <a:r>
              <a:rPr lang="en-US" sz="4000" b="1" dirty="0">
                <a:solidFill>
                  <a:srgbClr val="660033"/>
                </a:solidFill>
                <a:latin typeface="Times New Roman" panose="02020603050405020304" pitchFamily="18" charset="0"/>
                <a:ea typeface="微軟正黑體" pitchFamily="34" charset="-120"/>
                <a:cs typeface="Times New Roman" panose="02020603050405020304" pitchFamily="18" charset="0"/>
              </a:rPr>
              <a:t> </a:t>
            </a:r>
            <a:r>
              <a:rPr lang="en-US" sz="4000" b="1" dirty="0" err="1">
                <a:solidFill>
                  <a:srgbClr val="660033"/>
                </a:solidFill>
                <a:latin typeface="Times New Roman" panose="02020603050405020304" pitchFamily="18" charset="0"/>
                <a:ea typeface="微軟正黑體" pitchFamily="34" charset="-120"/>
                <a:cs typeface="Times New Roman" panose="02020603050405020304" pitchFamily="18" charset="0"/>
              </a:rPr>
              <a:t>bóng</a:t>
            </a:r>
            <a:r>
              <a:rPr lang="en-US" sz="4000" b="1" dirty="0">
                <a:solidFill>
                  <a:srgbClr val="660033"/>
                </a:solidFill>
                <a:latin typeface="Times New Roman" panose="02020603050405020304" pitchFamily="18" charset="0"/>
                <a:ea typeface="微軟正黑體" pitchFamily="34" charset="-120"/>
                <a:cs typeface="Times New Roman" panose="02020603050405020304" pitchFamily="18" charset="0"/>
              </a:rPr>
              <a:t> </a:t>
            </a:r>
            <a:r>
              <a:rPr lang="en-US" sz="4000" b="1" dirty="0" err="1">
                <a:solidFill>
                  <a:srgbClr val="660033"/>
                </a:solidFill>
                <a:latin typeface="Times New Roman" panose="02020603050405020304" pitchFamily="18" charset="0"/>
                <a:ea typeface="微軟正黑體" pitchFamily="34" charset="-120"/>
                <a:cs typeface="Times New Roman" panose="02020603050405020304" pitchFamily="18" charset="0"/>
              </a:rPr>
              <a:t>tối</a:t>
            </a:r>
            <a:r>
              <a:rPr lang="en-US" sz="4000" b="1" dirty="0">
                <a:solidFill>
                  <a:srgbClr val="660033"/>
                </a:solidFill>
                <a:latin typeface="Times New Roman" panose="02020603050405020304" pitchFamily="18" charset="0"/>
                <a:ea typeface="微軟正黑體" pitchFamily="34" charset="-120"/>
                <a:cs typeface="Times New Roman" panose="02020603050405020304" pitchFamily="18" charset="0"/>
              </a:rPr>
              <a:t> </a:t>
            </a:r>
            <a:r>
              <a:rPr lang="en-US" sz="4000" b="1" dirty="0" err="1">
                <a:solidFill>
                  <a:srgbClr val="660033"/>
                </a:solidFill>
                <a:latin typeface="Times New Roman" panose="02020603050405020304" pitchFamily="18" charset="0"/>
                <a:ea typeface="微軟正黑體" pitchFamily="34" charset="-120"/>
                <a:cs typeface="Times New Roman" panose="02020603050405020304" pitchFamily="18" charset="0"/>
              </a:rPr>
              <a:t>che</a:t>
            </a:r>
            <a:r>
              <a:rPr lang="en-US" sz="4000" b="1" dirty="0">
                <a:solidFill>
                  <a:srgbClr val="660033"/>
                </a:solidFill>
                <a:latin typeface="Times New Roman" panose="02020603050405020304" pitchFamily="18" charset="0"/>
                <a:ea typeface="微軟正黑體" pitchFamily="34" charset="-120"/>
                <a:cs typeface="Times New Roman" panose="02020603050405020304" pitchFamily="18" charset="0"/>
              </a:rPr>
              <a:t> </a:t>
            </a:r>
            <a:r>
              <a:rPr lang="en-US" sz="4000" b="1" dirty="0" err="1">
                <a:solidFill>
                  <a:srgbClr val="660033"/>
                </a:solidFill>
                <a:latin typeface="Times New Roman" panose="02020603050405020304" pitchFamily="18" charset="0"/>
                <a:ea typeface="微軟正黑體" pitchFamily="34" charset="-120"/>
                <a:cs typeface="Times New Roman" panose="02020603050405020304" pitchFamily="18" charset="0"/>
              </a:rPr>
              <a:t>Ngài</a:t>
            </a:r>
            <a:endParaRPr lang="en-US" sz="4000" b="1" dirty="0">
              <a:solidFill>
                <a:srgbClr val="660033"/>
              </a:solidFill>
              <a:latin typeface="Times New Roman" panose="02020603050405020304" pitchFamily="18" charset="0"/>
              <a:ea typeface="微軟正黑體" pitchFamily="34" charset="-120"/>
              <a:cs typeface="Times New Roman" panose="02020603050405020304" pitchFamily="18" charset="0"/>
            </a:endParaRPr>
          </a:p>
        </p:txBody>
      </p:sp>
      <p:sp>
        <p:nvSpPr>
          <p:cNvPr id="8" name="TextBox 7">
            <a:extLst>
              <a:ext uri="{FF2B5EF4-FFF2-40B4-BE49-F238E27FC236}">
                <a16:creationId xmlns:a16="http://schemas.microsoft.com/office/drawing/2014/main" id="{5EDB2110-6022-B71F-FB5B-D1A50A957176}"/>
              </a:ext>
            </a:extLst>
          </p:cNvPr>
          <p:cNvSpPr txBox="1"/>
          <p:nvPr/>
        </p:nvSpPr>
        <p:spPr>
          <a:xfrm>
            <a:off x="0" y="5253203"/>
            <a:ext cx="12192000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2800" b="1" dirty="0">
                <a:solidFill>
                  <a:srgbClr val="000066"/>
                </a:solidFill>
                <a:effectLst/>
                <a:latin typeface="+mj-lt"/>
                <a:ea typeface="Microsoft JhengHei" panose="020B0604030504040204" pitchFamily="34" charset="-120"/>
              </a:rPr>
              <a:t>( </a:t>
            </a:r>
            <a:r>
              <a:rPr lang="en-US" altLang="zh-CN" sz="2800" b="1" dirty="0">
                <a:solidFill>
                  <a:srgbClr val="000066"/>
                </a:solidFill>
                <a:effectLst/>
                <a:latin typeface="+mj-lt"/>
                <a:ea typeface="Microsoft JhengHei" panose="020B0604030504040204" pitchFamily="34" charset="-120"/>
              </a:rPr>
              <a:t>3 / 4</a:t>
            </a:r>
            <a:r>
              <a:rPr lang="en-US" sz="2800" b="1" dirty="0">
                <a:solidFill>
                  <a:srgbClr val="000066"/>
                </a:solidFill>
                <a:effectLst/>
                <a:latin typeface="+mj-lt"/>
                <a:ea typeface="Microsoft JhengHei" panose="020B0604030504040204" pitchFamily="34" charset="-120"/>
              </a:rPr>
              <a:t> )</a:t>
            </a:r>
            <a:endParaRPr lang="vi-VN" sz="2800" b="1" dirty="0">
              <a:solidFill>
                <a:srgbClr val="000066"/>
              </a:solidFill>
              <a:effectLst/>
              <a:latin typeface="+mj-lt"/>
              <a:ea typeface="Microsoft JhengHei" panose="020B0604030504040204" pitchFamily="34" charset="-120"/>
            </a:endParaRPr>
          </a:p>
        </p:txBody>
      </p:sp>
    </p:spTree>
    <p:extLst>
      <p:ext uri="{BB962C8B-B14F-4D97-AF65-F5344CB8AC3E}">
        <p14:creationId xmlns:p14="http://schemas.microsoft.com/office/powerpoint/2010/main" val="2963651361"/>
      </p:ext>
    </p:extLst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192FFF91-EEF9-E4BD-5677-19161DCBF5AE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內容版面配置區 4">
            <a:extLst>
              <a:ext uri="{FF2B5EF4-FFF2-40B4-BE49-F238E27FC236}">
                <a16:creationId xmlns:a16="http://schemas.microsoft.com/office/drawing/2014/main" id="{36DDB50C-0A15-1DF3-27D8-1482A8D66BD4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0" y="2137501"/>
            <a:ext cx="12192000" cy="1318225"/>
          </a:xfrm>
        </p:spPr>
        <p:txBody>
          <a:bodyPr anchor="ctr">
            <a:normAutofit/>
          </a:bodyPr>
          <a:lstStyle/>
          <a:p>
            <a:pPr algn="ctr">
              <a:buNone/>
            </a:pPr>
            <a:r>
              <a:rPr lang="zh-TW" altLang="en-US" sz="6400" b="1" dirty="0">
                <a:solidFill>
                  <a:srgbClr val="000066"/>
                </a:solidFill>
                <a:latin typeface="微軟正黑體" pitchFamily="34" charset="-120"/>
                <a:ea typeface="微軟正黑體" pitchFamily="34" charset="-120"/>
              </a:rPr>
              <a:t>罪人何得目見  真主威嚴榮光</a:t>
            </a:r>
          </a:p>
        </p:txBody>
      </p:sp>
      <p:sp>
        <p:nvSpPr>
          <p:cNvPr id="7" name="內容版面配置區 4">
            <a:extLst>
              <a:ext uri="{FF2B5EF4-FFF2-40B4-BE49-F238E27FC236}">
                <a16:creationId xmlns:a16="http://schemas.microsoft.com/office/drawing/2014/main" id="{FEC235BC-8C6F-6202-43FB-112CC20C2A7E}"/>
              </a:ext>
            </a:extLst>
          </p:cNvPr>
          <p:cNvSpPr txBox="1">
            <a:spLocks/>
          </p:cNvSpPr>
          <p:nvPr/>
        </p:nvSpPr>
        <p:spPr>
          <a:xfrm>
            <a:off x="0" y="3087050"/>
            <a:ext cx="12192000" cy="1318225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>
            <a:lvl1pPr marL="457189" indent="-457189" algn="l" defTabSz="121917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4267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990575" indent="-380990" algn="l" defTabSz="1219170" rtl="0" eaLnBrk="1" latinLnBrk="0" hangingPunct="1">
              <a:spcBef>
                <a:spcPct val="20000"/>
              </a:spcBef>
              <a:buFont typeface="Arial" pitchFamily="34" charset="0"/>
              <a:buChar char="–"/>
              <a:defRPr sz="3733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523962" indent="-304792" algn="l" defTabSz="121917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32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2133547" indent="-304792" algn="l" defTabSz="1219170" rtl="0" eaLnBrk="1" latinLnBrk="0" hangingPunct="1">
              <a:spcBef>
                <a:spcPct val="20000"/>
              </a:spcBef>
              <a:buFont typeface="Arial" pitchFamily="34" charset="0"/>
              <a:buChar char="–"/>
              <a:defRPr sz="2667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743131" indent="-304792" algn="l" defTabSz="1219170" rtl="0" eaLnBrk="1" latinLnBrk="0" hangingPunct="1">
              <a:spcBef>
                <a:spcPct val="20000"/>
              </a:spcBef>
              <a:buFont typeface="Arial" pitchFamily="34" charset="0"/>
              <a:buChar char="»"/>
              <a:defRPr sz="2667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3352716" indent="-304792" algn="l" defTabSz="121917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667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3962301" indent="-304792" algn="l" defTabSz="121917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667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4571886" indent="-304792" algn="l" defTabSz="121917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667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5181470" indent="-304792" algn="l" defTabSz="121917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667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 algn="ctr">
              <a:buNone/>
            </a:pPr>
            <a:r>
              <a:rPr lang="en-US" sz="3600" b="1" dirty="0" err="1">
                <a:solidFill>
                  <a:srgbClr val="660033"/>
                </a:solidFill>
                <a:latin typeface="Times New Roman" panose="02020603050405020304" pitchFamily="18" charset="0"/>
                <a:ea typeface="微軟正黑體" pitchFamily="34" charset="-120"/>
                <a:cs typeface="Times New Roman" panose="02020603050405020304" pitchFamily="18" charset="0"/>
              </a:rPr>
              <a:t>Xưa</a:t>
            </a:r>
            <a:r>
              <a:rPr lang="en-US" sz="3600" b="1" dirty="0">
                <a:solidFill>
                  <a:srgbClr val="660033"/>
                </a:solidFill>
                <a:latin typeface="Times New Roman" panose="02020603050405020304" pitchFamily="18" charset="0"/>
                <a:ea typeface="微軟正黑體" pitchFamily="34" charset="-120"/>
                <a:cs typeface="Times New Roman" panose="02020603050405020304" pitchFamily="18" charset="0"/>
              </a:rPr>
              <a:t> nay </a:t>
            </a:r>
            <a:r>
              <a:rPr lang="en-US" sz="3600" b="1" dirty="0" err="1">
                <a:solidFill>
                  <a:srgbClr val="660033"/>
                </a:solidFill>
                <a:latin typeface="Times New Roman" panose="02020603050405020304" pitchFamily="18" charset="0"/>
                <a:ea typeface="微軟正黑體" pitchFamily="34" charset="-120"/>
                <a:cs typeface="Times New Roman" panose="02020603050405020304" pitchFamily="18" charset="0"/>
              </a:rPr>
              <a:t>muôn</a:t>
            </a:r>
            <a:r>
              <a:rPr lang="en-US" sz="3600" b="1" dirty="0">
                <a:solidFill>
                  <a:srgbClr val="660033"/>
                </a:solidFill>
                <a:latin typeface="Times New Roman" panose="02020603050405020304" pitchFamily="18" charset="0"/>
                <a:ea typeface="微軟正黑體" pitchFamily="34" charset="-120"/>
                <a:cs typeface="Times New Roman" panose="02020603050405020304" pitchFamily="18" charset="0"/>
              </a:rPr>
              <a:t> </a:t>
            </a:r>
            <a:r>
              <a:rPr lang="en-US" sz="3600" b="1" dirty="0" err="1">
                <a:solidFill>
                  <a:srgbClr val="660033"/>
                </a:solidFill>
                <a:latin typeface="Times New Roman" panose="02020603050405020304" pitchFamily="18" charset="0"/>
                <a:ea typeface="微軟正黑體" pitchFamily="34" charset="-120"/>
                <a:cs typeface="Times New Roman" panose="02020603050405020304" pitchFamily="18" charset="0"/>
              </a:rPr>
              <a:t>muôn</a:t>
            </a:r>
            <a:r>
              <a:rPr lang="en-US" sz="3600" b="1" dirty="0">
                <a:solidFill>
                  <a:srgbClr val="660033"/>
                </a:solidFill>
                <a:latin typeface="Times New Roman" panose="02020603050405020304" pitchFamily="18" charset="0"/>
                <a:ea typeface="微軟正黑體" pitchFamily="34" charset="-120"/>
                <a:cs typeface="Times New Roman" panose="02020603050405020304" pitchFamily="18" charset="0"/>
              </a:rPr>
              <a:t> </a:t>
            </a:r>
            <a:r>
              <a:rPr lang="en-US" sz="3600" b="1" dirty="0" err="1">
                <a:solidFill>
                  <a:srgbClr val="660033"/>
                </a:solidFill>
                <a:latin typeface="Times New Roman" panose="02020603050405020304" pitchFamily="18" charset="0"/>
                <a:ea typeface="微軟正黑體" pitchFamily="34" charset="-120"/>
                <a:cs typeface="Times New Roman" panose="02020603050405020304" pitchFamily="18" charset="0"/>
              </a:rPr>
              <a:t>mắt</a:t>
            </a:r>
            <a:r>
              <a:rPr lang="en-US" sz="3600" b="1" dirty="0">
                <a:solidFill>
                  <a:srgbClr val="660033"/>
                </a:solidFill>
                <a:latin typeface="Times New Roman" panose="02020603050405020304" pitchFamily="18" charset="0"/>
                <a:ea typeface="微軟正黑體" pitchFamily="34" charset="-120"/>
                <a:cs typeface="Times New Roman" panose="02020603050405020304" pitchFamily="18" charset="0"/>
              </a:rPr>
              <a:t> </a:t>
            </a:r>
            <a:r>
              <a:rPr lang="en-US" sz="3600" b="1" dirty="0" err="1">
                <a:solidFill>
                  <a:srgbClr val="660033"/>
                </a:solidFill>
                <a:latin typeface="Times New Roman" panose="02020603050405020304" pitchFamily="18" charset="0"/>
                <a:ea typeface="微軟正黑體" pitchFamily="34" charset="-120"/>
                <a:cs typeface="Times New Roman" panose="02020603050405020304" pitchFamily="18" charset="0"/>
              </a:rPr>
              <a:t>kẻ</a:t>
            </a:r>
            <a:r>
              <a:rPr lang="en-US" sz="3600" b="1" dirty="0">
                <a:solidFill>
                  <a:srgbClr val="660033"/>
                </a:solidFill>
                <a:latin typeface="Times New Roman" panose="02020603050405020304" pitchFamily="18" charset="0"/>
                <a:ea typeface="微軟正黑體" pitchFamily="34" charset="-120"/>
                <a:cs typeface="Times New Roman" panose="02020603050405020304" pitchFamily="18" charset="0"/>
              </a:rPr>
              <a:t> ô </a:t>
            </a:r>
            <a:r>
              <a:rPr lang="en-US" sz="3600" b="1" dirty="0" err="1">
                <a:solidFill>
                  <a:srgbClr val="660033"/>
                </a:solidFill>
                <a:latin typeface="Times New Roman" panose="02020603050405020304" pitchFamily="18" charset="0"/>
                <a:ea typeface="微軟正黑體" pitchFamily="34" charset="-120"/>
                <a:cs typeface="Times New Roman" panose="02020603050405020304" pitchFamily="18" charset="0"/>
              </a:rPr>
              <a:t>tội</a:t>
            </a:r>
            <a:r>
              <a:rPr lang="en-US" sz="3600" b="1" dirty="0">
                <a:solidFill>
                  <a:srgbClr val="660033"/>
                </a:solidFill>
                <a:latin typeface="Times New Roman" panose="02020603050405020304" pitchFamily="18" charset="0"/>
                <a:ea typeface="微軟正黑體" pitchFamily="34" charset="-120"/>
                <a:cs typeface="Times New Roman" panose="02020603050405020304" pitchFamily="18" charset="0"/>
              </a:rPr>
              <a:t> </a:t>
            </a:r>
            <a:r>
              <a:rPr lang="en-US" sz="3600" b="1" dirty="0" err="1">
                <a:solidFill>
                  <a:srgbClr val="660033"/>
                </a:solidFill>
                <a:latin typeface="Times New Roman" panose="02020603050405020304" pitchFamily="18" charset="0"/>
                <a:ea typeface="微軟正黑體" pitchFamily="34" charset="-120"/>
                <a:cs typeface="Times New Roman" panose="02020603050405020304" pitchFamily="18" charset="0"/>
              </a:rPr>
              <a:t>khôn</a:t>
            </a:r>
            <a:r>
              <a:rPr lang="en-US" sz="3600" b="1" dirty="0">
                <a:solidFill>
                  <a:srgbClr val="660033"/>
                </a:solidFill>
                <a:latin typeface="Times New Roman" panose="02020603050405020304" pitchFamily="18" charset="0"/>
                <a:ea typeface="微軟正黑體" pitchFamily="34" charset="-120"/>
                <a:cs typeface="Times New Roman" panose="02020603050405020304" pitchFamily="18" charset="0"/>
              </a:rPr>
              <a:t> </a:t>
            </a:r>
            <a:r>
              <a:rPr lang="en-US" sz="3600" b="1" dirty="0" err="1">
                <a:solidFill>
                  <a:srgbClr val="660033"/>
                </a:solidFill>
                <a:latin typeface="Times New Roman" panose="02020603050405020304" pitchFamily="18" charset="0"/>
                <a:ea typeface="微軟正黑體" pitchFamily="34" charset="-120"/>
                <a:cs typeface="Times New Roman" panose="02020603050405020304" pitchFamily="18" charset="0"/>
              </a:rPr>
              <a:t>thấy</a:t>
            </a:r>
            <a:r>
              <a:rPr lang="en-US" sz="3600" b="1" dirty="0">
                <a:solidFill>
                  <a:srgbClr val="660033"/>
                </a:solidFill>
                <a:latin typeface="Times New Roman" panose="02020603050405020304" pitchFamily="18" charset="0"/>
                <a:ea typeface="微軟正黑體" pitchFamily="34" charset="-120"/>
                <a:cs typeface="Times New Roman" panose="02020603050405020304" pitchFamily="18" charset="0"/>
              </a:rPr>
              <a:t> </a:t>
            </a:r>
            <a:r>
              <a:rPr lang="en-US" sz="3600" b="1" dirty="0" err="1">
                <a:solidFill>
                  <a:srgbClr val="660033"/>
                </a:solidFill>
                <a:latin typeface="Times New Roman" panose="02020603050405020304" pitchFamily="18" charset="0"/>
                <a:ea typeface="微軟正黑體" pitchFamily="34" charset="-120"/>
                <a:cs typeface="Times New Roman" panose="02020603050405020304" pitchFamily="18" charset="0"/>
              </a:rPr>
              <a:t>thiên</a:t>
            </a:r>
            <a:r>
              <a:rPr lang="en-US" sz="3600" b="1" dirty="0">
                <a:solidFill>
                  <a:srgbClr val="660033"/>
                </a:solidFill>
                <a:latin typeface="Times New Roman" panose="02020603050405020304" pitchFamily="18" charset="0"/>
                <a:ea typeface="微軟正黑體" pitchFamily="34" charset="-120"/>
                <a:cs typeface="Times New Roman" panose="02020603050405020304" pitchFamily="18" charset="0"/>
              </a:rPr>
              <a:t> </a:t>
            </a:r>
            <a:r>
              <a:rPr lang="en-US" sz="3600" b="1" dirty="0" err="1">
                <a:solidFill>
                  <a:srgbClr val="660033"/>
                </a:solidFill>
                <a:latin typeface="Times New Roman" panose="02020603050405020304" pitchFamily="18" charset="0"/>
                <a:ea typeface="微軟正黑體" pitchFamily="34" charset="-120"/>
                <a:cs typeface="Times New Roman" panose="02020603050405020304" pitchFamily="18" charset="0"/>
              </a:rPr>
              <a:t>nhan</a:t>
            </a:r>
            <a:endParaRPr lang="en-US" sz="3600" b="1" dirty="0">
              <a:solidFill>
                <a:srgbClr val="660033"/>
              </a:solidFill>
              <a:latin typeface="Times New Roman" panose="02020603050405020304" pitchFamily="18" charset="0"/>
              <a:ea typeface="微軟正黑體" pitchFamily="34" charset="-120"/>
              <a:cs typeface="Times New Roman" panose="02020603050405020304" pitchFamily="18" charset="0"/>
            </a:endParaRPr>
          </a:p>
        </p:txBody>
      </p:sp>
      <p:sp>
        <p:nvSpPr>
          <p:cNvPr id="8" name="TextBox 7">
            <a:extLst>
              <a:ext uri="{FF2B5EF4-FFF2-40B4-BE49-F238E27FC236}">
                <a16:creationId xmlns:a16="http://schemas.microsoft.com/office/drawing/2014/main" id="{9019F6FF-4C90-E087-CDC4-D4D5E2D1F5A6}"/>
              </a:ext>
            </a:extLst>
          </p:cNvPr>
          <p:cNvSpPr txBox="1"/>
          <p:nvPr/>
        </p:nvSpPr>
        <p:spPr>
          <a:xfrm>
            <a:off x="0" y="5253203"/>
            <a:ext cx="12192000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2800" b="1" dirty="0">
                <a:solidFill>
                  <a:srgbClr val="000066"/>
                </a:solidFill>
                <a:effectLst/>
                <a:latin typeface="+mj-lt"/>
                <a:ea typeface="Microsoft JhengHei" panose="020B0604030504040204" pitchFamily="34" charset="-120"/>
              </a:rPr>
              <a:t>( </a:t>
            </a:r>
            <a:r>
              <a:rPr lang="en-US" altLang="zh-CN" sz="2800" b="1" dirty="0">
                <a:solidFill>
                  <a:srgbClr val="000066"/>
                </a:solidFill>
                <a:effectLst/>
                <a:latin typeface="+mj-lt"/>
                <a:ea typeface="Microsoft JhengHei" panose="020B0604030504040204" pitchFamily="34" charset="-120"/>
              </a:rPr>
              <a:t>3 / 4</a:t>
            </a:r>
            <a:r>
              <a:rPr lang="en-US" sz="2800" b="1" dirty="0">
                <a:solidFill>
                  <a:srgbClr val="000066"/>
                </a:solidFill>
                <a:effectLst/>
                <a:latin typeface="+mj-lt"/>
                <a:ea typeface="Microsoft JhengHei" panose="020B0604030504040204" pitchFamily="34" charset="-120"/>
              </a:rPr>
              <a:t> )</a:t>
            </a:r>
            <a:endParaRPr lang="vi-VN" sz="2800" b="1" dirty="0">
              <a:solidFill>
                <a:srgbClr val="000066"/>
              </a:solidFill>
              <a:effectLst/>
              <a:latin typeface="+mj-lt"/>
              <a:ea typeface="Microsoft JhengHei" panose="020B0604030504040204" pitchFamily="34" charset="-120"/>
            </a:endParaRPr>
          </a:p>
        </p:txBody>
      </p:sp>
    </p:spTree>
    <p:extLst>
      <p:ext uri="{BB962C8B-B14F-4D97-AF65-F5344CB8AC3E}">
        <p14:creationId xmlns:p14="http://schemas.microsoft.com/office/powerpoint/2010/main" val="2867542634"/>
      </p:ext>
    </p:extLst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75DF4013-BF76-6B59-1268-E53E7571899E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內容版面配置區 4">
            <a:extLst>
              <a:ext uri="{FF2B5EF4-FFF2-40B4-BE49-F238E27FC236}">
                <a16:creationId xmlns:a16="http://schemas.microsoft.com/office/drawing/2014/main" id="{E4CF85FE-D3DD-53BC-E88B-E55E15602D47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0" y="2137501"/>
            <a:ext cx="12192000" cy="1318225"/>
          </a:xfrm>
        </p:spPr>
        <p:txBody>
          <a:bodyPr anchor="ctr">
            <a:normAutofit/>
          </a:bodyPr>
          <a:lstStyle/>
          <a:p>
            <a:pPr algn="ctr">
              <a:buNone/>
            </a:pPr>
            <a:r>
              <a:rPr lang="zh-TW" altLang="en-US" sz="6400" b="1" dirty="0">
                <a:solidFill>
                  <a:srgbClr val="000066"/>
                </a:solidFill>
                <a:latin typeface="微軟正黑體" pitchFamily="34" charset="-120"/>
                <a:ea typeface="微軟正黑體" pitchFamily="34" charset="-120"/>
              </a:rPr>
              <a:t>惟耶和華至聖</a:t>
            </a:r>
          </a:p>
        </p:txBody>
      </p:sp>
      <p:sp>
        <p:nvSpPr>
          <p:cNvPr id="7" name="內容版面配置區 4">
            <a:extLst>
              <a:ext uri="{FF2B5EF4-FFF2-40B4-BE49-F238E27FC236}">
                <a16:creationId xmlns:a16="http://schemas.microsoft.com/office/drawing/2014/main" id="{84AEB0DE-0257-046D-61EF-706D49002BA6}"/>
              </a:ext>
            </a:extLst>
          </p:cNvPr>
          <p:cNvSpPr txBox="1">
            <a:spLocks/>
          </p:cNvSpPr>
          <p:nvPr/>
        </p:nvSpPr>
        <p:spPr>
          <a:xfrm>
            <a:off x="0" y="3087050"/>
            <a:ext cx="12192000" cy="1318225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>
            <a:lvl1pPr marL="457189" indent="-457189" algn="l" defTabSz="121917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4267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990575" indent="-380990" algn="l" defTabSz="1219170" rtl="0" eaLnBrk="1" latinLnBrk="0" hangingPunct="1">
              <a:spcBef>
                <a:spcPct val="20000"/>
              </a:spcBef>
              <a:buFont typeface="Arial" pitchFamily="34" charset="0"/>
              <a:buChar char="–"/>
              <a:defRPr sz="3733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523962" indent="-304792" algn="l" defTabSz="121917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32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2133547" indent="-304792" algn="l" defTabSz="1219170" rtl="0" eaLnBrk="1" latinLnBrk="0" hangingPunct="1">
              <a:spcBef>
                <a:spcPct val="20000"/>
              </a:spcBef>
              <a:buFont typeface="Arial" pitchFamily="34" charset="0"/>
              <a:buChar char="–"/>
              <a:defRPr sz="2667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743131" indent="-304792" algn="l" defTabSz="1219170" rtl="0" eaLnBrk="1" latinLnBrk="0" hangingPunct="1">
              <a:spcBef>
                <a:spcPct val="20000"/>
              </a:spcBef>
              <a:buFont typeface="Arial" pitchFamily="34" charset="0"/>
              <a:buChar char="»"/>
              <a:defRPr sz="2667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3352716" indent="-304792" algn="l" defTabSz="121917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667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3962301" indent="-304792" algn="l" defTabSz="121917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667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4571886" indent="-304792" algn="l" defTabSz="121917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667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5181470" indent="-304792" algn="l" defTabSz="121917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667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 algn="ctr">
              <a:buNone/>
            </a:pPr>
            <a:r>
              <a:rPr lang="en-US" sz="4000" b="1" dirty="0" err="1">
                <a:solidFill>
                  <a:srgbClr val="660033"/>
                </a:solidFill>
                <a:latin typeface="Times New Roman" panose="02020603050405020304" pitchFamily="18" charset="0"/>
                <a:ea typeface="微軟正黑體" pitchFamily="34" charset="-120"/>
                <a:cs typeface="Times New Roman" panose="02020603050405020304" pitchFamily="18" charset="0"/>
              </a:rPr>
              <a:t>Ngoài</a:t>
            </a:r>
            <a:r>
              <a:rPr lang="en-US" sz="4000" b="1" dirty="0">
                <a:solidFill>
                  <a:srgbClr val="660033"/>
                </a:solidFill>
                <a:latin typeface="Times New Roman" panose="02020603050405020304" pitchFamily="18" charset="0"/>
                <a:ea typeface="微軟正黑體" pitchFamily="34" charset="-120"/>
                <a:cs typeface="Times New Roman" panose="02020603050405020304" pitchFamily="18" charset="0"/>
              </a:rPr>
              <a:t> </a:t>
            </a:r>
            <a:r>
              <a:rPr lang="en-US" sz="4000" b="1" dirty="0" err="1">
                <a:solidFill>
                  <a:srgbClr val="660033"/>
                </a:solidFill>
                <a:latin typeface="Times New Roman" panose="02020603050405020304" pitchFamily="18" charset="0"/>
                <a:ea typeface="微軟正黑體" pitchFamily="34" charset="-120"/>
                <a:cs typeface="Times New Roman" panose="02020603050405020304" pitchFamily="18" charset="0"/>
              </a:rPr>
              <a:t>Ngài</a:t>
            </a:r>
            <a:r>
              <a:rPr lang="en-US" sz="4000" b="1" dirty="0">
                <a:solidFill>
                  <a:srgbClr val="660033"/>
                </a:solidFill>
                <a:latin typeface="Times New Roman" panose="02020603050405020304" pitchFamily="18" charset="0"/>
                <a:ea typeface="微軟正黑體" pitchFamily="34" charset="-120"/>
                <a:cs typeface="Times New Roman" panose="02020603050405020304" pitchFamily="18" charset="0"/>
              </a:rPr>
              <a:t> </a:t>
            </a:r>
            <a:r>
              <a:rPr lang="en-US" sz="4000" b="1" dirty="0" err="1">
                <a:solidFill>
                  <a:srgbClr val="660033"/>
                </a:solidFill>
                <a:latin typeface="Times New Roman" panose="02020603050405020304" pitchFamily="18" charset="0"/>
                <a:ea typeface="微軟正黑體" pitchFamily="34" charset="-120"/>
                <a:cs typeface="Times New Roman" panose="02020603050405020304" pitchFamily="18" charset="0"/>
              </a:rPr>
              <a:t>không</a:t>
            </a:r>
            <a:r>
              <a:rPr lang="en-US" sz="4000" b="1" dirty="0">
                <a:solidFill>
                  <a:srgbClr val="660033"/>
                </a:solidFill>
                <a:latin typeface="Times New Roman" panose="02020603050405020304" pitchFamily="18" charset="0"/>
                <a:ea typeface="微軟正黑體" pitchFamily="34" charset="-120"/>
                <a:cs typeface="Times New Roman" panose="02020603050405020304" pitchFamily="18" charset="0"/>
              </a:rPr>
              <a:t> ai, </a:t>
            </a:r>
            <a:r>
              <a:rPr lang="en-US" sz="4000" b="1" dirty="0" err="1">
                <a:solidFill>
                  <a:srgbClr val="660033"/>
                </a:solidFill>
                <a:latin typeface="Times New Roman" panose="02020603050405020304" pitchFamily="18" charset="0"/>
                <a:ea typeface="微軟正黑體" pitchFamily="34" charset="-120"/>
                <a:cs typeface="Times New Roman" panose="02020603050405020304" pitchFamily="18" charset="0"/>
              </a:rPr>
              <a:t>không</a:t>
            </a:r>
            <a:r>
              <a:rPr lang="en-US" sz="4000" b="1" dirty="0">
                <a:solidFill>
                  <a:srgbClr val="660033"/>
                </a:solidFill>
                <a:latin typeface="Times New Roman" panose="02020603050405020304" pitchFamily="18" charset="0"/>
                <a:ea typeface="微軟正黑體" pitchFamily="34" charset="-120"/>
                <a:cs typeface="Times New Roman" panose="02020603050405020304" pitchFamily="18" charset="0"/>
              </a:rPr>
              <a:t> ai</a:t>
            </a:r>
          </a:p>
        </p:txBody>
      </p:sp>
      <p:sp>
        <p:nvSpPr>
          <p:cNvPr id="8" name="TextBox 7">
            <a:extLst>
              <a:ext uri="{FF2B5EF4-FFF2-40B4-BE49-F238E27FC236}">
                <a16:creationId xmlns:a16="http://schemas.microsoft.com/office/drawing/2014/main" id="{1B39262C-10BB-A533-F955-10FD98174D68}"/>
              </a:ext>
            </a:extLst>
          </p:cNvPr>
          <p:cNvSpPr txBox="1"/>
          <p:nvPr/>
        </p:nvSpPr>
        <p:spPr>
          <a:xfrm>
            <a:off x="0" y="5253203"/>
            <a:ext cx="12192000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2800" b="1" dirty="0">
                <a:solidFill>
                  <a:srgbClr val="000066"/>
                </a:solidFill>
                <a:effectLst/>
                <a:latin typeface="+mj-lt"/>
                <a:ea typeface="Microsoft JhengHei" panose="020B0604030504040204" pitchFamily="34" charset="-120"/>
              </a:rPr>
              <a:t>( </a:t>
            </a:r>
            <a:r>
              <a:rPr lang="en-US" altLang="zh-CN" sz="2800" b="1" dirty="0">
                <a:solidFill>
                  <a:srgbClr val="000066"/>
                </a:solidFill>
                <a:effectLst/>
                <a:latin typeface="+mj-lt"/>
                <a:ea typeface="Microsoft JhengHei" panose="020B0604030504040204" pitchFamily="34" charset="-120"/>
              </a:rPr>
              <a:t>3 / 4</a:t>
            </a:r>
            <a:r>
              <a:rPr lang="en-US" sz="2800" b="1" dirty="0">
                <a:solidFill>
                  <a:srgbClr val="000066"/>
                </a:solidFill>
                <a:effectLst/>
                <a:latin typeface="+mj-lt"/>
                <a:ea typeface="Microsoft JhengHei" panose="020B0604030504040204" pitchFamily="34" charset="-120"/>
              </a:rPr>
              <a:t> )</a:t>
            </a:r>
            <a:endParaRPr lang="vi-VN" sz="2800" b="1" dirty="0">
              <a:solidFill>
                <a:srgbClr val="000066"/>
              </a:solidFill>
              <a:effectLst/>
              <a:latin typeface="+mj-lt"/>
              <a:ea typeface="Microsoft JhengHei" panose="020B0604030504040204" pitchFamily="34" charset="-120"/>
            </a:endParaRPr>
          </a:p>
        </p:txBody>
      </p:sp>
    </p:spTree>
    <p:extLst>
      <p:ext uri="{BB962C8B-B14F-4D97-AF65-F5344CB8AC3E}">
        <p14:creationId xmlns:p14="http://schemas.microsoft.com/office/powerpoint/2010/main" val="1481096555"/>
      </p:ext>
    </p:extLst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4C937C3E-EFA0-9DD1-A003-EEEFC8F4FB8E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內容版面配置區 4">
            <a:extLst>
              <a:ext uri="{FF2B5EF4-FFF2-40B4-BE49-F238E27FC236}">
                <a16:creationId xmlns:a16="http://schemas.microsoft.com/office/drawing/2014/main" id="{9067210E-DC30-5848-6EE3-4BA5AFCF03B3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0" y="2137501"/>
            <a:ext cx="12192000" cy="1318225"/>
          </a:xfrm>
        </p:spPr>
        <p:txBody>
          <a:bodyPr anchor="ctr">
            <a:normAutofit/>
          </a:bodyPr>
          <a:lstStyle/>
          <a:p>
            <a:pPr algn="ctr">
              <a:buNone/>
            </a:pPr>
            <a:r>
              <a:rPr lang="zh-TW" altLang="en-US" sz="6400" b="1" dirty="0">
                <a:solidFill>
                  <a:srgbClr val="000066"/>
                </a:solidFill>
                <a:latin typeface="微軟正黑體" pitchFamily="34" charset="-120"/>
                <a:ea typeface="微軟正黑體" pitchFamily="34" charset="-120"/>
              </a:rPr>
              <a:t>誰能與主比擬</a:t>
            </a:r>
          </a:p>
        </p:txBody>
      </p:sp>
      <p:sp>
        <p:nvSpPr>
          <p:cNvPr id="7" name="內容版面配置區 4">
            <a:extLst>
              <a:ext uri="{FF2B5EF4-FFF2-40B4-BE49-F238E27FC236}">
                <a16:creationId xmlns:a16="http://schemas.microsoft.com/office/drawing/2014/main" id="{787F7DB1-A2EA-CAAE-A842-CABC6D95994E}"/>
              </a:ext>
            </a:extLst>
          </p:cNvPr>
          <p:cNvSpPr txBox="1">
            <a:spLocks/>
          </p:cNvSpPr>
          <p:nvPr/>
        </p:nvSpPr>
        <p:spPr>
          <a:xfrm>
            <a:off x="0" y="3087050"/>
            <a:ext cx="12192000" cy="1318225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>
            <a:lvl1pPr marL="457189" indent="-457189" algn="l" defTabSz="121917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4267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990575" indent="-380990" algn="l" defTabSz="1219170" rtl="0" eaLnBrk="1" latinLnBrk="0" hangingPunct="1">
              <a:spcBef>
                <a:spcPct val="20000"/>
              </a:spcBef>
              <a:buFont typeface="Arial" pitchFamily="34" charset="0"/>
              <a:buChar char="–"/>
              <a:defRPr sz="3733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523962" indent="-304792" algn="l" defTabSz="121917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32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2133547" indent="-304792" algn="l" defTabSz="1219170" rtl="0" eaLnBrk="1" latinLnBrk="0" hangingPunct="1">
              <a:spcBef>
                <a:spcPct val="20000"/>
              </a:spcBef>
              <a:buFont typeface="Arial" pitchFamily="34" charset="0"/>
              <a:buChar char="–"/>
              <a:defRPr sz="2667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743131" indent="-304792" algn="l" defTabSz="1219170" rtl="0" eaLnBrk="1" latinLnBrk="0" hangingPunct="1">
              <a:spcBef>
                <a:spcPct val="20000"/>
              </a:spcBef>
              <a:buFont typeface="Arial" pitchFamily="34" charset="0"/>
              <a:buChar char="»"/>
              <a:defRPr sz="2667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3352716" indent="-304792" algn="l" defTabSz="121917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667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3962301" indent="-304792" algn="l" defTabSz="121917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667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4571886" indent="-304792" algn="l" defTabSz="121917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667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5181470" indent="-304792" algn="l" defTabSz="121917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667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 algn="ctr">
              <a:buNone/>
            </a:pPr>
            <a:r>
              <a:rPr lang="en-US" sz="4000" b="1" dirty="0" err="1">
                <a:solidFill>
                  <a:srgbClr val="660033"/>
                </a:solidFill>
                <a:latin typeface="Times New Roman" panose="02020603050405020304" pitchFamily="18" charset="0"/>
                <a:ea typeface="微軟正黑體" pitchFamily="34" charset="-120"/>
                <a:cs typeface="Times New Roman" panose="02020603050405020304" pitchFamily="18" charset="0"/>
              </a:rPr>
              <a:t>Chỉ</a:t>
            </a:r>
            <a:r>
              <a:rPr lang="en-US" sz="4000" b="1" dirty="0">
                <a:solidFill>
                  <a:srgbClr val="660033"/>
                </a:solidFill>
                <a:latin typeface="Times New Roman" panose="02020603050405020304" pitchFamily="18" charset="0"/>
                <a:ea typeface="微軟正黑體" pitchFamily="34" charset="-120"/>
                <a:cs typeface="Times New Roman" panose="02020603050405020304" pitchFamily="18" charset="0"/>
              </a:rPr>
              <a:t> Chúa </a:t>
            </a:r>
            <a:r>
              <a:rPr lang="en-US" sz="4000" b="1" dirty="0" err="1">
                <a:solidFill>
                  <a:srgbClr val="660033"/>
                </a:solidFill>
                <a:latin typeface="Times New Roman" panose="02020603050405020304" pitchFamily="18" charset="0"/>
                <a:ea typeface="微軟正黑體" pitchFamily="34" charset="-120"/>
                <a:cs typeface="Times New Roman" panose="02020603050405020304" pitchFamily="18" charset="0"/>
              </a:rPr>
              <a:t>chí</a:t>
            </a:r>
            <a:r>
              <a:rPr lang="en-US" sz="4000" b="1" dirty="0">
                <a:solidFill>
                  <a:srgbClr val="660033"/>
                </a:solidFill>
                <a:latin typeface="Times New Roman" panose="02020603050405020304" pitchFamily="18" charset="0"/>
                <a:ea typeface="微軟正黑體" pitchFamily="34" charset="-120"/>
                <a:cs typeface="Times New Roman" panose="02020603050405020304" pitchFamily="18" charset="0"/>
              </a:rPr>
              <a:t> </a:t>
            </a:r>
            <a:r>
              <a:rPr lang="en-US" sz="4000" b="1" dirty="0" err="1">
                <a:solidFill>
                  <a:srgbClr val="660033"/>
                </a:solidFill>
                <a:latin typeface="Times New Roman" panose="02020603050405020304" pitchFamily="18" charset="0"/>
                <a:ea typeface="微軟正黑體" pitchFamily="34" charset="-120"/>
                <a:cs typeface="Times New Roman" panose="02020603050405020304" pitchFamily="18" charset="0"/>
              </a:rPr>
              <a:t>thánh</a:t>
            </a:r>
            <a:r>
              <a:rPr lang="en-US" sz="4000" b="1" dirty="0">
                <a:solidFill>
                  <a:srgbClr val="660033"/>
                </a:solidFill>
                <a:latin typeface="Times New Roman" panose="02020603050405020304" pitchFamily="18" charset="0"/>
                <a:ea typeface="微軟正黑體" pitchFamily="34" charset="-120"/>
                <a:cs typeface="Times New Roman" panose="02020603050405020304" pitchFamily="18" charset="0"/>
              </a:rPr>
              <a:t> </a:t>
            </a:r>
            <a:r>
              <a:rPr lang="en-US" sz="4000" b="1" dirty="0" err="1">
                <a:solidFill>
                  <a:srgbClr val="660033"/>
                </a:solidFill>
                <a:latin typeface="Times New Roman" panose="02020603050405020304" pitchFamily="18" charset="0"/>
                <a:ea typeface="微軟正黑體" pitchFamily="34" charset="-120"/>
                <a:cs typeface="Times New Roman" panose="02020603050405020304" pitchFamily="18" charset="0"/>
              </a:rPr>
              <a:t>không</a:t>
            </a:r>
            <a:r>
              <a:rPr lang="en-US" sz="4000" b="1" dirty="0">
                <a:solidFill>
                  <a:srgbClr val="660033"/>
                </a:solidFill>
                <a:latin typeface="Times New Roman" panose="02020603050405020304" pitchFamily="18" charset="0"/>
                <a:ea typeface="微軟正黑體" pitchFamily="34" charset="-120"/>
                <a:cs typeface="Times New Roman" panose="02020603050405020304" pitchFamily="18" charset="0"/>
              </a:rPr>
              <a:t> </a:t>
            </a:r>
            <a:r>
              <a:rPr lang="en-US" sz="4000" b="1" dirty="0" err="1">
                <a:solidFill>
                  <a:srgbClr val="660033"/>
                </a:solidFill>
                <a:latin typeface="Times New Roman" panose="02020603050405020304" pitchFamily="18" charset="0"/>
                <a:ea typeface="微軟正黑體" pitchFamily="34" charset="-120"/>
                <a:cs typeface="Times New Roman" panose="02020603050405020304" pitchFamily="18" charset="0"/>
              </a:rPr>
              <a:t>hai</a:t>
            </a:r>
            <a:endParaRPr lang="en-US" sz="4000" b="1" dirty="0">
              <a:solidFill>
                <a:srgbClr val="660033"/>
              </a:solidFill>
              <a:latin typeface="Times New Roman" panose="02020603050405020304" pitchFamily="18" charset="0"/>
              <a:ea typeface="微軟正黑體" pitchFamily="34" charset="-120"/>
              <a:cs typeface="Times New Roman" panose="02020603050405020304" pitchFamily="18" charset="0"/>
            </a:endParaRPr>
          </a:p>
        </p:txBody>
      </p:sp>
      <p:sp>
        <p:nvSpPr>
          <p:cNvPr id="8" name="TextBox 7">
            <a:extLst>
              <a:ext uri="{FF2B5EF4-FFF2-40B4-BE49-F238E27FC236}">
                <a16:creationId xmlns:a16="http://schemas.microsoft.com/office/drawing/2014/main" id="{60E7037B-16B9-582E-CF42-2F39A1E1CB77}"/>
              </a:ext>
            </a:extLst>
          </p:cNvPr>
          <p:cNvSpPr txBox="1"/>
          <p:nvPr/>
        </p:nvSpPr>
        <p:spPr>
          <a:xfrm>
            <a:off x="0" y="5253203"/>
            <a:ext cx="12192000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2800" b="1" dirty="0">
                <a:solidFill>
                  <a:srgbClr val="000066"/>
                </a:solidFill>
                <a:effectLst/>
                <a:latin typeface="+mj-lt"/>
                <a:ea typeface="Microsoft JhengHei" panose="020B0604030504040204" pitchFamily="34" charset="-120"/>
              </a:rPr>
              <a:t>( </a:t>
            </a:r>
            <a:r>
              <a:rPr lang="en-US" altLang="zh-CN" sz="2800" b="1" dirty="0">
                <a:solidFill>
                  <a:srgbClr val="000066"/>
                </a:solidFill>
                <a:effectLst/>
                <a:latin typeface="+mj-lt"/>
                <a:ea typeface="Microsoft JhengHei" panose="020B0604030504040204" pitchFamily="34" charset="-120"/>
              </a:rPr>
              <a:t>3 / 4</a:t>
            </a:r>
            <a:r>
              <a:rPr lang="en-US" sz="2800" b="1" dirty="0">
                <a:solidFill>
                  <a:srgbClr val="000066"/>
                </a:solidFill>
                <a:effectLst/>
                <a:latin typeface="+mj-lt"/>
                <a:ea typeface="Microsoft JhengHei" panose="020B0604030504040204" pitchFamily="34" charset="-120"/>
              </a:rPr>
              <a:t> )</a:t>
            </a:r>
            <a:endParaRPr lang="vi-VN" sz="2800" b="1" dirty="0">
              <a:solidFill>
                <a:srgbClr val="000066"/>
              </a:solidFill>
              <a:effectLst/>
              <a:latin typeface="+mj-lt"/>
              <a:ea typeface="Microsoft JhengHei" panose="020B0604030504040204" pitchFamily="34" charset="-120"/>
            </a:endParaRPr>
          </a:p>
        </p:txBody>
      </p:sp>
    </p:spTree>
    <p:extLst>
      <p:ext uri="{BB962C8B-B14F-4D97-AF65-F5344CB8AC3E}">
        <p14:creationId xmlns:p14="http://schemas.microsoft.com/office/powerpoint/2010/main" val="1139357583"/>
      </p:ext>
    </p:extLst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26374890-B78A-A234-18D6-AF6496AE8F5A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內容版面配置區 4">
            <a:extLst>
              <a:ext uri="{FF2B5EF4-FFF2-40B4-BE49-F238E27FC236}">
                <a16:creationId xmlns:a16="http://schemas.microsoft.com/office/drawing/2014/main" id="{AA8447E3-E044-E016-15A4-3525D2C8C337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0" y="2137501"/>
            <a:ext cx="12192000" cy="1318225"/>
          </a:xfrm>
        </p:spPr>
        <p:txBody>
          <a:bodyPr anchor="ctr">
            <a:normAutofit/>
          </a:bodyPr>
          <a:lstStyle/>
          <a:p>
            <a:pPr algn="ctr">
              <a:buNone/>
            </a:pPr>
            <a:r>
              <a:rPr lang="zh-TW" altLang="en-US" sz="6400" b="1" dirty="0">
                <a:solidFill>
                  <a:srgbClr val="000066"/>
                </a:solidFill>
                <a:latin typeface="微軟正黑體" pitchFamily="34" charset="-120"/>
                <a:ea typeface="微軟正黑體" pitchFamily="34" charset="-120"/>
              </a:rPr>
              <a:t>智仁勇全備  大哉天地王</a:t>
            </a:r>
          </a:p>
        </p:txBody>
      </p:sp>
      <p:sp>
        <p:nvSpPr>
          <p:cNvPr id="7" name="內容版面配置區 4">
            <a:extLst>
              <a:ext uri="{FF2B5EF4-FFF2-40B4-BE49-F238E27FC236}">
                <a16:creationId xmlns:a16="http://schemas.microsoft.com/office/drawing/2014/main" id="{999B8218-F21C-05D3-CF2E-AEAD6BCB62EA}"/>
              </a:ext>
            </a:extLst>
          </p:cNvPr>
          <p:cNvSpPr txBox="1">
            <a:spLocks/>
          </p:cNvSpPr>
          <p:nvPr/>
        </p:nvSpPr>
        <p:spPr>
          <a:xfrm>
            <a:off x="0" y="3087050"/>
            <a:ext cx="12192000" cy="1318225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>
            <a:lvl1pPr marL="457189" indent="-457189" algn="l" defTabSz="121917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4267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990575" indent="-380990" algn="l" defTabSz="1219170" rtl="0" eaLnBrk="1" latinLnBrk="0" hangingPunct="1">
              <a:spcBef>
                <a:spcPct val="20000"/>
              </a:spcBef>
              <a:buFont typeface="Arial" pitchFamily="34" charset="0"/>
              <a:buChar char="–"/>
              <a:defRPr sz="3733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523962" indent="-304792" algn="l" defTabSz="121917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32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2133547" indent="-304792" algn="l" defTabSz="1219170" rtl="0" eaLnBrk="1" latinLnBrk="0" hangingPunct="1">
              <a:spcBef>
                <a:spcPct val="20000"/>
              </a:spcBef>
              <a:buFont typeface="Arial" pitchFamily="34" charset="0"/>
              <a:buChar char="–"/>
              <a:defRPr sz="2667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743131" indent="-304792" algn="l" defTabSz="1219170" rtl="0" eaLnBrk="1" latinLnBrk="0" hangingPunct="1">
              <a:spcBef>
                <a:spcPct val="20000"/>
              </a:spcBef>
              <a:buFont typeface="Arial" pitchFamily="34" charset="0"/>
              <a:buChar char="»"/>
              <a:defRPr sz="2667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3352716" indent="-304792" algn="l" defTabSz="121917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667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3962301" indent="-304792" algn="l" defTabSz="121917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667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4571886" indent="-304792" algn="l" defTabSz="121917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667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5181470" indent="-304792" algn="l" defTabSz="121917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667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 algn="ctr">
              <a:buNone/>
            </a:pPr>
            <a:r>
              <a:rPr lang="en-US" sz="4000" b="1" dirty="0" err="1">
                <a:solidFill>
                  <a:srgbClr val="660033"/>
                </a:solidFill>
                <a:latin typeface="Times New Roman" panose="02020603050405020304" pitchFamily="18" charset="0"/>
                <a:ea typeface="微軟正黑體" pitchFamily="34" charset="-120"/>
                <a:cs typeface="Times New Roman" panose="02020603050405020304" pitchFamily="18" charset="0"/>
              </a:rPr>
              <a:t>Đấng</a:t>
            </a:r>
            <a:r>
              <a:rPr lang="en-US" sz="4000" b="1" dirty="0">
                <a:solidFill>
                  <a:srgbClr val="660033"/>
                </a:solidFill>
                <a:latin typeface="Times New Roman" panose="02020603050405020304" pitchFamily="18" charset="0"/>
                <a:ea typeface="微軟正黑體" pitchFamily="34" charset="-120"/>
                <a:cs typeface="Times New Roman" panose="02020603050405020304" pitchFamily="18" charset="0"/>
              </a:rPr>
              <a:t> </a:t>
            </a:r>
            <a:r>
              <a:rPr lang="en-US" sz="4000" b="1" dirty="0" err="1">
                <a:solidFill>
                  <a:srgbClr val="660033"/>
                </a:solidFill>
                <a:latin typeface="Times New Roman" panose="02020603050405020304" pitchFamily="18" charset="0"/>
                <a:ea typeface="微軟正黑體" pitchFamily="34" charset="-120"/>
                <a:cs typeface="Times New Roman" panose="02020603050405020304" pitchFamily="18" charset="0"/>
              </a:rPr>
              <a:t>linh</a:t>
            </a:r>
            <a:r>
              <a:rPr lang="en-US" sz="4000" b="1" dirty="0">
                <a:solidFill>
                  <a:srgbClr val="660033"/>
                </a:solidFill>
                <a:latin typeface="Times New Roman" panose="02020603050405020304" pitchFamily="18" charset="0"/>
                <a:ea typeface="微軟正黑體" pitchFamily="34" charset="-120"/>
                <a:cs typeface="Times New Roman" panose="02020603050405020304" pitchFamily="18" charset="0"/>
              </a:rPr>
              <a:t> </a:t>
            </a:r>
            <a:r>
              <a:rPr lang="en-US" sz="4000" b="1" dirty="0" err="1">
                <a:solidFill>
                  <a:srgbClr val="660033"/>
                </a:solidFill>
                <a:latin typeface="Times New Roman" panose="02020603050405020304" pitchFamily="18" charset="0"/>
                <a:ea typeface="微軟正黑體" pitchFamily="34" charset="-120"/>
                <a:cs typeface="Times New Roman" panose="02020603050405020304" pitchFamily="18" charset="0"/>
              </a:rPr>
              <a:t>năng</a:t>
            </a:r>
            <a:r>
              <a:rPr lang="en-US" sz="4000" b="1" dirty="0">
                <a:solidFill>
                  <a:srgbClr val="660033"/>
                </a:solidFill>
                <a:latin typeface="Times New Roman" panose="02020603050405020304" pitchFamily="18" charset="0"/>
                <a:ea typeface="微軟正黑體" pitchFamily="34" charset="-120"/>
                <a:cs typeface="Times New Roman" panose="02020603050405020304" pitchFamily="18" charset="0"/>
              </a:rPr>
              <a:t>, </a:t>
            </a:r>
            <a:r>
              <a:rPr lang="en-US" sz="4000" b="1" dirty="0" err="1">
                <a:solidFill>
                  <a:srgbClr val="660033"/>
                </a:solidFill>
                <a:latin typeface="Times New Roman" panose="02020603050405020304" pitchFamily="18" charset="0"/>
                <a:ea typeface="微軟正黑體" pitchFamily="34" charset="-120"/>
                <a:cs typeface="Times New Roman" panose="02020603050405020304" pitchFamily="18" charset="0"/>
              </a:rPr>
              <a:t>thánh</a:t>
            </a:r>
            <a:r>
              <a:rPr lang="en-US" sz="4000" b="1" dirty="0">
                <a:solidFill>
                  <a:srgbClr val="660033"/>
                </a:solidFill>
                <a:latin typeface="Times New Roman" panose="02020603050405020304" pitchFamily="18" charset="0"/>
                <a:ea typeface="微軟正黑體" pitchFamily="34" charset="-120"/>
                <a:cs typeface="Times New Roman" panose="02020603050405020304" pitchFamily="18" charset="0"/>
              </a:rPr>
              <a:t> </a:t>
            </a:r>
            <a:r>
              <a:rPr lang="en-US" sz="4000" b="1" dirty="0" err="1">
                <a:solidFill>
                  <a:srgbClr val="660033"/>
                </a:solidFill>
                <a:latin typeface="Times New Roman" panose="02020603050405020304" pitchFamily="18" charset="0"/>
                <a:ea typeface="微軟正黑體" pitchFamily="34" charset="-120"/>
                <a:cs typeface="Times New Roman" panose="02020603050405020304" pitchFamily="18" charset="0"/>
              </a:rPr>
              <a:t>sạch</a:t>
            </a:r>
            <a:r>
              <a:rPr lang="en-US" sz="4000" b="1" dirty="0">
                <a:solidFill>
                  <a:srgbClr val="660033"/>
                </a:solidFill>
                <a:latin typeface="Times New Roman" panose="02020603050405020304" pitchFamily="18" charset="0"/>
                <a:ea typeface="微軟正黑體" pitchFamily="34" charset="-120"/>
                <a:cs typeface="Times New Roman" panose="02020603050405020304" pitchFamily="18" charset="0"/>
              </a:rPr>
              <a:t> </a:t>
            </a:r>
            <a:r>
              <a:rPr lang="en-US" sz="4000" b="1" dirty="0" err="1">
                <a:solidFill>
                  <a:srgbClr val="660033"/>
                </a:solidFill>
                <a:latin typeface="Times New Roman" panose="02020603050405020304" pitchFamily="18" charset="0"/>
                <a:ea typeface="微軟正黑體" pitchFamily="34" charset="-120"/>
                <a:cs typeface="Times New Roman" panose="02020603050405020304" pitchFamily="18" charset="0"/>
              </a:rPr>
              <a:t>với</a:t>
            </a:r>
            <a:r>
              <a:rPr lang="en-US" sz="4000" b="1" dirty="0">
                <a:solidFill>
                  <a:srgbClr val="660033"/>
                </a:solidFill>
                <a:latin typeface="Times New Roman" panose="02020603050405020304" pitchFamily="18" charset="0"/>
                <a:ea typeface="微軟正黑體" pitchFamily="34" charset="-120"/>
                <a:cs typeface="Times New Roman" panose="02020603050405020304" pitchFamily="18" charset="0"/>
              </a:rPr>
              <a:t> </a:t>
            </a:r>
            <a:r>
              <a:rPr lang="en-US" sz="4000" b="1" dirty="0" err="1">
                <a:solidFill>
                  <a:srgbClr val="660033"/>
                </a:solidFill>
                <a:latin typeface="Times New Roman" panose="02020603050405020304" pitchFamily="18" charset="0"/>
                <a:ea typeface="微軟正黑體" pitchFamily="34" charset="-120"/>
                <a:cs typeface="Times New Roman" panose="02020603050405020304" pitchFamily="18" charset="0"/>
              </a:rPr>
              <a:t>yêu</a:t>
            </a:r>
            <a:r>
              <a:rPr lang="en-US" sz="4000" b="1" dirty="0">
                <a:solidFill>
                  <a:srgbClr val="660033"/>
                </a:solidFill>
                <a:latin typeface="Times New Roman" panose="02020603050405020304" pitchFamily="18" charset="0"/>
                <a:ea typeface="微軟正黑體" pitchFamily="34" charset="-120"/>
                <a:cs typeface="Times New Roman" panose="02020603050405020304" pitchFamily="18" charset="0"/>
              </a:rPr>
              <a:t> </a:t>
            </a:r>
            <a:r>
              <a:rPr lang="en-US" sz="4000" b="1" dirty="0" err="1">
                <a:solidFill>
                  <a:srgbClr val="660033"/>
                </a:solidFill>
                <a:latin typeface="Times New Roman" panose="02020603050405020304" pitchFamily="18" charset="0"/>
                <a:ea typeface="微軟正黑體" pitchFamily="34" charset="-120"/>
                <a:cs typeface="Times New Roman" panose="02020603050405020304" pitchFamily="18" charset="0"/>
              </a:rPr>
              <a:t>thương</a:t>
            </a:r>
            <a:r>
              <a:rPr lang="en-US" sz="4000" b="1" dirty="0">
                <a:solidFill>
                  <a:srgbClr val="660033"/>
                </a:solidFill>
                <a:latin typeface="Times New Roman" panose="02020603050405020304" pitchFamily="18" charset="0"/>
                <a:ea typeface="微軟正黑體" pitchFamily="34" charset="-120"/>
                <a:cs typeface="Times New Roman" panose="02020603050405020304" pitchFamily="18" charset="0"/>
              </a:rPr>
              <a:t> </a:t>
            </a:r>
            <a:r>
              <a:rPr lang="en-US" sz="4000" b="1" dirty="0" err="1">
                <a:solidFill>
                  <a:srgbClr val="660033"/>
                </a:solidFill>
                <a:latin typeface="Times New Roman" panose="02020603050405020304" pitchFamily="18" charset="0"/>
                <a:ea typeface="微軟正黑體" pitchFamily="34" charset="-120"/>
                <a:cs typeface="Times New Roman" panose="02020603050405020304" pitchFamily="18" charset="0"/>
              </a:rPr>
              <a:t>hoàn</a:t>
            </a:r>
            <a:r>
              <a:rPr lang="en-US" sz="4000" b="1" dirty="0">
                <a:solidFill>
                  <a:srgbClr val="660033"/>
                </a:solidFill>
                <a:latin typeface="Times New Roman" panose="02020603050405020304" pitchFamily="18" charset="0"/>
                <a:ea typeface="微軟正黑體" pitchFamily="34" charset="-120"/>
                <a:cs typeface="Times New Roman" panose="02020603050405020304" pitchFamily="18" charset="0"/>
              </a:rPr>
              <a:t> </a:t>
            </a:r>
            <a:r>
              <a:rPr lang="en-US" sz="4000" b="1" dirty="0" err="1">
                <a:solidFill>
                  <a:srgbClr val="660033"/>
                </a:solidFill>
                <a:latin typeface="Times New Roman" panose="02020603050405020304" pitchFamily="18" charset="0"/>
                <a:ea typeface="微軟正黑體" pitchFamily="34" charset="-120"/>
                <a:cs typeface="Times New Roman" panose="02020603050405020304" pitchFamily="18" charset="0"/>
              </a:rPr>
              <a:t>toàn</a:t>
            </a:r>
            <a:endParaRPr lang="en-US" sz="4000" b="1" dirty="0">
              <a:solidFill>
                <a:srgbClr val="660033"/>
              </a:solidFill>
              <a:latin typeface="Times New Roman" panose="02020603050405020304" pitchFamily="18" charset="0"/>
              <a:ea typeface="微軟正黑體" pitchFamily="34" charset="-120"/>
              <a:cs typeface="Times New Roman" panose="02020603050405020304" pitchFamily="18" charset="0"/>
            </a:endParaRPr>
          </a:p>
        </p:txBody>
      </p:sp>
      <p:sp>
        <p:nvSpPr>
          <p:cNvPr id="8" name="TextBox 7">
            <a:extLst>
              <a:ext uri="{FF2B5EF4-FFF2-40B4-BE49-F238E27FC236}">
                <a16:creationId xmlns:a16="http://schemas.microsoft.com/office/drawing/2014/main" id="{385249D5-E36D-C325-0487-9FFA2A83EDC2}"/>
              </a:ext>
            </a:extLst>
          </p:cNvPr>
          <p:cNvSpPr txBox="1"/>
          <p:nvPr/>
        </p:nvSpPr>
        <p:spPr>
          <a:xfrm>
            <a:off x="0" y="5253203"/>
            <a:ext cx="12192000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2800" b="1" dirty="0">
                <a:solidFill>
                  <a:srgbClr val="000066"/>
                </a:solidFill>
                <a:effectLst/>
                <a:latin typeface="+mj-lt"/>
                <a:ea typeface="Microsoft JhengHei" panose="020B0604030504040204" pitchFamily="34" charset="-120"/>
              </a:rPr>
              <a:t>( </a:t>
            </a:r>
            <a:r>
              <a:rPr lang="en-US" altLang="zh-CN" sz="2800" b="1" dirty="0">
                <a:solidFill>
                  <a:srgbClr val="000066"/>
                </a:solidFill>
                <a:effectLst/>
                <a:latin typeface="+mj-lt"/>
                <a:ea typeface="Microsoft JhengHei" panose="020B0604030504040204" pitchFamily="34" charset="-120"/>
              </a:rPr>
              <a:t>3 / 4</a:t>
            </a:r>
            <a:r>
              <a:rPr lang="en-US" sz="2800" b="1" dirty="0">
                <a:solidFill>
                  <a:srgbClr val="000066"/>
                </a:solidFill>
                <a:effectLst/>
                <a:latin typeface="+mj-lt"/>
                <a:ea typeface="Microsoft JhengHei" panose="020B0604030504040204" pitchFamily="34" charset="-120"/>
              </a:rPr>
              <a:t> )</a:t>
            </a:r>
            <a:endParaRPr lang="vi-VN" sz="2800" b="1" dirty="0">
              <a:solidFill>
                <a:srgbClr val="000066"/>
              </a:solidFill>
              <a:effectLst/>
              <a:latin typeface="+mj-lt"/>
              <a:ea typeface="Microsoft JhengHei" panose="020B0604030504040204" pitchFamily="34" charset="-120"/>
            </a:endParaRPr>
          </a:p>
        </p:txBody>
      </p:sp>
    </p:spTree>
    <p:extLst>
      <p:ext uri="{BB962C8B-B14F-4D97-AF65-F5344CB8AC3E}">
        <p14:creationId xmlns:p14="http://schemas.microsoft.com/office/powerpoint/2010/main" val="801157863"/>
      </p:ext>
    </p:extLst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64DA30CD-CAC3-A355-50B1-03C0A7E36BD5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內容版面配置區 4">
            <a:extLst>
              <a:ext uri="{FF2B5EF4-FFF2-40B4-BE49-F238E27FC236}">
                <a16:creationId xmlns:a16="http://schemas.microsoft.com/office/drawing/2014/main" id="{DB24161B-0C1C-519E-29D3-C53308BD162A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0" y="2137501"/>
            <a:ext cx="12192000" cy="1318225"/>
          </a:xfrm>
        </p:spPr>
        <p:txBody>
          <a:bodyPr anchor="ctr">
            <a:normAutofit/>
          </a:bodyPr>
          <a:lstStyle/>
          <a:p>
            <a:pPr algn="ctr">
              <a:buNone/>
            </a:pPr>
            <a:r>
              <a:rPr lang="zh-TW" altLang="en-US" sz="6400" b="1" dirty="0">
                <a:solidFill>
                  <a:srgbClr val="000066"/>
                </a:solidFill>
                <a:latin typeface="微軟正黑體" pitchFamily="34" charset="-120"/>
                <a:ea typeface="微軟正黑體" pitchFamily="34" charset="-120"/>
              </a:rPr>
              <a:t>聖哉  聖哉  聖哉</a:t>
            </a:r>
          </a:p>
        </p:txBody>
      </p:sp>
      <p:sp>
        <p:nvSpPr>
          <p:cNvPr id="7" name="內容版面配置區 4">
            <a:extLst>
              <a:ext uri="{FF2B5EF4-FFF2-40B4-BE49-F238E27FC236}">
                <a16:creationId xmlns:a16="http://schemas.microsoft.com/office/drawing/2014/main" id="{57A13FBE-A5B2-C2F4-3320-D37B32A94E68}"/>
              </a:ext>
            </a:extLst>
          </p:cNvPr>
          <p:cNvSpPr txBox="1">
            <a:spLocks/>
          </p:cNvSpPr>
          <p:nvPr/>
        </p:nvSpPr>
        <p:spPr>
          <a:xfrm>
            <a:off x="0" y="3087050"/>
            <a:ext cx="12192000" cy="1318225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>
            <a:lvl1pPr marL="457189" indent="-457189" algn="l" defTabSz="121917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4267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990575" indent="-380990" algn="l" defTabSz="1219170" rtl="0" eaLnBrk="1" latinLnBrk="0" hangingPunct="1">
              <a:spcBef>
                <a:spcPct val="20000"/>
              </a:spcBef>
              <a:buFont typeface="Arial" pitchFamily="34" charset="0"/>
              <a:buChar char="–"/>
              <a:defRPr sz="3733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523962" indent="-304792" algn="l" defTabSz="121917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32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2133547" indent="-304792" algn="l" defTabSz="1219170" rtl="0" eaLnBrk="1" latinLnBrk="0" hangingPunct="1">
              <a:spcBef>
                <a:spcPct val="20000"/>
              </a:spcBef>
              <a:buFont typeface="Arial" pitchFamily="34" charset="0"/>
              <a:buChar char="–"/>
              <a:defRPr sz="2667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743131" indent="-304792" algn="l" defTabSz="1219170" rtl="0" eaLnBrk="1" latinLnBrk="0" hangingPunct="1">
              <a:spcBef>
                <a:spcPct val="20000"/>
              </a:spcBef>
              <a:buFont typeface="Arial" pitchFamily="34" charset="0"/>
              <a:buChar char="»"/>
              <a:defRPr sz="2667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3352716" indent="-304792" algn="l" defTabSz="121917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667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3962301" indent="-304792" algn="l" defTabSz="121917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667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4571886" indent="-304792" algn="l" defTabSz="121917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667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5181470" indent="-304792" algn="l" defTabSz="121917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667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 algn="ctr">
              <a:buNone/>
            </a:pPr>
            <a:r>
              <a:rPr lang="en-US" sz="4000" b="1" dirty="0">
                <a:solidFill>
                  <a:srgbClr val="660033"/>
                </a:solidFill>
                <a:latin typeface="Times New Roman" panose="02020603050405020304" pitchFamily="18" charset="0"/>
                <a:ea typeface="微軟正黑體" pitchFamily="34" charset="-120"/>
                <a:cs typeface="Times New Roman" panose="02020603050405020304" pitchFamily="18" charset="0"/>
              </a:rPr>
              <a:t>Thánh </a:t>
            </a:r>
            <a:r>
              <a:rPr lang="en-US" sz="4000" b="1" dirty="0" err="1">
                <a:solidFill>
                  <a:srgbClr val="660033"/>
                </a:solidFill>
                <a:latin typeface="Times New Roman" panose="02020603050405020304" pitchFamily="18" charset="0"/>
                <a:ea typeface="微軟正黑體" pitchFamily="34" charset="-120"/>
                <a:cs typeface="Times New Roman" panose="02020603050405020304" pitchFamily="18" charset="0"/>
              </a:rPr>
              <a:t>thay</a:t>
            </a:r>
            <a:r>
              <a:rPr lang="en-US" sz="4000" b="1" dirty="0">
                <a:solidFill>
                  <a:srgbClr val="660033"/>
                </a:solidFill>
                <a:latin typeface="Times New Roman" panose="02020603050405020304" pitchFamily="18" charset="0"/>
                <a:ea typeface="微軟正黑體" pitchFamily="34" charset="-120"/>
                <a:cs typeface="Times New Roman" panose="02020603050405020304" pitchFamily="18" charset="0"/>
              </a:rPr>
              <a:t>, Thánh </a:t>
            </a:r>
            <a:r>
              <a:rPr lang="en-US" sz="4000" b="1" dirty="0" err="1">
                <a:solidFill>
                  <a:srgbClr val="660033"/>
                </a:solidFill>
                <a:latin typeface="Times New Roman" panose="02020603050405020304" pitchFamily="18" charset="0"/>
                <a:ea typeface="微軟正黑體" pitchFamily="34" charset="-120"/>
                <a:cs typeface="Times New Roman" panose="02020603050405020304" pitchFamily="18" charset="0"/>
              </a:rPr>
              <a:t>thay</a:t>
            </a:r>
            <a:r>
              <a:rPr lang="en-US" sz="4000" b="1" dirty="0">
                <a:solidFill>
                  <a:srgbClr val="660033"/>
                </a:solidFill>
                <a:latin typeface="Times New Roman" panose="02020603050405020304" pitchFamily="18" charset="0"/>
                <a:ea typeface="微軟正黑體" pitchFamily="34" charset="-120"/>
                <a:cs typeface="Times New Roman" panose="02020603050405020304" pitchFamily="18" charset="0"/>
              </a:rPr>
              <a:t>, Thánh </a:t>
            </a:r>
            <a:r>
              <a:rPr lang="en-US" sz="4000" b="1" dirty="0" err="1">
                <a:solidFill>
                  <a:srgbClr val="660033"/>
                </a:solidFill>
                <a:latin typeface="Times New Roman" panose="02020603050405020304" pitchFamily="18" charset="0"/>
                <a:ea typeface="微軟正黑體" pitchFamily="34" charset="-120"/>
                <a:cs typeface="Times New Roman" panose="02020603050405020304" pitchFamily="18" charset="0"/>
              </a:rPr>
              <a:t>thay</a:t>
            </a:r>
            <a:r>
              <a:rPr lang="en-US" sz="4000" b="1" dirty="0">
                <a:solidFill>
                  <a:srgbClr val="660033"/>
                </a:solidFill>
                <a:latin typeface="Times New Roman" panose="02020603050405020304" pitchFamily="18" charset="0"/>
                <a:ea typeface="微軟正黑體" pitchFamily="34" charset="-120"/>
                <a:cs typeface="Times New Roman" panose="02020603050405020304" pitchFamily="18" charset="0"/>
              </a:rPr>
              <a:t>!</a:t>
            </a:r>
          </a:p>
        </p:txBody>
      </p:sp>
      <p:sp>
        <p:nvSpPr>
          <p:cNvPr id="8" name="TextBox 7">
            <a:extLst>
              <a:ext uri="{FF2B5EF4-FFF2-40B4-BE49-F238E27FC236}">
                <a16:creationId xmlns:a16="http://schemas.microsoft.com/office/drawing/2014/main" id="{90B68BC6-F898-D32A-64B6-3C0606B6EB45}"/>
              </a:ext>
            </a:extLst>
          </p:cNvPr>
          <p:cNvSpPr txBox="1"/>
          <p:nvPr/>
        </p:nvSpPr>
        <p:spPr>
          <a:xfrm>
            <a:off x="0" y="5253203"/>
            <a:ext cx="12192000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2800" b="1" dirty="0">
                <a:solidFill>
                  <a:srgbClr val="000066"/>
                </a:solidFill>
                <a:ea typeface="Microsoft JhengHei" panose="020B0604030504040204" pitchFamily="34" charset="-120"/>
              </a:rPr>
              <a:t>( </a:t>
            </a:r>
            <a:r>
              <a:rPr lang="en-US" altLang="zh-CN" sz="2800" b="1" dirty="0">
                <a:solidFill>
                  <a:srgbClr val="000066"/>
                </a:solidFill>
                <a:ea typeface="Microsoft JhengHei" panose="020B0604030504040204" pitchFamily="34" charset="-120"/>
              </a:rPr>
              <a:t>4 / 4</a:t>
            </a:r>
            <a:r>
              <a:rPr lang="en-US" sz="2800" b="1" dirty="0">
                <a:solidFill>
                  <a:srgbClr val="000066"/>
                </a:solidFill>
                <a:ea typeface="Microsoft JhengHei" panose="020B0604030504040204" pitchFamily="34" charset="-120"/>
              </a:rPr>
              <a:t> )</a:t>
            </a:r>
            <a:endParaRPr lang="vi-VN" sz="2800" b="1" dirty="0">
              <a:solidFill>
                <a:srgbClr val="000066"/>
              </a:solidFill>
              <a:ea typeface="Microsoft JhengHei" panose="020B0604030504040204" pitchFamily="34" charset="-120"/>
            </a:endParaRPr>
          </a:p>
        </p:txBody>
      </p:sp>
    </p:spTree>
    <p:extLst>
      <p:ext uri="{BB962C8B-B14F-4D97-AF65-F5344CB8AC3E}">
        <p14:creationId xmlns:p14="http://schemas.microsoft.com/office/powerpoint/2010/main" val="1835269511"/>
      </p:ext>
    </p:extLst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44EE8E71-3ADE-48D6-6B18-F976D46F8EF6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內容版面配置區 4">
            <a:extLst>
              <a:ext uri="{FF2B5EF4-FFF2-40B4-BE49-F238E27FC236}">
                <a16:creationId xmlns:a16="http://schemas.microsoft.com/office/drawing/2014/main" id="{175FB2CB-914E-216A-78DF-666FFA4DB27B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0" y="2137501"/>
            <a:ext cx="12192000" cy="1318225"/>
          </a:xfrm>
        </p:spPr>
        <p:txBody>
          <a:bodyPr anchor="ctr">
            <a:normAutofit/>
          </a:bodyPr>
          <a:lstStyle/>
          <a:p>
            <a:pPr algn="ctr">
              <a:buNone/>
            </a:pPr>
            <a:r>
              <a:rPr lang="zh-TW" altLang="en-US" sz="6400" b="1" dirty="0">
                <a:solidFill>
                  <a:srgbClr val="000066"/>
                </a:solidFill>
                <a:latin typeface="微軟正黑體" pitchFamily="34" charset="-120"/>
                <a:ea typeface="微軟正黑體" pitchFamily="34" charset="-120"/>
              </a:rPr>
              <a:t>全能大主宰</a:t>
            </a:r>
          </a:p>
        </p:txBody>
      </p:sp>
      <p:sp>
        <p:nvSpPr>
          <p:cNvPr id="7" name="內容版面配置區 4">
            <a:extLst>
              <a:ext uri="{FF2B5EF4-FFF2-40B4-BE49-F238E27FC236}">
                <a16:creationId xmlns:a16="http://schemas.microsoft.com/office/drawing/2014/main" id="{5F821DED-EBCC-95F1-516E-D30797CB11E2}"/>
              </a:ext>
            </a:extLst>
          </p:cNvPr>
          <p:cNvSpPr txBox="1">
            <a:spLocks/>
          </p:cNvSpPr>
          <p:nvPr/>
        </p:nvSpPr>
        <p:spPr>
          <a:xfrm>
            <a:off x="0" y="3087050"/>
            <a:ext cx="12192000" cy="1318225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>
            <a:lvl1pPr marL="457189" indent="-457189" algn="l" defTabSz="121917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4267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990575" indent="-380990" algn="l" defTabSz="1219170" rtl="0" eaLnBrk="1" latinLnBrk="0" hangingPunct="1">
              <a:spcBef>
                <a:spcPct val="20000"/>
              </a:spcBef>
              <a:buFont typeface="Arial" pitchFamily="34" charset="0"/>
              <a:buChar char="–"/>
              <a:defRPr sz="3733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523962" indent="-304792" algn="l" defTabSz="121917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32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2133547" indent="-304792" algn="l" defTabSz="1219170" rtl="0" eaLnBrk="1" latinLnBrk="0" hangingPunct="1">
              <a:spcBef>
                <a:spcPct val="20000"/>
              </a:spcBef>
              <a:buFont typeface="Arial" pitchFamily="34" charset="0"/>
              <a:buChar char="–"/>
              <a:defRPr sz="2667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743131" indent="-304792" algn="l" defTabSz="1219170" rtl="0" eaLnBrk="1" latinLnBrk="0" hangingPunct="1">
              <a:spcBef>
                <a:spcPct val="20000"/>
              </a:spcBef>
              <a:buFont typeface="Arial" pitchFamily="34" charset="0"/>
              <a:buChar char="»"/>
              <a:defRPr sz="2667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3352716" indent="-304792" algn="l" defTabSz="121917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667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3962301" indent="-304792" algn="l" defTabSz="121917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667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4571886" indent="-304792" algn="l" defTabSz="121917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667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5181470" indent="-304792" algn="l" defTabSz="121917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667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 algn="ctr">
              <a:buNone/>
            </a:pPr>
            <a:r>
              <a:rPr lang="en-US" sz="4000" b="1" dirty="0" err="1">
                <a:solidFill>
                  <a:srgbClr val="660033"/>
                </a:solidFill>
                <a:latin typeface="Times New Roman" panose="02020603050405020304" pitchFamily="18" charset="0"/>
                <a:ea typeface="微軟正黑體" pitchFamily="34" charset="-120"/>
                <a:cs typeface="Times New Roman" panose="02020603050405020304" pitchFamily="18" charset="0"/>
              </a:rPr>
              <a:t>Đấng</a:t>
            </a:r>
            <a:r>
              <a:rPr lang="en-US" sz="4000" b="1" dirty="0">
                <a:solidFill>
                  <a:srgbClr val="660033"/>
                </a:solidFill>
                <a:latin typeface="Times New Roman" panose="02020603050405020304" pitchFamily="18" charset="0"/>
                <a:ea typeface="微軟正黑體" pitchFamily="34" charset="-120"/>
                <a:cs typeface="Times New Roman" panose="02020603050405020304" pitchFamily="18" charset="0"/>
              </a:rPr>
              <a:t> </a:t>
            </a:r>
            <a:r>
              <a:rPr lang="en-US" sz="4000" b="1" dirty="0" err="1">
                <a:solidFill>
                  <a:srgbClr val="660033"/>
                </a:solidFill>
                <a:latin typeface="Times New Roman" panose="02020603050405020304" pitchFamily="18" charset="0"/>
                <a:ea typeface="微軟正黑體" pitchFamily="34" charset="-120"/>
                <a:cs typeface="Times New Roman" panose="02020603050405020304" pitchFamily="18" charset="0"/>
              </a:rPr>
              <a:t>Chủ</a:t>
            </a:r>
            <a:r>
              <a:rPr lang="en-US" sz="4000" b="1" dirty="0">
                <a:solidFill>
                  <a:srgbClr val="660033"/>
                </a:solidFill>
                <a:latin typeface="Times New Roman" panose="02020603050405020304" pitchFamily="18" charset="0"/>
                <a:ea typeface="微軟正黑體" pitchFamily="34" charset="-120"/>
                <a:cs typeface="Times New Roman" panose="02020603050405020304" pitchFamily="18" charset="0"/>
              </a:rPr>
              <a:t> </a:t>
            </a:r>
            <a:r>
              <a:rPr lang="en-US" sz="4000" b="1" dirty="0" err="1">
                <a:solidFill>
                  <a:srgbClr val="660033"/>
                </a:solidFill>
                <a:latin typeface="Times New Roman" panose="02020603050405020304" pitchFamily="18" charset="0"/>
                <a:ea typeface="微軟正黑體" pitchFamily="34" charset="-120"/>
                <a:cs typeface="Times New Roman" panose="02020603050405020304" pitchFamily="18" charset="0"/>
              </a:rPr>
              <a:t>tể</a:t>
            </a:r>
            <a:r>
              <a:rPr lang="en-US" sz="4000" b="1" dirty="0">
                <a:solidFill>
                  <a:srgbClr val="660033"/>
                </a:solidFill>
                <a:latin typeface="Times New Roman" panose="02020603050405020304" pitchFamily="18" charset="0"/>
                <a:ea typeface="微軟正黑體" pitchFamily="34" charset="-120"/>
                <a:cs typeface="Times New Roman" panose="02020603050405020304" pitchFamily="18" charset="0"/>
              </a:rPr>
              <a:t> </a:t>
            </a:r>
            <a:r>
              <a:rPr lang="en-US" sz="4000" b="1" dirty="0" err="1">
                <a:solidFill>
                  <a:srgbClr val="660033"/>
                </a:solidFill>
                <a:latin typeface="Times New Roman" panose="02020603050405020304" pitchFamily="18" charset="0"/>
                <a:ea typeface="微軟正黑體" pitchFamily="34" charset="-120"/>
                <a:cs typeface="Times New Roman" panose="02020603050405020304" pitchFamily="18" charset="0"/>
              </a:rPr>
              <a:t>oai</a:t>
            </a:r>
            <a:r>
              <a:rPr lang="en-US" sz="4000" b="1" dirty="0">
                <a:solidFill>
                  <a:srgbClr val="660033"/>
                </a:solidFill>
                <a:latin typeface="Times New Roman" panose="02020603050405020304" pitchFamily="18" charset="0"/>
                <a:ea typeface="微軟正黑體" pitchFamily="34" charset="-120"/>
                <a:cs typeface="Times New Roman" panose="02020603050405020304" pitchFamily="18" charset="0"/>
              </a:rPr>
              <a:t> </a:t>
            </a:r>
            <a:r>
              <a:rPr lang="en-US" sz="4000" b="1" dirty="0" err="1">
                <a:solidFill>
                  <a:srgbClr val="660033"/>
                </a:solidFill>
                <a:latin typeface="Times New Roman" panose="02020603050405020304" pitchFamily="18" charset="0"/>
                <a:ea typeface="微軟正黑體" pitchFamily="34" charset="-120"/>
                <a:cs typeface="Times New Roman" panose="02020603050405020304" pitchFamily="18" charset="0"/>
              </a:rPr>
              <a:t>quyền</a:t>
            </a:r>
            <a:r>
              <a:rPr lang="en-US" sz="4000" b="1" dirty="0">
                <a:solidFill>
                  <a:srgbClr val="660033"/>
                </a:solidFill>
                <a:latin typeface="Times New Roman" panose="02020603050405020304" pitchFamily="18" charset="0"/>
                <a:ea typeface="微軟正黑體" pitchFamily="34" charset="-120"/>
                <a:cs typeface="Times New Roman" panose="02020603050405020304" pitchFamily="18" charset="0"/>
              </a:rPr>
              <a:t>!</a:t>
            </a:r>
          </a:p>
        </p:txBody>
      </p:sp>
      <p:sp>
        <p:nvSpPr>
          <p:cNvPr id="8" name="TextBox 7">
            <a:extLst>
              <a:ext uri="{FF2B5EF4-FFF2-40B4-BE49-F238E27FC236}">
                <a16:creationId xmlns:a16="http://schemas.microsoft.com/office/drawing/2014/main" id="{E93AF54D-3490-A3DB-375E-BB990A92F5C7}"/>
              </a:ext>
            </a:extLst>
          </p:cNvPr>
          <p:cNvSpPr txBox="1"/>
          <p:nvPr/>
        </p:nvSpPr>
        <p:spPr>
          <a:xfrm>
            <a:off x="0" y="5253203"/>
            <a:ext cx="12192000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2800" b="1" dirty="0">
                <a:solidFill>
                  <a:srgbClr val="000066"/>
                </a:solidFill>
                <a:ea typeface="Microsoft JhengHei" panose="020B0604030504040204" pitchFamily="34" charset="-120"/>
              </a:rPr>
              <a:t>( </a:t>
            </a:r>
            <a:r>
              <a:rPr lang="en-US" altLang="zh-CN" sz="2800" b="1" dirty="0">
                <a:solidFill>
                  <a:srgbClr val="000066"/>
                </a:solidFill>
                <a:ea typeface="Microsoft JhengHei" panose="020B0604030504040204" pitchFamily="34" charset="-120"/>
              </a:rPr>
              <a:t>4 / 4</a:t>
            </a:r>
            <a:r>
              <a:rPr lang="en-US" sz="2800" b="1" dirty="0">
                <a:solidFill>
                  <a:srgbClr val="000066"/>
                </a:solidFill>
                <a:ea typeface="Microsoft JhengHei" panose="020B0604030504040204" pitchFamily="34" charset="-120"/>
              </a:rPr>
              <a:t> )</a:t>
            </a:r>
            <a:endParaRPr lang="vi-VN" sz="2800" b="1" dirty="0">
              <a:solidFill>
                <a:srgbClr val="000066"/>
              </a:solidFill>
              <a:ea typeface="Microsoft JhengHei" panose="020B0604030504040204" pitchFamily="34" charset="-120"/>
            </a:endParaRPr>
          </a:p>
        </p:txBody>
      </p:sp>
    </p:spTree>
    <p:extLst>
      <p:ext uri="{BB962C8B-B14F-4D97-AF65-F5344CB8AC3E}">
        <p14:creationId xmlns:p14="http://schemas.microsoft.com/office/powerpoint/2010/main" val="3359128835"/>
      </p:ext>
    </p:extLst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59A8C9DD-3283-3F96-3019-F0F5A136E06A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內容版面配置區 4">
            <a:extLst>
              <a:ext uri="{FF2B5EF4-FFF2-40B4-BE49-F238E27FC236}">
                <a16:creationId xmlns:a16="http://schemas.microsoft.com/office/drawing/2014/main" id="{C1B6A38E-7449-EE69-F756-C1507B724298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0" y="2137501"/>
            <a:ext cx="12192000" cy="1318225"/>
          </a:xfrm>
        </p:spPr>
        <p:txBody>
          <a:bodyPr anchor="ctr">
            <a:normAutofit/>
          </a:bodyPr>
          <a:lstStyle/>
          <a:p>
            <a:pPr algn="ctr">
              <a:buNone/>
            </a:pPr>
            <a:r>
              <a:rPr lang="zh-TW" altLang="en-US" sz="6400" b="1" dirty="0">
                <a:solidFill>
                  <a:srgbClr val="000066"/>
                </a:solidFill>
                <a:latin typeface="微軟正黑體" pitchFamily="34" charset="-120"/>
                <a:ea typeface="微軟正黑體" pitchFamily="34" charset="-120"/>
              </a:rPr>
              <a:t>天上地下海中  萬物頌主聖名</a:t>
            </a:r>
          </a:p>
        </p:txBody>
      </p:sp>
      <p:sp>
        <p:nvSpPr>
          <p:cNvPr id="7" name="內容版面配置區 4">
            <a:extLst>
              <a:ext uri="{FF2B5EF4-FFF2-40B4-BE49-F238E27FC236}">
                <a16:creationId xmlns:a16="http://schemas.microsoft.com/office/drawing/2014/main" id="{B8B5F6AE-07D8-130B-09BE-EFABC32E003C}"/>
              </a:ext>
            </a:extLst>
          </p:cNvPr>
          <p:cNvSpPr txBox="1">
            <a:spLocks/>
          </p:cNvSpPr>
          <p:nvPr/>
        </p:nvSpPr>
        <p:spPr>
          <a:xfrm>
            <a:off x="0" y="3087050"/>
            <a:ext cx="12192000" cy="1318225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>
            <a:lvl1pPr marL="457189" indent="-457189" algn="l" defTabSz="121917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4267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990575" indent="-380990" algn="l" defTabSz="1219170" rtl="0" eaLnBrk="1" latinLnBrk="0" hangingPunct="1">
              <a:spcBef>
                <a:spcPct val="20000"/>
              </a:spcBef>
              <a:buFont typeface="Arial" pitchFamily="34" charset="0"/>
              <a:buChar char="–"/>
              <a:defRPr sz="3733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523962" indent="-304792" algn="l" defTabSz="121917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32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2133547" indent="-304792" algn="l" defTabSz="1219170" rtl="0" eaLnBrk="1" latinLnBrk="0" hangingPunct="1">
              <a:spcBef>
                <a:spcPct val="20000"/>
              </a:spcBef>
              <a:buFont typeface="Arial" pitchFamily="34" charset="0"/>
              <a:buChar char="–"/>
              <a:defRPr sz="2667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743131" indent="-304792" algn="l" defTabSz="1219170" rtl="0" eaLnBrk="1" latinLnBrk="0" hangingPunct="1">
              <a:spcBef>
                <a:spcPct val="20000"/>
              </a:spcBef>
              <a:buFont typeface="Arial" pitchFamily="34" charset="0"/>
              <a:buChar char="»"/>
              <a:defRPr sz="2667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3352716" indent="-304792" algn="l" defTabSz="121917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667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3962301" indent="-304792" algn="l" defTabSz="121917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667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4571886" indent="-304792" algn="l" defTabSz="121917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667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5181470" indent="-304792" algn="l" defTabSz="121917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667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 algn="ctr">
              <a:buNone/>
            </a:pPr>
            <a:r>
              <a:rPr lang="en-US" sz="3600" b="1" dirty="0" err="1">
                <a:solidFill>
                  <a:srgbClr val="660033"/>
                </a:solidFill>
                <a:latin typeface="Times New Roman" panose="02020603050405020304" pitchFamily="18" charset="0"/>
                <a:ea typeface="微軟正黑體" pitchFamily="34" charset="-120"/>
                <a:cs typeface="Times New Roman" panose="02020603050405020304" pitchFamily="18" charset="0"/>
              </a:rPr>
              <a:t>Trên</a:t>
            </a:r>
            <a:r>
              <a:rPr lang="en-US" sz="3600" b="1" dirty="0">
                <a:solidFill>
                  <a:srgbClr val="660033"/>
                </a:solidFill>
                <a:latin typeface="Times New Roman" panose="02020603050405020304" pitchFamily="18" charset="0"/>
                <a:ea typeface="微軟正黑體" pitchFamily="34" charset="-120"/>
                <a:cs typeface="Times New Roman" panose="02020603050405020304" pitchFamily="18" charset="0"/>
              </a:rPr>
              <a:t> </a:t>
            </a:r>
            <a:r>
              <a:rPr lang="en-US" sz="3600" b="1" dirty="0" err="1">
                <a:solidFill>
                  <a:srgbClr val="660033"/>
                </a:solidFill>
                <a:latin typeface="Times New Roman" panose="02020603050405020304" pitchFamily="18" charset="0"/>
                <a:ea typeface="微軟正黑體" pitchFamily="34" charset="-120"/>
                <a:cs typeface="Times New Roman" panose="02020603050405020304" pitchFamily="18" charset="0"/>
              </a:rPr>
              <a:t>không</a:t>
            </a:r>
            <a:r>
              <a:rPr lang="en-US" sz="3600" b="1" dirty="0">
                <a:solidFill>
                  <a:srgbClr val="660033"/>
                </a:solidFill>
                <a:latin typeface="Times New Roman" panose="02020603050405020304" pitchFamily="18" charset="0"/>
                <a:ea typeface="微軟正黑體" pitchFamily="34" charset="-120"/>
                <a:cs typeface="Times New Roman" panose="02020603050405020304" pitchFamily="18" charset="0"/>
              </a:rPr>
              <a:t> </a:t>
            </a:r>
            <a:r>
              <a:rPr lang="en-US" sz="3600" b="1" dirty="0" err="1">
                <a:solidFill>
                  <a:srgbClr val="660033"/>
                </a:solidFill>
                <a:latin typeface="Times New Roman" panose="02020603050405020304" pitchFamily="18" charset="0"/>
                <a:ea typeface="微軟正黑體" pitchFamily="34" charset="-120"/>
                <a:cs typeface="Times New Roman" panose="02020603050405020304" pitchFamily="18" charset="0"/>
              </a:rPr>
              <a:t>trung</a:t>
            </a:r>
            <a:r>
              <a:rPr lang="en-US" sz="3600" b="1" dirty="0">
                <a:solidFill>
                  <a:srgbClr val="660033"/>
                </a:solidFill>
                <a:latin typeface="Times New Roman" panose="02020603050405020304" pitchFamily="18" charset="0"/>
                <a:ea typeface="微軟正黑體" pitchFamily="34" charset="-120"/>
                <a:cs typeface="Times New Roman" panose="02020603050405020304" pitchFamily="18" charset="0"/>
              </a:rPr>
              <a:t>, </a:t>
            </a:r>
            <a:r>
              <a:rPr lang="en-US" sz="3600" b="1" dirty="0" err="1">
                <a:solidFill>
                  <a:srgbClr val="660033"/>
                </a:solidFill>
                <a:latin typeface="Times New Roman" panose="02020603050405020304" pitchFamily="18" charset="0"/>
                <a:ea typeface="微軟正黑體" pitchFamily="34" charset="-120"/>
                <a:cs typeface="Times New Roman" panose="02020603050405020304" pitchFamily="18" charset="0"/>
              </a:rPr>
              <a:t>nơi</a:t>
            </a:r>
            <a:r>
              <a:rPr lang="en-US" sz="3600" b="1" dirty="0">
                <a:solidFill>
                  <a:srgbClr val="660033"/>
                </a:solidFill>
                <a:latin typeface="Times New Roman" panose="02020603050405020304" pitchFamily="18" charset="0"/>
                <a:ea typeface="微軟正黑體" pitchFamily="34" charset="-120"/>
                <a:cs typeface="Times New Roman" panose="02020603050405020304" pitchFamily="18" charset="0"/>
              </a:rPr>
              <a:t> </a:t>
            </a:r>
            <a:r>
              <a:rPr lang="en-US" sz="3600" b="1" dirty="0" err="1">
                <a:solidFill>
                  <a:srgbClr val="660033"/>
                </a:solidFill>
                <a:latin typeface="Times New Roman" panose="02020603050405020304" pitchFamily="18" charset="0"/>
                <a:ea typeface="微軟正黑體" pitchFamily="34" charset="-120"/>
                <a:cs typeface="Times New Roman" panose="02020603050405020304" pitchFamily="18" charset="0"/>
              </a:rPr>
              <a:t>đất</a:t>
            </a:r>
            <a:r>
              <a:rPr lang="en-US" sz="3600" b="1" dirty="0">
                <a:solidFill>
                  <a:srgbClr val="660033"/>
                </a:solidFill>
                <a:latin typeface="Times New Roman" panose="02020603050405020304" pitchFamily="18" charset="0"/>
                <a:ea typeface="微軟正黑體" pitchFamily="34" charset="-120"/>
                <a:cs typeface="Times New Roman" panose="02020603050405020304" pitchFamily="18" charset="0"/>
              </a:rPr>
              <a:t>, </a:t>
            </a:r>
            <a:r>
              <a:rPr lang="en-US" sz="3600" b="1" dirty="0" err="1">
                <a:solidFill>
                  <a:srgbClr val="660033"/>
                </a:solidFill>
                <a:latin typeface="Times New Roman" panose="02020603050405020304" pitchFamily="18" charset="0"/>
                <a:ea typeface="微軟正黑體" pitchFamily="34" charset="-120"/>
                <a:cs typeface="Times New Roman" panose="02020603050405020304" pitchFamily="18" charset="0"/>
              </a:rPr>
              <a:t>biển</a:t>
            </a:r>
            <a:r>
              <a:rPr lang="en-US" sz="3600" b="1" dirty="0">
                <a:solidFill>
                  <a:srgbClr val="660033"/>
                </a:solidFill>
                <a:latin typeface="Times New Roman" panose="02020603050405020304" pitchFamily="18" charset="0"/>
                <a:ea typeface="微軟正黑體" pitchFamily="34" charset="-120"/>
                <a:cs typeface="Times New Roman" panose="02020603050405020304" pitchFamily="18" charset="0"/>
              </a:rPr>
              <a:t>, </a:t>
            </a:r>
            <a:r>
              <a:rPr lang="en-US" sz="3600" b="1" dirty="0" err="1">
                <a:solidFill>
                  <a:srgbClr val="660033"/>
                </a:solidFill>
                <a:latin typeface="Times New Roman" panose="02020603050405020304" pitchFamily="18" charset="0"/>
                <a:ea typeface="微軟正黑體" pitchFamily="34" charset="-120"/>
                <a:cs typeface="Times New Roman" panose="02020603050405020304" pitchFamily="18" charset="0"/>
              </a:rPr>
              <a:t>muôn</a:t>
            </a:r>
            <a:r>
              <a:rPr lang="en-US" sz="3600" b="1" dirty="0">
                <a:solidFill>
                  <a:srgbClr val="660033"/>
                </a:solidFill>
                <a:latin typeface="Times New Roman" panose="02020603050405020304" pitchFamily="18" charset="0"/>
                <a:ea typeface="微軟正黑體" pitchFamily="34" charset="-120"/>
                <a:cs typeface="Times New Roman" panose="02020603050405020304" pitchFamily="18" charset="0"/>
              </a:rPr>
              <a:t> </a:t>
            </a:r>
            <a:r>
              <a:rPr lang="en-US" sz="3600" b="1" dirty="0" err="1">
                <a:solidFill>
                  <a:srgbClr val="660033"/>
                </a:solidFill>
                <a:latin typeface="Times New Roman" panose="02020603050405020304" pitchFamily="18" charset="0"/>
                <a:ea typeface="微軟正黑體" pitchFamily="34" charset="-120"/>
                <a:cs typeface="Times New Roman" panose="02020603050405020304" pitchFamily="18" charset="0"/>
              </a:rPr>
              <a:t>vật</a:t>
            </a:r>
            <a:r>
              <a:rPr lang="en-US" sz="3600" b="1" dirty="0">
                <a:solidFill>
                  <a:srgbClr val="660033"/>
                </a:solidFill>
                <a:latin typeface="Times New Roman" panose="02020603050405020304" pitchFamily="18" charset="0"/>
                <a:ea typeface="微軟正黑體" pitchFamily="34" charset="-120"/>
                <a:cs typeface="Times New Roman" panose="02020603050405020304" pitchFamily="18" charset="0"/>
              </a:rPr>
              <a:t> </a:t>
            </a:r>
            <a:r>
              <a:rPr lang="en-US" sz="3600" b="1" dirty="0" err="1">
                <a:solidFill>
                  <a:srgbClr val="660033"/>
                </a:solidFill>
                <a:latin typeface="Times New Roman" panose="02020603050405020304" pitchFamily="18" charset="0"/>
                <a:ea typeface="微軟正黑體" pitchFamily="34" charset="-120"/>
                <a:cs typeface="Times New Roman" panose="02020603050405020304" pitchFamily="18" charset="0"/>
              </a:rPr>
              <a:t>tôn</a:t>
            </a:r>
            <a:r>
              <a:rPr lang="en-US" sz="3600" b="1" dirty="0">
                <a:solidFill>
                  <a:srgbClr val="660033"/>
                </a:solidFill>
                <a:latin typeface="Times New Roman" panose="02020603050405020304" pitchFamily="18" charset="0"/>
                <a:ea typeface="微軟正黑體" pitchFamily="34" charset="-120"/>
                <a:cs typeface="Times New Roman" panose="02020603050405020304" pitchFamily="18" charset="0"/>
              </a:rPr>
              <a:t> Chúa Ba </a:t>
            </a:r>
            <a:r>
              <a:rPr lang="en-US" sz="3600" b="1" dirty="0" err="1">
                <a:solidFill>
                  <a:srgbClr val="660033"/>
                </a:solidFill>
                <a:latin typeface="Times New Roman" panose="02020603050405020304" pitchFamily="18" charset="0"/>
                <a:ea typeface="微軟正黑體" pitchFamily="34" charset="-120"/>
                <a:cs typeface="Times New Roman" panose="02020603050405020304" pitchFamily="18" charset="0"/>
              </a:rPr>
              <a:t>Ngôi</a:t>
            </a:r>
            <a:endParaRPr lang="en-US" sz="3600" b="1" dirty="0">
              <a:solidFill>
                <a:srgbClr val="660033"/>
              </a:solidFill>
              <a:latin typeface="Times New Roman" panose="02020603050405020304" pitchFamily="18" charset="0"/>
              <a:ea typeface="微軟正黑體" pitchFamily="34" charset="-120"/>
              <a:cs typeface="Times New Roman" panose="02020603050405020304" pitchFamily="18" charset="0"/>
            </a:endParaRPr>
          </a:p>
        </p:txBody>
      </p:sp>
      <p:sp>
        <p:nvSpPr>
          <p:cNvPr id="8" name="TextBox 7">
            <a:extLst>
              <a:ext uri="{FF2B5EF4-FFF2-40B4-BE49-F238E27FC236}">
                <a16:creationId xmlns:a16="http://schemas.microsoft.com/office/drawing/2014/main" id="{B7126BE4-2DD8-6596-5ABF-8A073FEBD6C8}"/>
              </a:ext>
            </a:extLst>
          </p:cNvPr>
          <p:cNvSpPr txBox="1"/>
          <p:nvPr/>
        </p:nvSpPr>
        <p:spPr>
          <a:xfrm>
            <a:off x="0" y="5253203"/>
            <a:ext cx="12192000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2800" b="1" dirty="0">
                <a:solidFill>
                  <a:srgbClr val="000066"/>
                </a:solidFill>
                <a:ea typeface="Microsoft JhengHei" panose="020B0604030504040204" pitchFamily="34" charset="-120"/>
              </a:rPr>
              <a:t>( </a:t>
            </a:r>
            <a:r>
              <a:rPr lang="en-US" altLang="zh-CN" sz="2800" b="1" dirty="0">
                <a:solidFill>
                  <a:srgbClr val="000066"/>
                </a:solidFill>
                <a:ea typeface="Microsoft JhengHei" panose="020B0604030504040204" pitchFamily="34" charset="-120"/>
              </a:rPr>
              <a:t>4 / 4</a:t>
            </a:r>
            <a:r>
              <a:rPr lang="en-US" sz="2800" b="1" dirty="0">
                <a:solidFill>
                  <a:srgbClr val="000066"/>
                </a:solidFill>
                <a:ea typeface="Microsoft JhengHei" panose="020B0604030504040204" pitchFamily="34" charset="-120"/>
              </a:rPr>
              <a:t> )</a:t>
            </a:r>
            <a:endParaRPr lang="vi-VN" sz="2800" b="1" dirty="0">
              <a:solidFill>
                <a:srgbClr val="000066"/>
              </a:solidFill>
              <a:ea typeface="Microsoft JhengHei" panose="020B0604030504040204" pitchFamily="34" charset="-120"/>
            </a:endParaRPr>
          </a:p>
        </p:txBody>
      </p:sp>
    </p:spTree>
    <p:extLst>
      <p:ext uri="{BB962C8B-B14F-4D97-AF65-F5344CB8AC3E}">
        <p14:creationId xmlns:p14="http://schemas.microsoft.com/office/powerpoint/2010/main" val="2557074499"/>
      </p:ext>
    </p:extLst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75A605A7-DF77-247E-CEB7-4C629C5923F5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內容版面配置區 4">
            <a:extLst>
              <a:ext uri="{FF2B5EF4-FFF2-40B4-BE49-F238E27FC236}">
                <a16:creationId xmlns:a16="http://schemas.microsoft.com/office/drawing/2014/main" id="{BD08377F-D599-7F65-82FE-CC00DBD7723A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0" y="2137501"/>
            <a:ext cx="12192000" cy="1318225"/>
          </a:xfrm>
        </p:spPr>
        <p:txBody>
          <a:bodyPr anchor="ctr">
            <a:normAutofit/>
          </a:bodyPr>
          <a:lstStyle/>
          <a:p>
            <a:pPr algn="ctr">
              <a:buNone/>
            </a:pPr>
            <a:r>
              <a:rPr lang="zh-TW" altLang="en-US" sz="6400" b="1" dirty="0">
                <a:solidFill>
                  <a:srgbClr val="000066"/>
                </a:solidFill>
                <a:latin typeface="微軟正黑體" pitchFamily="34" charset="-120"/>
                <a:ea typeface="微軟正黑體" pitchFamily="34" charset="-120"/>
              </a:rPr>
              <a:t>聖哉  聖哉  聖哉</a:t>
            </a:r>
          </a:p>
        </p:txBody>
      </p:sp>
      <p:sp>
        <p:nvSpPr>
          <p:cNvPr id="7" name="內容版面配置區 4">
            <a:extLst>
              <a:ext uri="{FF2B5EF4-FFF2-40B4-BE49-F238E27FC236}">
                <a16:creationId xmlns:a16="http://schemas.microsoft.com/office/drawing/2014/main" id="{94E23EA6-5687-3E6C-A0CF-0A90CAA87036}"/>
              </a:ext>
            </a:extLst>
          </p:cNvPr>
          <p:cNvSpPr txBox="1">
            <a:spLocks/>
          </p:cNvSpPr>
          <p:nvPr/>
        </p:nvSpPr>
        <p:spPr>
          <a:xfrm>
            <a:off x="0" y="3087050"/>
            <a:ext cx="12192000" cy="1318225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>
            <a:lvl1pPr marL="457189" indent="-457189" algn="l" defTabSz="121917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4267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990575" indent="-380990" algn="l" defTabSz="1219170" rtl="0" eaLnBrk="1" latinLnBrk="0" hangingPunct="1">
              <a:spcBef>
                <a:spcPct val="20000"/>
              </a:spcBef>
              <a:buFont typeface="Arial" pitchFamily="34" charset="0"/>
              <a:buChar char="–"/>
              <a:defRPr sz="3733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523962" indent="-304792" algn="l" defTabSz="121917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32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2133547" indent="-304792" algn="l" defTabSz="1219170" rtl="0" eaLnBrk="1" latinLnBrk="0" hangingPunct="1">
              <a:spcBef>
                <a:spcPct val="20000"/>
              </a:spcBef>
              <a:buFont typeface="Arial" pitchFamily="34" charset="0"/>
              <a:buChar char="–"/>
              <a:defRPr sz="2667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743131" indent="-304792" algn="l" defTabSz="1219170" rtl="0" eaLnBrk="1" latinLnBrk="0" hangingPunct="1">
              <a:spcBef>
                <a:spcPct val="20000"/>
              </a:spcBef>
              <a:buFont typeface="Arial" pitchFamily="34" charset="0"/>
              <a:buChar char="»"/>
              <a:defRPr sz="2667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3352716" indent="-304792" algn="l" defTabSz="121917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667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3962301" indent="-304792" algn="l" defTabSz="121917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667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4571886" indent="-304792" algn="l" defTabSz="121917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667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5181470" indent="-304792" algn="l" defTabSz="121917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667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 algn="ctr">
              <a:buNone/>
            </a:pPr>
            <a:r>
              <a:rPr lang="en-US" sz="4000" b="1" dirty="0">
                <a:solidFill>
                  <a:srgbClr val="660033"/>
                </a:solidFill>
                <a:latin typeface="Times New Roman" panose="02020603050405020304" pitchFamily="18" charset="0"/>
                <a:ea typeface="微軟正黑體" pitchFamily="34" charset="-120"/>
                <a:cs typeface="Times New Roman" panose="02020603050405020304" pitchFamily="18" charset="0"/>
              </a:rPr>
              <a:t>Thánh </a:t>
            </a:r>
            <a:r>
              <a:rPr lang="en-US" sz="4000" b="1" dirty="0" err="1">
                <a:solidFill>
                  <a:srgbClr val="660033"/>
                </a:solidFill>
                <a:latin typeface="Times New Roman" panose="02020603050405020304" pitchFamily="18" charset="0"/>
                <a:ea typeface="微軟正黑體" pitchFamily="34" charset="-120"/>
                <a:cs typeface="Times New Roman" panose="02020603050405020304" pitchFamily="18" charset="0"/>
              </a:rPr>
              <a:t>thay</a:t>
            </a:r>
            <a:r>
              <a:rPr lang="en-US" sz="4000" b="1" dirty="0">
                <a:solidFill>
                  <a:srgbClr val="660033"/>
                </a:solidFill>
                <a:latin typeface="Times New Roman" panose="02020603050405020304" pitchFamily="18" charset="0"/>
                <a:ea typeface="微軟正黑體" pitchFamily="34" charset="-120"/>
                <a:cs typeface="Times New Roman" panose="02020603050405020304" pitchFamily="18" charset="0"/>
              </a:rPr>
              <a:t>, Thánh </a:t>
            </a:r>
            <a:r>
              <a:rPr lang="en-US" sz="4000" b="1" dirty="0" err="1">
                <a:solidFill>
                  <a:srgbClr val="660033"/>
                </a:solidFill>
                <a:latin typeface="Times New Roman" panose="02020603050405020304" pitchFamily="18" charset="0"/>
                <a:ea typeface="微軟正黑體" pitchFamily="34" charset="-120"/>
                <a:cs typeface="Times New Roman" panose="02020603050405020304" pitchFamily="18" charset="0"/>
              </a:rPr>
              <a:t>thay</a:t>
            </a:r>
            <a:r>
              <a:rPr lang="en-US" sz="4000" b="1" dirty="0">
                <a:solidFill>
                  <a:srgbClr val="660033"/>
                </a:solidFill>
                <a:latin typeface="Times New Roman" panose="02020603050405020304" pitchFamily="18" charset="0"/>
                <a:ea typeface="微軟正黑體" pitchFamily="34" charset="-120"/>
                <a:cs typeface="Times New Roman" panose="02020603050405020304" pitchFamily="18" charset="0"/>
              </a:rPr>
              <a:t>, Thánh </a:t>
            </a:r>
            <a:r>
              <a:rPr lang="en-US" sz="4000" b="1" dirty="0" err="1">
                <a:solidFill>
                  <a:srgbClr val="660033"/>
                </a:solidFill>
                <a:latin typeface="Times New Roman" panose="02020603050405020304" pitchFamily="18" charset="0"/>
                <a:ea typeface="微軟正黑體" pitchFamily="34" charset="-120"/>
                <a:cs typeface="Times New Roman" panose="02020603050405020304" pitchFamily="18" charset="0"/>
              </a:rPr>
              <a:t>thay</a:t>
            </a:r>
            <a:r>
              <a:rPr lang="en-US" sz="4000" b="1" dirty="0">
                <a:solidFill>
                  <a:srgbClr val="660033"/>
                </a:solidFill>
                <a:latin typeface="Times New Roman" panose="02020603050405020304" pitchFamily="18" charset="0"/>
                <a:ea typeface="微軟正黑體" pitchFamily="34" charset="-120"/>
                <a:cs typeface="Times New Roman" panose="02020603050405020304" pitchFamily="18" charset="0"/>
              </a:rPr>
              <a:t>!</a:t>
            </a:r>
          </a:p>
        </p:txBody>
      </p:sp>
      <p:sp>
        <p:nvSpPr>
          <p:cNvPr id="8" name="TextBox 7">
            <a:extLst>
              <a:ext uri="{FF2B5EF4-FFF2-40B4-BE49-F238E27FC236}">
                <a16:creationId xmlns:a16="http://schemas.microsoft.com/office/drawing/2014/main" id="{694B4BF7-216B-4D5E-4057-B2B4DC43F226}"/>
              </a:ext>
            </a:extLst>
          </p:cNvPr>
          <p:cNvSpPr txBox="1"/>
          <p:nvPr/>
        </p:nvSpPr>
        <p:spPr>
          <a:xfrm>
            <a:off x="0" y="5253203"/>
            <a:ext cx="12192000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2800" b="1" dirty="0">
                <a:solidFill>
                  <a:srgbClr val="000066"/>
                </a:solidFill>
                <a:ea typeface="Microsoft JhengHei" panose="020B0604030504040204" pitchFamily="34" charset="-120"/>
              </a:rPr>
              <a:t>( </a:t>
            </a:r>
            <a:r>
              <a:rPr lang="en-US" altLang="zh-CN" sz="2800" b="1" dirty="0">
                <a:solidFill>
                  <a:srgbClr val="000066"/>
                </a:solidFill>
                <a:ea typeface="Microsoft JhengHei" panose="020B0604030504040204" pitchFamily="34" charset="-120"/>
              </a:rPr>
              <a:t>4 / 4</a:t>
            </a:r>
            <a:r>
              <a:rPr lang="en-US" sz="2800" b="1" dirty="0">
                <a:solidFill>
                  <a:srgbClr val="000066"/>
                </a:solidFill>
                <a:ea typeface="Microsoft JhengHei" panose="020B0604030504040204" pitchFamily="34" charset="-120"/>
              </a:rPr>
              <a:t> )</a:t>
            </a:r>
            <a:endParaRPr lang="vi-VN" sz="2800" b="1" dirty="0">
              <a:solidFill>
                <a:srgbClr val="000066"/>
              </a:solidFill>
              <a:ea typeface="Microsoft JhengHei" panose="020B0604030504040204" pitchFamily="34" charset="-120"/>
            </a:endParaRPr>
          </a:p>
        </p:txBody>
      </p:sp>
    </p:spTree>
    <p:extLst>
      <p:ext uri="{BB962C8B-B14F-4D97-AF65-F5344CB8AC3E}">
        <p14:creationId xmlns:p14="http://schemas.microsoft.com/office/powerpoint/2010/main" val="60181587"/>
      </p:ext>
    </p:extLst>
  </p:cSld>
  <p:clrMapOvr>
    <a:masterClrMapping/>
  </p:clrMapOvr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40FE7BF4-586D-43BD-2646-D023BB75C2B2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內容版面配置區 4">
            <a:extLst>
              <a:ext uri="{FF2B5EF4-FFF2-40B4-BE49-F238E27FC236}">
                <a16:creationId xmlns:a16="http://schemas.microsoft.com/office/drawing/2014/main" id="{21AD609D-F844-31FA-4164-7B3E5ADB9492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0" y="2137501"/>
            <a:ext cx="12192000" cy="1318225"/>
          </a:xfrm>
        </p:spPr>
        <p:txBody>
          <a:bodyPr anchor="ctr">
            <a:normAutofit/>
          </a:bodyPr>
          <a:lstStyle/>
          <a:p>
            <a:pPr algn="ctr">
              <a:buNone/>
            </a:pPr>
            <a:r>
              <a:rPr lang="zh-TW" altLang="en-US" sz="6400" b="1" dirty="0">
                <a:solidFill>
                  <a:srgbClr val="000066"/>
                </a:solidFill>
                <a:latin typeface="微軟正黑體" pitchFamily="34" charset="-120"/>
                <a:ea typeface="微軟正黑體" pitchFamily="34" charset="-120"/>
              </a:rPr>
              <a:t>恩慈永無更改</a:t>
            </a:r>
          </a:p>
        </p:txBody>
      </p:sp>
      <p:sp>
        <p:nvSpPr>
          <p:cNvPr id="7" name="內容版面配置區 4">
            <a:extLst>
              <a:ext uri="{FF2B5EF4-FFF2-40B4-BE49-F238E27FC236}">
                <a16:creationId xmlns:a16="http://schemas.microsoft.com/office/drawing/2014/main" id="{1D050954-DEA6-86AD-9AEF-CE41C67A0E07}"/>
              </a:ext>
            </a:extLst>
          </p:cNvPr>
          <p:cNvSpPr txBox="1">
            <a:spLocks/>
          </p:cNvSpPr>
          <p:nvPr/>
        </p:nvSpPr>
        <p:spPr>
          <a:xfrm>
            <a:off x="0" y="3087050"/>
            <a:ext cx="12192000" cy="1318225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>
            <a:lvl1pPr marL="457189" indent="-457189" algn="l" defTabSz="121917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4267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990575" indent="-380990" algn="l" defTabSz="1219170" rtl="0" eaLnBrk="1" latinLnBrk="0" hangingPunct="1">
              <a:spcBef>
                <a:spcPct val="20000"/>
              </a:spcBef>
              <a:buFont typeface="Arial" pitchFamily="34" charset="0"/>
              <a:buChar char="–"/>
              <a:defRPr sz="3733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523962" indent="-304792" algn="l" defTabSz="121917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32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2133547" indent="-304792" algn="l" defTabSz="1219170" rtl="0" eaLnBrk="1" latinLnBrk="0" hangingPunct="1">
              <a:spcBef>
                <a:spcPct val="20000"/>
              </a:spcBef>
              <a:buFont typeface="Arial" pitchFamily="34" charset="0"/>
              <a:buChar char="–"/>
              <a:defRPr sz="2667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743131" indent="-304792" algn="l" defTabSz="1219170" rtl="0" eaLnBrk="1" latinLnBrk="0" hangingPunct="1">
              <a:spcBef>
                <a:spcPct val="20000"/>
              </a:spcBef>
              <a:buFont typeface="Arial" pitchFamily="34" charset="0"/>
              <a:buChar char="»"/>
              <a:defRPr sz="2667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3352716" indent="-304792" algn="l" defTabSz="121917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667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3962301" indent="-304792" algn="l" defTabSz="121917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667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4571886" indent="-304792" algn="l" defTabSz="121917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667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5181470" indent="-304792" algn="l" defTabSz="121917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667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 algn="ctr">
              <a:buNone/>
            </a:pPr>
            <a:r>
              <a:rPr lang="en-US" sz="4000" b="1" dirty="0">
                <a:solidFill>
                  <a:srgbClr val="660033"/>
                </a:solidFill>
                <a:latin typeface="Times New Roman" panose="02020603050405020304" pitchFamily="18" charset="0"/>
                <a:ea typeface="微軟正黑體" pitchFamily="34" charset="-120"/>
                <a:cs typeface="Times New Roman" panose="02020603050405020304" pitchFamily="18" charset="0"/>
              </a:rPr>
              <a:t>Trí </a:t>
            </a:r>
            <a:r>
              <a:rPr lang="en-US" sz="4000" b="1" dirty="0" err="1">
                <a:solidFill>
                  <a:srgbClr val="660033"/>
                </a:solidFill>
                <a:latin typeface="Times New Roman" panose="02020603050405020304" pitchFamily="18" charset="0"/>
                <a:ea typeface="微軟正黑體" pitchFamily="34" charset="-120"/>
                <a:cs typeface="Times New Roman" panose="02020603050405020304" pitchFamily="18" charset="0"/>
              </a:rPr>
              <a:t>dõng</a:t>
            </a:r>
            <a:r>
              <a:rPr lang="en-US" sz="4000" b="1" dirty="0">
                <a:solidFill>
                  <a:srgbClr val="660033"/>
                </a:solidFill>
                <a:latin typeface="Times New Roman" panose="02020603050405020304" pitchFamily="18" charset="0"/>
                <a:ea typeface="微軟正黑體" pitchFamily="34" charset="-120"/>
                <a:cs typeface="Times New Roman" panose="02020603050405020304" pitchFamily="18" charset="0"/>
              </a:rPr>
              <a:t> </a:t>
            </a:r>
            <a:r>
              <a:rPr lang="en-US" sz="4000" b="1" dirty="0" err="1">
                <a:solidFill>
                  <a:srgbClr val="660033"/>
                </a:solidFill>
                <a:latin typeface="Times New Roman" panose="02020603050405020304" pitchFamily="18" charset="0"/>
                <a:ea typeface="微軟正黑體" pitchFamily="34" charset="-120"/>
                <a:cs typeface="Times New Roman" panose="02020603050405020304" pitchFamily="18" charset="0"/>
              </a:rPr>
              <a:t>ái</a:t>
            </a:r>
            <a:r>
              <a:rPr lang="en-US" sz="4000" b="1" dirty="0">
                <a:solidFill>
                  <a:srgbClr val="660033"/>
                </a:solidFill>
                <a:latin typeface="Times New Roman" panose="02020603050405020304" pitchFamily="18" charset="0"/>
                <a:ea typeface="微軟正黑體" pitchFamily="34" charset="-120"/>
                <a:cs typeface="Times New Roman" panose="02020603050405020304" pitchFamily="18" charset="0"/>
              </a:rPr>
              <a:t> </a:t>
            </a:r>
            <a:r>
              <a:rPr lang="en-US" sz="4000" b="1" dirty="0" err="1">
                <a:solidFill>
                  <a:srgbClr val="660033"/>
                </a:solidFill>
                <a:latin typeface="Times New Roman" panose="02020603050405020304" pitchFamily="18" charset="0"/>
                <a:ea typeface="微軟正黑體" pitchFamily="34" charset="-120"/>
                <a:cs typeface="Times New Roman" panose="02020603050405020304" pitchFamily="18" charset="0"/>
              </a:rPr>
              <a:t>đức</a:t>
            </a:r>
            <a:r>
              <a:rPr lang="en-US" sz="4000" b="1" dirty="0">
                <a:solidFill>
                  <a:srgbClr val="660033"/>
                </a:solidFill>
                <a:latin typeface="Times New Roman" panose="02020603050405020304" pitchFamily="18" charset="0"/>
                <a:ea typeface="微軟正黑體" pitchFamily="34" charset="-120"/>
                <a:cs typeface="Times New Roman" panose="02020603050405020304" pitchFamily="18" charset="0"/>
              </a:rPr>
              <a:t> </a:t>
            </a:r>
            <a:r>
              <a:rPr lang="en-US" sz="4000" b="1" dirty="0" err="1">
                <a:solidFill>
                  <a:srgbClr val="660033"/>
                </a:solidFill>
                <a:latin typeface="Times New Roman" panose="02020603050405020304" pitchFamily="18" charset="0"/>
                <a:ea typeface="微軟正黑體" pitchFamily="34" charset="-120"/>
                <a:cs typeface="Times New Roman" panose="02020603050405020304" pitchFamily="18" charset="0"/>
              </a:rPr>
              <a:t>vô</a:t>
            </a:r>
            <a:r>
              <a:rPr lang="en-US" sz="4000" b="1" dirty="0">
                <a:solidFill>
                  <a:srgbClr val="660033"/>
                </a:solidFill>
                <a:latin typeface="Times New Roman" panose="02020603050405020304" pitchFamily="18" charset="0"/>
                <a:ea typeface="微軟正黑體" pitchFamily="34" charset="-120"/>
                <a:cs typeface="Times New Roman" panose="02020603050405020304" pitchFamily="18" charset="0"/>
              </a:rPr>
              <a:t> </a:t>
            </a:r>
            <a:r>
              <a:rPr lang="en-US" sz="4000" b="1" dirty="0" err="1">
                <a:solidFill>
                  <a:srgbClr val="660033"/>
                </a:solidFill>
                <a:latin typeface="Times New Roman" panose="02020603050405020304" pitchFamily="18" charset="0"/>
                <a:ea typeface="微軟正黑體" pitchFamily="34" charset="-120"/>
                <a:cs typeface="Times New Roman" panose="02020603050405020304" pitchFamily="18" charset="0"/>
              </a:rPr>
              <a:t>biên</a:t>
            </a:r>
            <a:endParaRPr lang="en-US" sz="4000" b="1" dirty="0">
              <a:solidFill>
                <a:srgbClr val="660033"/>
              </a:solidFill>
              <a:latin typeface="Times New Roman" panose="02020603050405020304" pitchFamily="18" charset="0"/>
              <a:ea typeface="微軟正黑體" pitchFamily="34" charset="-120"/>
              <a:cs typeface="Times New Roman" panose="02020603050405020304" pitchFamily="18" charset="0"/>
            </a:endParaRPr>
          </a:p>
        </p:txBody>
      </p:sp>
      <p:sp>
        <p:nvSpPr>
          <p:cNvPr id="8" name="TextBox 7">
            <a:extLst>
              <a:ext uri="{FF2B5EF4-FFF2-40B4-BE49-F238E27FC236}">
                <a16:creationId xmlns:a16="http://schemas.microsoft.com/office/drawing/2014/main" id="{A6A96969-0F0D-7572-DFC9-6D5415EDC152}"/>
              </a:ext>
            </a:extLst>
          </p:cNvPr>
          <p:cNvSpPr txBox="1"/>
          <p:nvPr/>
        </p:nvSpPr>
        <p:spPr>
          <a:xfrm>
            <a:off x="0" y="5253203"/>
            <a:ext cx="12192000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2800" b="1" dirty="0">
                <a:solidFill>
                  <a:srgbClr val="000066"/>
                </a:solidFill>
                <a:ea typeface="Microsoft JhengHei" panose="020B0604030504040204" pitchFamily="34" charset="-120"/>
              </a:rPr>
              <a:t>( </a:t>
            </a:r>
            <a:r>
              <a:rPr lang="en-US" altLang="zh-CN" sz="2800" b="1" dirty="0">
                <a:solidFill>
                  <a:srgbClr val="000066"/>
                </a:solidFill>
                <a:ea typeface="Microsoft JhengHei" panose="020B0604030504040204" pitchFamily="34" charset="-120"/>
              </a:rPr>
              <a:t>4 / 4</a:t>
            </a:r>
            <a:r>
              <a:rPr lang="en-US" sz="2800" b="1" dirty="0">
                <a:solidFill>
                  <a:srgbClr val="000066"/>
                </a:solidFill>
                <a:ea typeface="Microsoft JhengHei" panose="020B0604030504040204" pitchFamily="34" charset="-120"/>
              </a:rPr>
              <a:t> )</a:t>
            </a:r>
            <a:endParaRPr lang="vi-VN" sz="2800" b="1" dirty="0">
              <a:solidFill>
                <a:srgbClr val="000066"/>
              </a:solidFill>
              <a:ea typeface="Microsoft JhengHei" panose="020B0604030504040204" pitchFamily="34" charset="-120"/>
            </a:endParaRPr>
          </a:p>
        </p:txBody>
      </p:sp>
    </p:spTree>
    <p:extLst>
      <p:ext uri="{BB962C8B-B14F-4D97-AF65-F5344CB8AC3E}">
        <p14:creationId xmlns:p14="http://schemas.microsoft.com/office/powerpoint/2010/main" val="3117213050"/>
      </p:ext>
    </p:extLst>
  </p:cSld>
  <p:clrMapOvr>
    <a:masterClrMapping/>
  </p:clrMapOvr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33FA118E-B123-CC98-D0CD-49A7974C8D3F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內容版面配置區 4">
            <a:extLst>
              <a:ext uri="{FF2B5EF4-FFF2-40B4-BE49-F238E27FC236}">
                <a16:creationId xmlns:a16="http://schemas.microsoft.com/office/drawing/2014/main" id="{8E4DE593-118A-F27C-DB3F-A88CE69E7866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0" y="2137501"/>
            <a:ext cx="12192000" cy="1318225"/>
          </a:xfrm>
        </p:spPr>
        <p:txBody>
          <a:bodyPr anchor="ctr">
            <a:normAutofit/>
          </a:bodyPr>
          <a:lstStyle/>
          <a:p>
            <a:pPr algn="ctr">
              <a:buNone/>
            </a:pPr>
            <a:r>
              <a:rPr lang="zh-TW" altLang="en-US" sz="6400" b="1" dirty="0">
                <a:solidFill>
                  <a:srgbClr val="000066"/>
                </a:solidFill>
                <a:latin typeface="微軟正黑體" pitchFamily="34" charset="-120"/>
                <a:ea typeface="微軟正黑體" pitchFamily="34" charset="-120"/>
              </a:rPr>
              <a:t>三位一體神  父子與聖靈</a:t>
            </a:r>
          </a:p>
        </p:txBody>
      </p:sp>
      <p:sp>
        <p:nvSpPr>
          <p:cNvPr id="7" name="內容版面配置區 4">
            <a:extLst>
              <a:ext uri="{FF2B5EF4-FFF2-40B4-BE49-F238E27FC236}">
                <a16:creationId xmlns:a16="http://schemas.microsoft.com/office/drawing/2014/main" id="{925BA0BE-5314-34C8-7F6C-C48CE5B308FC}"/>
              </a:ext>
            </a:extLst>
          </p:cNvPr>
          <p:cNvSpPr txBox="1">
            <a:spLocks/>
          </p:cNvSpPr>
          <p:nvPr/>
        </p:nvSpPr>
        <p:spPr>
          <a:xfrm>
            <a:off x="0" y="3087050"/>
            <a:ext cx="12192000" cy="1318225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>
            <a:lvl1pPr marL="457189" indent="-457189" algn="l" defTabSz="121917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4267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990575" indent="-380990" algn="l" defTabSz="1219170" rtl="0" eaLnBrk="1" latinLnBrk="0" hangingPunct="1">
              <a:spcBef>
                <a:spcPct val="20000"/>
              </a:spcBef>
              <a:buFont typeface="Arial" pitchFamily="34" charset="0"/>
              <a:buChar char="–"/>
              <a:defRPr sz="3733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523962" indent="-304792" algn="l" defTabSz="121917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32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2133547" indent="-304792" algn="l" defTabSz="1219170" rtl="0" eaLnBrk="1" latinLnBrk="0" hangingPunct="1">
              <a:spcBef>
                <a:spcPct val="20000"/>
              </a:spcBef>
              <a:buFont typeface="Arial" pitchFamily="34" charset="0"/>
              <a:buChar char="–"/>
              <a:defRPr sz="2667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743131" indent="-304792" algn="l" defTabSz="1219170" rtl="0" eaLnBrk="1" latinLnBrk="0" hangingPunct="1">
              <a:spcBef>
                <a:spcPct val="20000"/>
              </a:spcBef>
              <a:buFont typeface="Arial" pitchFamily="34" charset="0"/>
              <a:buChar char="»"/>
              <a:defRPr sz="2667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3352716" indent="-304792" algn="l" defTabSz="121917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667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3962301" indent="-304792" algn="l" defTabSz="121917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667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4571886" indent="-304792" algn="l" defTabSz="121917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667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5181470" indent="-304792" algn="l" defTabSz="121917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667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 algn="ctr">
              <a:buNone/>
            </a:pPr>
            <a:r>
              <a:rPr lang="en-US" sz="4000" b="1" dirty="0">
                <a:solidFill>
                  <a:srgbClr val="660033"/>
                </a:solidFill>
                <a:latin typeface="Times New Roman" panose="02020603050405020304" pitchFamily="18" charset="0"/>
                <a:ea typeface="微軟正黑體" pitchFamily="34" charset="-120"/>
                <a:cs typeface="Times New Roman" panose="02020603050405020304" pitchFamily="18" charset="0"/>
              </a:rPr>
              <a:t>Chúa Ba </a:t>
            </a:r>
            <a:r>
              <a:rPr lang="en-US" sz="4000" b="1" dirty="0" err="1">
                <a:solidFill>
                  <a:srgbClr val="660033"/>
                </a:solidFill>
                <a:latin typeface="Times New Roman" panose="02020603050405020304" pitchFamily="18" charset="0"/>
                <a:ea typeface="微軟正黑體" pitchFamily="34" charset="-120"/>
                <a:cs typeface="Times New Roman" panose="02020603050405020304" pitchFamily="18" charset="0"/>
              </a:rPr>
              <a:t>Ngôi</a:t>
            </a:r>
            <a:r>
              <a:rPr lang="en-US" sz="4000" b="1" dirty="0">
                <a:solidFill>
                  <a:srgbClr val="660033"/>
                </a:solidFill>
                <a:latin typeface="Times New Roman" panose="02020603050405020304" pitchFamily="18" charset="0"/>
                <a:ea typeface="微軟正黑體" pitchFamily="34" charset="-120"/>
                <a:cs typeface="Times New Roman" panose="02020603050405020304" pitchFamily="18" charset="0"/>
              </a:rPr>
              <a:t> </a:t>
            </a:r>
            <a:r>
              <a:rPr lang="en-US" sz="4000" b="1" dirty="0" err="1">
                <a:solidFill>
                  <a:srgbClr val="660033"/>
                </a:solidFill>
                <a:latin typeface="Times New Roman" panose="02020603050405020304" pitchFamily="18" charset="0"/>
                <a:ea typeface="微軟正黑體" pitchFamily="34" charset="-120"/>
                <a:cs typeface="Times New Roman" panose="02020603050405020304" pitchFamily="18" charset="0"/>
              </a:rPr>
              <a:t>vốn</a:t>
            </a:r>
            <a:r>
              <a:rPr lang="en-US" sz="4000" b="1" dirty="0">
                <a:solidFill>
                  <a:srgbClr val="660033"/>
                </a:solidFill>
                <a:latin typeface="Times New Roman" panose="02020603050405020304" pitchFamily="18" charset="0"/>
                <a:ea typeface="微軟正黑體" pitchFamily="34" charset="-120"/>
                <a:cs typeface="Times New Roman" panose="02020603050405020304" pitchFamily="18" charset="0"/>
              </a:rPr>
              <a:t> </a:t>
            </a:r>
            <a:r>
              <a:rPr lang="en-US" sz="4000" b="1" dirty="0" err="1">
                <a:solidFill>
                  <a:srgbClr val="660033"/>
                </a:solidFill>
                <a:latin typeface="Times New Roman" panose="02020603050405020304" pitchFamily="18" charset="0"/>
                <a:ea typeface="微軟正黑體" pitchFamily="34" charset="-120"/>
                <a:cs typeface="Times New Roman" panose="02020603050405020304" pitchFamily="18" charset="0"/>
              </a:rPr>
              <a:t>một</a:t>
            </a:r>
            <a:r>
              <a:rPr lang="en-US" sz="4000" b="1" dirty="0">
                <a:solidFill>
                  <a:srgbClr val="660033"/>
                </a:solidFill>
                <a:latin typeface="Times New Roman" panose="02020603050405020304" pitchFamily="18" charset="0"/>
                <a:ea typeface="微軟正黑體" pitchFamily="34" charset="-120"/>
                <a:cs typeface="Times New Roman" panose="02020603050405020304" pitchFamily="18" charset="0"/>
              </a:rPr>
              <a:t> </a:t>
            </a:r>
            <a:r>
              <a:rPr lang="en-US" sz="4000" b="1" dirty="0" err="1">
                <a:solidFill>
                  <a:srgbClr val="660033"/>
                </a:solidFill>
                <a:latin typeface="Times New Roman" panose="02020603050405020304" pitchFamily="18" charset="0"/>
                <a:ea typeface="微軟正黑體" pitchFamily="34" charset="-120"/>
                <a:cs typeface="Times New Roman" panose="02020603050405020304" pitchFamily="18" charset="0"/>
              </a:rPr>
              <a:t>thể</a:t>
            </a:r>
            <a:r>
              <a:rPr lang="en-US" sz="4000" b="1" dirty="0">
                <a:solidFill>
                  <a:srgbClr val="660033"/>
                </a:solidFill>
                <a:latin typeface="Times New Roman" panose="02020603050405020304" pitchFamily="18" charset="0"/>
                <a:ea typeface="微軟正黑體" pitchFamily="34" charset="-120"/>
                <a:cs typeface="Times New Roman" panose="02020603050405020304" pitchFamily="18" charset="0"/>
              </a:rPr>
              <a:t> </a:t>
            </a:r>
            <a:r>
              <a:rPr lang="en-US" sz="4000" b="1" dirty="0" err="1">
                <a:solidFill>
                  <a:srgbClr val="660033"/>
                </a:solidFill>
                <a:latin typeface="Times New Roman" panose="02020603050405020304" pitchFamily="18" charset="0"/>
                <a:ea typeface="微軟正黑體" pitchFamily="34" charset="-120"/>
                <a:cs typeface="Times New Roman" panose="02020603050405020304" pitchFamily="18" charset="0"/>
              </a:rPr>
              <a:t>oai</a:t>
            </a:r>
            <a:r>
              <a:rPr lang="en-US" sz="4000" b="1" dirty="0">
                <a:solidFill>
                  <a:srgbClr val="660033"/>
                </a:solidFill>
                <a:latin typeface="Times New Roman" panose="02020603050405020304" pitchFamily="18" charset="0"/>
                <a:ea typeface="微軟正黑體" pitchFamily="34" charset="-120"/>
                <a:cs typeface="Times New Roman" panose="02020603050405020304" pitchFamily="18" charset="0"/>
              </a:rPr>
              <a:t> </a:t>
            </a:r>
            <a:r>
              <a:rPr lang="en-US" sz="4000" b="1" dirty="0" err="1">
                <a:solidFill>
                  <a:srgbClr val="660033"/>
                </a:solidFill>
                <a:latin typeface="Times New Roman" panose="02020603050405020304" pitchFamily="18" charset="0"/>
                <a:ea typeface="微軟正黑體" pitchFamily="34" charset="-120"/>
                <a:cs typeface="Times New Roman" panose="02020603050405020304" pitchFamily="18" charset="0"/>
              </a:rPr>
              <a:t>nghi</a:t>
            </a:r>
            <a:r>
              <a:rPr lang="en-US" sz="4000" b="1" dirty="0">
                <a:solidFill>
                  <a:srgbClr val="660033"/>
                </a:solidFill>
                <a:latin typeface="Times New Roman" panose="02020603050405020304" pitchFamily="18" charset="0"/>
                <a:ea typeface="微軟正黑體" pitchFamily="34" charset="-120"/>
                <a:cs typeface="Times New Roman" panose="02020603050405020304" pitchFamily="18" charset="0"/>
              </a:rPr>
              <a:t> </a:t>
            </a:r>
            <a:r>
              <a:rPr lang="en-US" sz="4000" b="1" dirty="0" err="1">
                <a:solidFill>
                  <a:srgbClr val="660033"/>
                </a:solidFill>
                <a:latin typeface="Times New Roman" panose="02020603050405020304" pitchFamily="18" charset="0"/>
                <a:ea typeface="微軟正黑體" pitchFamily="34" charset="-120"/>
                <a:cs typeface="Times New Roman" panose="02020603050405020304" pitchFamily="18" charset="0"/>
              </a:rPr>
              <a:t>đời</a:t>
            </a:r>
            <a:r>
              <a:rPr lang="en-US" sz="4000" b="1" dirty="0">
                <a:solidFill>
                  <a:srgbClr val="660033"/>
                </a:solidFill>
                <a:latin typeface="Times New Roman" panose="02020603050405020304" pitchFamily="18" charset="0"/>
                <a:ea typeface="微軟正黑體" pitchFamily="34" charset="-120"/>
                <a:cs typeface="Times New Roman" panose="02020603050405020304" pitchFamily="18" charset="0"/>
              </a:rPr>
              <a:t> </a:t>
            </a:r>
            <a:r>
              <a:rPr lang="en-US" sz="4000" b="1" dirty="0" err="1">
                <a:solidFill>
                  <a:srgbClr val="660033"/>
                </a:solidFill>
                <a:latin typeface="Times New Roman" panose="02020603050405020304" pitchFamily="18" charset="0"/>
                <a:ea typeface="微軟正黑體" pitchFamily="34" charset="-120"/>
                <a:cs typeface="Times New Roman" panose="02020603050405020304" pitchFamily="18" charset="0"/>
              </a:rPr>
              <a:t>đời</a:t>
            </a:r>
            <a:endParaRPr lang="en-US" sz="4000" b="1" dirty="0">
              <a:solidFill>
                <a:srgbClr val="660033"/>
              </a:solidFill>
              <a:latin typeface="Times New Roman" panose="02020603050405020304" pitchFamily="18" charset="0"/>
              <a:ea typeface="微軟正黑體" pitchFamily="34" charset="-120"/>
              <a:cs typeface="Times New Roman" panose="02020603050405020304" pitchFamily="18" charset="0"/>
            </a:endParaRPr>
          </a:p>
        </p:txBody>
      </p:sp>
      <p:sp>
        <p:nvSpPr>
          <p:cNvPr id="8" name="TextBox 7">
            <a:extLst>
              <a:ext uri="{FF2B5EF4-FFF2-40B4-BE49-F238E27FC236}">
                <a16:creationId xmlns:a16="http://schemas.microsoft.com/office/drawing/2014/main" id="{CC2395DE-849C-1A63-BF88-2C171EACF011}"/>
              </a:ext>
            </a:extLst>
          </p:cNvPr>
          <p:cNvSpPr txBox="1"/>
          <p:nvPr/>
        </p:nvSpPr>
        <p:spPr>
          <a:xfrm>
            <a:off x="0" y="5253203"/>
            <a:ext cx="12192000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2800" b="1" dirty="0">
                <a:solidFill>
                  <a:srgbClr val="000066"/>
                </a:solidFill>
                <a:effectLst/>
                <a:latin typeface="+mj-lt"/>
                <a:ea typeface="Microsoft JhengHei" panose="020B0604030504040204" pitchFamily="34" charset="-120"/>
              </a:rPr>
              <a:t>( </a:t>
            </a:r>
            <a:r>
              <a:rPr lang="en-US" altLang="zh-CN" sz="2800" b="1" dirty="0">
                <a:solidFill>
                  <a:srgbClr val="000066"/>
                </a:solidFill>
                <a:effectLst/>
                <a:latin typeface="+mj-lt"/>
                <a:ea typeface="Microsoft JhengHei" panose="020B0604030504040204" pitchFamily="34" charset="-120"/>
              </a:rPr>
              <a:t>4 / 4</a:t>
            </a:r>
            <a:r>
              <a:rPr lang="en-US" sz="2800" b="1" dirty="0">
                <a:solidFill>
                  <a:srgbClr val="000066"/>
                </a:solidFill>
                <a:effectLst/>
                <a:latin typeface="+mj-lt"/>
                <a:ea typeface="Microsoft JhengHei" panose="020B0604030504040204" pitchFamily="34" charset="-120"/>
              </a:rPr>
              <a:t> )</a:t>
            </a:r>
            <a:endParaRPr lang="vi-VN" sz="2800" b="1" dirty="0">
              <a:solidFill>
                <a:srgbClr val="000066"/>
              </a:solidFill>
              <a:effectLst/>
              <a:latin typeface="+mj-lt"/>
              <a:ea typeface="Microsoft JhengHei" panose="020B0604030504040204" pitchFamily="34" charset="-120"/>
            </a:endParaRPr>
          </a:p>
        </p:txBody>
      </p:sp>
    </p:spTree>
    <p:extLst>
      <p:ext uri="{BB962C8B-B14F-4D97-AF65-F5344CB8AC3E}">
        <p14:creationId xmlns:p14="http://schemas.microsoft.com/office/powerpoint/2010/main" val="3326859346"/>
      </p:ext>
    </p:extLst>
  </p:cSld>
  <p:clrMapOvr>
    <a:masterClrMapping/>
  </p:clrMapOvr>
</p:sld>
</file>

<file path=ppt/theme/theme1.xml><?xml version="1.0" encoding="utf-8"?>
<a:theme xmlns:a="http://schemas.openxmlformats.org/drawingml/2006/main" name="Theme1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中越詩歌_yellow_bg" id="{C9965BAA-2F10-4D09-9620-ED7C0C8E77FA}" vid="{A553C7E5-33FB-40C4-85BF-538BB0AEC01B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>中越詩歌_yellow_bg</Template>
  <TotalTime>21</TotalTime>
  <Words>534</Words>
  <Application>Microsoft Office PowerPoint</Application>
  <PresentationFormat>Widescreen</PresentationFormat>
  <Paragraphs>75</Paragraphs>
  <Slides>25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5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25</vt:i4>
      </vt:variant>
    </vt:vector>
  </HeadingPairs>
  <TitlesOfParts>
    <vt:vector size="31" baseType="lpstr">
      <vt:lpstr>微軟正黑體</vt:lpstr>
      <vt:lpstr>微軟正黑體</vt:lpstr>
      <vt:lpstr>Arial</vt:lpstr>
      <vt:lpstr>Calibri</vt:lpstr>
      <vt:lpstr>Times New Roman</vt:lpstr>
      <vt:lpstr>Theme1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Uncle Jo</dc:creator>
  <cp:lastModifiedBy>Uncle Jo</cp:lastModifiedBy>
  <cp:revision>8</cp:revision>
  <dcterms:created xsi:type="dcterms:W3CDTF">2026-02-16T04:07:45Z</dcterms:created>
  <dcterms:modified xsi:type="dcterms:W3CDTF">2026-02-16T04:29:44Z</dcterms:modified>
</cp:coreProperties>
</file>