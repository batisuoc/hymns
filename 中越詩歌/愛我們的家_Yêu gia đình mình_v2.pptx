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1" autoAdjust="0"/>
    <p:restoredTop sz="94660"/>
  </p:normalViewPr>
  <p:slideViewPr>
    <p:cSldViewPr snapToGrid="0">
      <p:cViewPr varScale="1">
        <p:scale>
          <a:sx n="45" d="100"/>
          <a:sy n="45" d="100"/>
        </p:scale>
        <p:origin x="48" y="9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2903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2995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20666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8214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27048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99504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38067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74769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46325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9856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8417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03595F-A6B1-4F82-84CF-276E9D55F6F8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105877-C360-427E-BBFD-1DDE883477E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25811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299173"/>
            <a:ext cx="12192000" cy="1143000"/>
          </a:xfrm>
        </p:spPr>
        <p:txBody>
          <a:bodyPr>
            <a:noAutofit/>
          </a:bodyPr>
          <a:lstStyle/>
          <a:p>
            <a:r>
              <a:rPr lang="zh-TW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愛我們的家</a:t>
            </a:r>
          </a:p>
        </p:txBody>
      </p:sp>
      <p:sp>
        <p:nvSpPr>
          <p:cNvPr id="3" name="標題 3"/>
          <p:cNvSpPr txBox="1">
            <a:spLocks/>
          </p:cNvSpPr>
          <p:nvPr/>
        </p:nvSpPr>
        <p:spPr>
          <a:xfrm>
            <a:off x="2048" y="3236979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Yêu</a:t>
            </a:r>
            <a:r>
              <a:rPr lang="en-US" sz="54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sz="54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gia</a:t>
            </a:r>
            <a:r>
              <a:rPr lang="en-US" sz="54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sz="54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đình</a:t>
            </a:r>
            <a:r>
              <a:rPr lang="en-US" sz="54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sz="54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mình</a:t>
            </a:r>
            <a:endParaRPr lang="zh-TW" altLang="en-US" sz="54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630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spc="-1" dirty="0">
                <a:solidFill>
                  <a:srgbClr val="000066"/>
                </a:solidFill>
                <a:latin typeface="微軟正黑體"/>
                <a:ea typeface="微軟正黑體"/>
              </a:rPr>
              <a:t>每個人愛他家就有光彩</a:t>
            </a:r>
            <a:endParaRPr lang="en-US" altLang="zh-CN" sz="6400" b="1" spc="-1" dirty="0">
              <a:solidFill>
                <a:srgbClr val="000066"/>
              </a:solidFill>
              <a:latin typeface="微軟正黑體"/>
              <a:ea typeface="微軟正黑體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600" b="1" dirty="0">
                <a:solidFill>
                  <a:srgbClr val="660033"/>
                </a:solidFill>
                <a:ea typeface="微軟正黑體" pitchFamily="34" charset="-120"/>
              </a:rPr>
              <a:t>Mỗi người yêu thương, gia đình sẽ rạng ngời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525320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正歌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latin typeface="Arial" panose="020B0604020202020204" pitchFamily="34" charset="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7192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spc="-1" dirty="0">
                <a:solidFill>
                  <a:srgbClr val="000066"/>
                </a:solidFill>
                <a:latin typeface="微軟正黑體"/>
                <a:ea typeface="微軟正黑體"/>
              </a:rPr>
              <a:t>每個人付出家就不孤獨</a:t>
            </a:r>
            <a:endParaRPr lang="en-US" altLang="zh-CN" sz="6400" b="1" spc="-1" dirty="0">
              <a:solidFill>
                <a:srgbClr val="000066"/>
              </a:solidFill>
              <a:latin typeface="微軟正黑體"/>
              <a:ea typeface="微軟正黑體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600" b="1" dirty="0">
                <a:solidFill>
                  <a:srgbClr val="660033"/>
                </a:solidFill>
                <a:ea typeface="微軟正黑體" pitchFamily="34" charset="-120"/>
              </a:rPr>
              <a:t>Mỗi người biết chia sẻ, gia đình sẽ không cô đơn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525320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正歌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latin typeface="Arial" panose="020B0604020202020204" pitchFamily="34" charset="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6990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spc="-1" dirty="0">
                <a:solidFill>
                  <a:srgbClr val="000066"/>
                </a:solidFill>
                <a:latin typeface="微軟正黑體"/>
                <a:ea typeface="微軟正黑體"/>
              </a:rPr>
              <a:t>每個人珍惜家就有甜蜜</a:t>
            </a:r>
            <a:endParaRPr lang="en-US" altLang="zh-CN" sz="6400" b="1" spc="-1" dirty="0">
              <a:solidFill>
                <a:srgbClr val="000066"/>
              </a:solidFill>
              <a:latin typeface="微軟正黑體"/>
              <a:ea typeface="微軟正黑體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600" b="1" dirty="0">
                <a:solidFill>
                  <a:srgbClr val="660033"/>
                </a:solidFill>
                <a:ea typeface="微軟正黑體" pitchFamily="34" charset="-120"/>
              </a:rPr>
              <a:t>Mỗi người biết trân trọng, gia đình sẽ ngọt ngào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525320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正歌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latin typeface="Arial" panose="020B0604020202020204" pitchFamily="34" charset="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3503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spc="-1" dirty="0">
                <a:solidFill>
                  <a:srgbClr val="000066"/>
                </a:solidFill>
                <a:latin typeface="微軟正黑體"/>
                <a:ea typeface="微軟正黑體"/>
              </a:rPr>
              <a:t>每個人寬恕家就有幸福</a:t>
            </a:r>
            <a:endParaRPr lang="en-US" altLang="zh-CN" sz="6400" b="1" spc="-1" dirty="0">
              <a:solidFill>
                <a:srgbClr val="000066"/>
              </a:solidFill>
              <a:latin typeface="微軟正黑體"/>
              <a:ea typeface="微軟正黑體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600" b="1" dirty="0">
                <a:solidFill>
                  <a:srgbClr val="660033"/>
                </a:solidFill>
                <a:ea typeface="微軟正黑體" pitchFamily="34" charset="-120"/>
              </a:rPr>
              <a:t>Mỗi người biết tha thứ, gia đình mới hạnh phúc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525320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正歌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latin typeface="Arial" panose="020B0604020202020204" pitchFamily="34" charset="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8732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spc="-1" dirty="0">
                <a:solidFill>
                  <a:srgbClr val="000066"/>
                </a:solidFill>
                <a:latin typeface="微軟正黑體"/>
                <a:ea typeface="微軟正黑體"/>
              </a:rPr>
              <a:t>讓愛天天住你家</a:t>
            </a:r>
            <a:endParaRPr lang="en-US" altLang="zh-CN" sz="6400" b="1" spc="-1" dirty="0">
              <a:solidFill>
                <a:srgbClr val="000066"/>
              </a:solidFill>
              <a:latin typeface="微軟正黑體"/>
              <a:ea typeface="微軟正黑體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Hãy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để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tình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yêu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ngự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trị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trong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gia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đình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bạn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mỗi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ngày</a:t>
            </a:r>
            <a:endParaRPr lang="vi-VN" sz="3600" b="1" dirty="0">
              <a:solidFill>
                <a:srgbClr val="660033"/>
              </a:solidFill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副歌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latin typeface="Arial" panose="020B0604020202020204" pitchFamily="34" charset="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9539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spc="-1" dirty="0">
                <a:solidFill>
                  <a:srgbClr val="000066"/>
                </a:solidFill>
                <a:latin typeface="微軟正黑體"/>
                <a:ea typeface="微軟正黑體"/>
              </a:rPr>
              <a:t>讓愛天天住我家</a:t>
            </a:r>
            <a:endParaRPr lang="en-US" altLang="zh-CN" sz="6400" b="1" spc="-1" dirty="0">
              <a:solidFill>
                <a:srgbClr val="000066"/>
              </a:solidFill>
              <a:latin typeface="微軟正黑體"/>
              <a:ea typeface="微軟正黑體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Hãy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để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tình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yêu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tngự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trị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trong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gia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đình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tôi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mỗi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ngày</a:t>
            </a:r>
            <a:endParaRPr lang="vi-VN" sz="3600" b="1" dirty="0">
              <a:solidFill>
                <a:srgbClr val="660033"/>
              </a:solidFill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副歌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latin typeface="Arial" panose="020B0604020202020204" pitchFamily="34" charset="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474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spc="-1" dirty="0">
                <a:solidFill>
                  <a:srgbClr val="000066"/>
                </a:solidFill>
                <a:latin typeface="微軟正黑體"/>
                <a:ea typeface="微軟正黑體"/>
              </a:rPr>
              <a:t>不分日夜秋冬春夏</a:t>
            </a:r>
            <a:endParaRPr lang="en-US" altLang="zh-CN" sz="6400" b="1" spc="-1" dirty="0">
              <a:solidFill>
                <a:srgbClr val="000066"/>
              </a:solidFill>
              <a:latin typeface="微軟正黑體"/>
              <a:ea typeface="微軟正黑體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Dù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ngày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hay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đêm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,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xuân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hạ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thu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đông</a:t>
            </a:r>
            <a:endParaRPr lang="vi-VN" sz="3600" b="1" dirty="0">
              <a:solidFill>
                <a:srgbClr val="660033"/>
              </a:solidFill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副歌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latin typeface="Arial" panose="020B0604020202020204" pitchFamily="34" charset="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346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spc="-1" dirty="0">
                <a:solidFill>
                  <a:srgbClr val="000066"/>
                </a:solidFill>
                <a:latin typeface="微軟正黑體"/>
                <a:ea typeface="微軟正黑體"/>
              </a:rPr>
              <a:t>全心全意愛我們的家</a:t>
            </a:r>
            <a:endParaRPr lang="en-US" altLang="zh-CN" sz="6400" b="1" spc="-1" dirty="0">
              <a:solidFill>
                <a:srgbClr val="000066"/>
              </a:solidFill>
              <a:latin typeface="微軟正黑體"/>
              <a:ea typeface="微軟正黑體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Toàn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tâm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toàn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ý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yêu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gia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đình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của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</a:t>
            </a:r>
            <a:r>
              <a:rPr lang="en-US" sz="3600" b="1" dirty="0" err="1">
                <a:solidFill>
                  <a:srgbClr val="660033"/>
                </a:solidFill>
                <a:ea typeface="微軟正黑體" pitchFamily="34" charset="-120"/>
              </a:rPr>
              <a:t>chúng</a:t>
            </a:r>
            <a:r>
              <a:rPr lang="en-US" sz="3600" b="1" dirty="0">
                <a:solidFill>
                  <a:srgbClr val="660033"/>
                </a:solidFill>
                <a:ea typeface="微軟正黑體" pitchFamily="34" charset="-120"/>
              </a:rPr>
              <a:t> ta</a:t>
            </a:r>
            <a:endParaRPr lang="vi-VN" sz="3600" b="1" dirty="0">
              <a:solidFill>
                <a:srgbClr val="660033"/>
              </a:solidFill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副歌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latin typeface="Arial" panose="020B0604020202020204" pitchFamily="34" charset="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02032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1A8DE197-990E-4893-BF04-3823FBB50F9A}" vid="{430B7048-5A04-4BDB-939A-C7E865DB88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11</TotalTime>
  <Words>199</Words>
  <Application>Microsoft Office PowerPoint</Application>
  <PresentationFormat>Widescreen</PresentationFormat>
  <Paragraphs>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Microsoft JhengHei</vt:lpstr>
      <vt:lpstr>Microsoft JhengHei</vt:lpstr>
      <vt:lpstr>新細明體</vt:lpstr>
      <vt:lpstr>Arial</vt:lpstr>
      <vt:lpstr>Calibri</vt:lpstr>
      <vt:lpstr>Theme1</vt:lpstr>
      <vt:lpstr>愛我們的家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愛我們的家</dc:title>
  <dc:creator>Windows User</dc:creator>
  <cp:lastModifiedBy>Joe Cheng</cp:lastModifiedBy>
  <cp:revision>5</cp:revision>
  <dcterms:created xsi:type="dcterms:W3CDTF">2022-05-03T04:42:44Z</dcterms:created>
  <dcterms:modified xsi:type="dcterms:W3CDTF">2025-09-30T14:10:29Z</dcterms:modified>
</cp:coreProperties>
</file>