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290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299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066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8214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704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950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38067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7476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632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9856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417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595F-A6B1-4F82-84CF-276E9D55F6F8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05877-C360-427E-BBFD-1DDE883477E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2581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愛我們的家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gia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đình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mình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30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每個人愛他家就有光彩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Nếu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mỗi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người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yêu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thương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lẫn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nhau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,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gia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đình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sẽ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rực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rỡ</a:t>
            </a:r>
            <a:endParaRPr lang="vi-VN" sz="36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1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每個人付出家就不孤獨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Nếu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mỗi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người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hy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sinh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cho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nhau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,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gia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đình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sẽ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không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cô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độc</a:t>
            </a:r>
            <a:endParaRPr lang="vi-VN" sz="36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99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每個人珍惜家就有甜蜜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Nếu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mỗi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người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trân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trọng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lẫn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nhau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,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gia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đình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sẽ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ngọt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ngào</a:t>
            </a:r>
            <a:endParaRPr lang="vi-VN" sz="36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03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每個人寬恕家就有幸福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Nếu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mỗi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người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tha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thứ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lẫn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nhau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,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gia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đình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sẽ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hạnh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phúc</a:t>
            </a:r>
            <a:endParaRPr lang="vi-VN" sz="36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73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讓愛天天住你家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Hãy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để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tình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yêu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mỗi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ngày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cư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ngụ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trong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nhà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bạn</a:t>
            </a:r>
            <a:endParaRPr lang="vi-VN" sz="36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53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讓愛天天住我家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Hãy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để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tình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yêu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mỗi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ngày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cư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ngụ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trong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nhà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tôi</a:t>
            </a:r>
            <a:endParaRPr lang="vi-VN" sz="36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7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不分日夜秋冬春夏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Bất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luận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là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ngày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đêm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hay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xuân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hạ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thu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đông</a:t>
            </a:r>
            <a:endParaRPr lang="vi-VN" sz="36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346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全心全意愛我們的家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Hãy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toàn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tâm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toàn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ý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yêu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gia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đình</a:t>
            </a:r>
            <a:r>
              <a:rPr lang="en-US" sz="3600" b="1" dirty="0">
                <a:solidFill>
                  <a:srgbClr val="660033"/>
                </a:solidFill>
                <a:ea typeface="微軟正黑體" pitchFamily="34" charset="-12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ea typeface="微軟正黑體" pitchFamily="34" charset="-120"/>
              </a:rPr>
              <a:t>mình</a:t>
            </a:r>
            <a:endParaRPr lang="vi-VN" sz="36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02032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206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愛我們的家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愛我們的家</dc:title>
  <dc:creator>Windows User</dc:creator>
  <cp:lastModifiedBy>batisuoc</cp:lastModifiedBy>
  <cp:revision>2</cp:revision>
  <dcterms:created xsi:type="dcterms:W3CDTF">2022-05-03T04:42:44Z</dcterms:created>
  <dcterms:modified xsi:type="dcterms:W3CDTF">2025-01-26T10:08:08Z</dcterms:modified>
</cp:coreProperties>
</file>