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85" r:id="rId2"/>
    <p:sldId id="586" r:id="rId3"/>
    <p:sldId id="587" r:id="rId4"/>
    <p:sldId id="588" r:id="rId5"/>
    <p:sldId id="589" r:id="rId6"/>
    <p:sldId id="590" r:id="rId7"/>
    <p:sldId id="591" r:id="rId8"/>
    <p:sldId id="59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65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83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672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56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0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3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60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83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2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0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778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BF823-816E-4CE2-AAFF-78D1B56BB1CC}" type="datetimeFigureOut">
              <a:rPr lang="zh-TW" altLang="en-US" smtClean="0"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63C40-AA5D-4562-8951-67244FB3C5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7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十架犧牲的愛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耶穌捨身十架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為我犧牲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誠然擔起我的憂患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背負我的痛苦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395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耶穌捨身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為我的過犯受鞭傷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146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流出寶血  救恩湧流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讓我罪得赦免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39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被世人離棄凌辱  至死不退縮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喝下那苦杯  全然成就救贖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94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我主犧牲的愛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為我的過犯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撇下榮耀尊貴  降下捨身拯救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130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十架犧牲的愛  眾罪已得潔淨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是奴僕君王  權柄尊貴屬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16545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159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十架犧牲的愛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十架犧牲的愛</dc:title>
  <dc:creator>大唐</dc:creator>
  <cp:lastModifiedBy>batisuoc</cp:lastModifiedBy>
  <cp:revision>4</cp:revision>
  <dcterms:created xsi:type="dcterms:W3CDTF">2018-01-31T13:44:49Z</dcterms:created>
  <dcterms:modified xsi:type="dcterms:W3CDTF">2024-05-04T09:41:34Z</dcterms:modified>
</cp:coreProperties>
</file>