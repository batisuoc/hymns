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4406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936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195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3864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2610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5850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534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49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500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449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8386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2E2CC-7253-4664-9A45-063331CFD5D5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677CC-A106-4D26-B628-3DF78AE9D7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71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耶和華沙龍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836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耶和華沙龍  我的平安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耶和華拉法  我的醫治者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8559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耶和華尼西  我的得勝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耶和華以勒  祂必為我預備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9985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主祢的名  帶有能力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宣告祢的名  戰勝仇敵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7235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主祢的名  無人能及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聖潔與公義  滿有權炳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386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耶和華沙龍  我的平安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耶和華拉法  我的 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Healer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RAP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1661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耶和華尼西  我的得勝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耶和華以勒  祂必為我預備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RAP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499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耶和華羅以  我的牧者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耶和華沙瑪 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in the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RAP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659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  齊根努  我的公義</a:t>
            </a:r>
          </a:p>
          <a:p>
            <a:pPr algn="ctr">
              <a:buNone/>
            </a:pP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He is who He is, He is MY GOD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RAP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717981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180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Microsoft JhengHei</vt:lpstr>
      <vt:lpstr>Microsoft JhengHei</vt:lpstr>
      <vt:lpstr>新細明體</vt:lpstr>
      <vt:lpstr>Arial</vt:lpstr>
      <vt:lpstr>Calibri</vt:lpstr>
      <vt:lpstr>Theme1</vt:lpstr>
      <vt:lpstr>耶和華沙龍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耶和華沙龍</dc:title>
  <dc:creator>Windows User</dc:creator>
  <cp:lastModifiedBy>Joe Cheng</cp:lastModifiedBy>
  <cp:revision>5</cp:revision>
  <dcterms:created xsi:type="dcterms:W3CDTF">2020-07-09T11:39:34Z</dcterms:created>
  <dcterms:modified xsi:type="dcterms:W3CDTF">2026-02-13T09:03:21Z</dcterms:modified>
</cp:coreProperties>
</file>