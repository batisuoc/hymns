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7" y="123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7663F-A412-4EA0-B086-A49073A59FF1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661FD-F59D-448A-8ED1-E547B71D51B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067694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順服</a:t>
            </a:r>
          </a:p>
        </p:txBody>
      </p:sp>
    </p:spTree>
    <p:extLst>
      <p:ext uri="{BB962C8B-B14F-4D97-AF65-F5344CB8AC3E}">
        <p14:creationId xmlns:p14="http://schemas.microsoft.com/office/powerpoint/2010/main" val="3457353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當我不明白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事情的由來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信心不足的時候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求主幫助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93990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207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生命在於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萬事皆屬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信心動搖的時候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我要信靠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93990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3178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我相信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的意念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高過我的意念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93990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145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萬事互相效力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叫愛神的人得益處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93990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9119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我相信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的道路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高過我的道路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我甘願謙卑順服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990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152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我相信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的應許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的恩典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我甘願謙卑順服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990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2925817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15</TotalTime>
  <Words>135</Words>
  <Application>Microsoft Office PowerPoint</Application>
  <PresentationFormat>On-screen Show (16:9)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Church Theme</vt:lpstr>
      <vt:lpstr>順服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順服</dc:title>
  <dc:creator>大唐</dc:creator>
  <cp:lastModifiedBy>Joe Cheng</cp:lastModifiedBy>
  <cp:revision>6</cp:revision>
  <dcterms:created xsi:type="dcterms:W3CDTF">2018-04-05T14:02:35Z</dcterms:created>
  <dcterms:modified xsi:type="dcterms:W3CDTF">2024-10-01T08:42:26Z</dcterms:modified>
</cp:coreProperties>
</file>