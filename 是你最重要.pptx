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4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326C-6BDE-41C6-AB6C-A143C8DE5B6D}" type="datetimeFigureOut">
              <a:rPr lang="zh-TW" altLang="en-US" smtClean="0"/>
              <a:pPr/>
              <a:t>2025/9/29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4144-41EF-46AF-B473-65A1F249C0B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5900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326C-6BDE-41C6-AB6C-A143C8DE5B6D}" type="datetimeFigureOut">
              <a:rPr lang="zh-TW" altLang="en-US" smtClean="0"/>
              <a:pPr/>
              <a:t>2025/9/29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4144-41EF-46AF-B473-65A1F249C0B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9966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326C-6BDE-41C6-AB6C-A143C8DE5B6D}" type="datetimeFigureOut">
              <a:rPr lang="zh-TW" altLang="en-US" smtClean="0"/>
              <a:pPr/>
              <a:t>2025/9/29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4144-41EF-46AF-B473-65A1F249C0B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1607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326C-6BDE-41C6-AB6C-A143C8DE5B6D}" type="datetimeFigureOut">
              <a:rPr lang="zh-TW" altLang="en-US" smtClean="0"/>
              <a:pPr/>
              <a:t>2025/9/29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4144-41EF-46AF-B473-65A1F249C0B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4656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326C-6BDE-41C6-AB6C-A143C8DE5B6D}" type="datetimeFigureOut">
              <a:rPr lang="zh-TW" altLang="en-US" smtClean="0"/>
              <a:pPr/>
              <a:t>2025/9/29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4144-41EF-46AF-B473-65A1F249C0B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5752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326C-6BDE-41C6-AB6C-A143C8DE5B6D}" type="datetimeFigureOut">
              <a:rPr lang="zh-TW" altLang="en-US" smtClean="0"/>
              <a:pPr/>
              <a:t>2025/9/29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4144-41EF-46AF-B473-65A1F249C0B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5728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326C-6BDE-41C6-AB6C-A143C8DE5B6D}" type="datetimeFigureOut">
              <a:rPr lang="zh-TW" altLang="en-US" smtClean="0"/>
              <a:pPr/>
              <a:t>2025/9/29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4144-41EF-46AF-B473-65A1F249C0B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4239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326C-6BDE-41C6-AB6C-A143C8DE5B6D}" type="datetimeFigureOut">
              <a:rPr lang="zh-TW" altLang="en-US" smtClean="0"/>
              <a:pPr/>
              <a:t>2025/9/29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4144-41EF-46AF-B473-65A1F249C0B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718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326C-6BDE-41C6-AB6C-A143C8DE5B6D}" type="datetimeFigureOut">
              <a:rPr lang="zh-TW" altLang="en-US" smtClean="0"/>
              <a:pPr/>
              <a:t>2025/9/29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4144-41EF-46AF-B473-65A1F249C0B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2503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326C-6BDE-41C6-AB6C-A143C8DE5B6D}" type="datetimeFigureOut">
              <a:rPr lang="zh-TW" altLang="en-US" smtClean="0"/>
              <a:pPr/>
              <a:t>2025/9/29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4144-41EF-46AF-B473-65A1F249C0B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1159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326C-6BDE-41C6-AB6C-A143C8DE5B6D}" type="datetimeFigureOut">
              <a:rPr lang="zh-TW" altLang="en-US" smtClean="0"/>
              <a:pPr/>
              <a:t>2025/9/29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4144-41EF-46AF-B473-65A1F249C0B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3756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01326C-6BDE-41C6-AB6C-A143C8DE5B6D}" type="datetimeFigureOut">
              <a:rPr lang="zh-TW" altLang="en-US" smtClean="0"/>
              <a:pPr/>
              <a:t>2025/9/29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04144-41EF-46AF-B473-65A1F249C0B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3669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是</a:t>
            </a:r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最重要</a:t>
            </a:r>
          </a:p>
        </p:txBody>
      </p:sp>
    </p:spTree>
    <p:extLst>
      <p:ext uri="{BB962C8B-B14F-4D97-AF65-F5344CB8AC3E}">
        <p14:creationId xmlns:p14="http://schemas.microsoft.com/office/powerpoint/2010/main" val="3287560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重要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在我的心中最重要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重要是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DF69DA-CE58-0E77-9665-BE4896337994}"/>
              </a:ext>
            </a:extLst>
          </p:cNvPr>
          <p:cNvSpPr txBox="1"/>
          <p:nvPr/>
        </p:nvSpPr>
        <p:spPr>
          <a:xfrm>
            <a:off x="4108" y="5229200"/>
            <a:ext cx="12187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( 1 / 2 )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307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全地其上全賴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一一創造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親手鋪設宇宙繁星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E9EDE7-FC66-19D3-886F-D4241A07F5E7}"/>
              </a:ext>
            </a:extLst>
          </p:cNvPr>
          <p:cNvSpPr txBox="1"/>
          <p:nvPr/>
        </p:nvSpPr>
        <p:spPr>
          <a:xfrm>
            <a:off x="4108" y="5229200"/>
            <a:ext cx="12187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( 1 / 2 )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755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於我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給我是到底的拯救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BCC8E0-3D8A-4197-8453-A44E3719E5BF}"/>
              </a:ext>
            </a:extLst>
          </p:cNvPr>
          <p:cNvSpPr txBox="1"/>
          <p:nvPr/>
        </p:nvSpPr>
        <p:spPr>
          <a:xfrm>
            <a:off x="4108" y="5229200"/>
            <a:ext cx="12187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( 1 / 2 )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3521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頌讚  跪拜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頌讚永歸我主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頌讚  跪拜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讓我心歸我王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214588-CA37-3A7F-145D-6A3E906FB487}"/>
              </a:ext>
            </a:extLst>
          </p:cNvPr>
          <p:cNvSpPr txBox="1"/>
          <p:nvPr/>
        </p:nvSpPr>
        <p:spPr>
          <a:xfrm>
            <a:off x="4108" y="5229200"/>
            <a:ext cx="12187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( 1 / 2 )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851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於天地裡再找不到比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在我生命裡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28AF1F-826B-5227-610D-6F955072670D}"/>
              </a:ext>
            </a:extLst>
          </p:cNvPr>
          <p:cNvSpPr txBox="1"/>
          <p:nvPr/>
        </p:nvSpPr>
        <p:spPr>
          <a:xfrm>
            <a:off x="4108" y="5229200"/>
            <a:ext cx="12187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( 1 / 2 )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334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再找不到一個相比更重要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神是我一生中最深刻最重要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BE0726-0963-CE8F-9493-3AB5B73FE65B}"/>
              </a:ext>
            </a:extLst>
          </p:cNvPr>
          <p:cNvSpPr txBox="1"/>
          <p:nvPr/>
        </p:nvSpPr>
        <p:spPr>
          <a:xfrm>
            <a:off x="4108" y="5229200"/>
            <a:ext cx="12187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( 1 / 2 )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100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重要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在我的一家最重要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重要是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C3304A-16ED-6089-9396-5192FDA89897}"/>
              </a:ext>
            </a:extLst>
          </p:cNvPr>
          <p:cNvSpPr txBox="1"/>
          <p:nvPr/>
        </p:nvSpPr>
        <p:spPr>
          <a:xfrm>
            <a:off x="4108" y="5229200"/>
            <a:ext cx="12187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( 2 / 2 )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500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危險  困逼  憑藉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一一過渡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恩手使這家溫馨倍添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D04C8D-052F-9338-AD3E-23370BD755EA}"/>
              </a:ext>
            </a:extLst>
          </p:cNvPr>
          <p:cNvSpPr txBox="1"/>
          <p:nvPr/>
        </p:nvSpPr>
        <p:spPr>
          <a:xfrm>
            <a:off x="4108" y="5229200"/>
            <a:ext cx="12187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( 2 / 2 )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26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於我這家也屬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終生歸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1B6C47-7D93-0A94-ECE4-6EA3FEC20E02}"/>
              </a:ext>
            </a:extLst>
          </p:cNvPr>
          <p:cNvSpPr txBox="1"/>
          <p:nvPr/>
        </p:nvSpPr>
        <p:spPr>
          <a:xfrm>
            <a:off x="4108" y="5229200"/>
            <a:ext cx="12187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( 2 / 2 )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622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頌讚  跪拜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頌讚永歸我主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頌讚  跪拜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讓我家歸我王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D8ABA7-057C-58D1-CB08-C587C6EBB580}"/>
              </a:ext>
            </a:extLst>
          </p:cNvPr>
          <p:cNvSpPr txBox="1"/>
          <p:nvPr/>
        </p:nvSpPr>
        <p:spPr>
          <a:xfrm>
            <a:off x="4108" y="5229200"/>
            <a:ext cx="12187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( 2 / 2 )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518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甘心樂意傳頌基督的救恩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讓這家奉獻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266DA0-6606-E727-ED2A-0367B070DA26}"/>
              </a:ext>
            </a:extLst>
          </p:cNvPr>
          <p:cNvSpPr txBox="1"/>
          <p:nvPr/>
        </p:nvSpPr>
        <p:spPr>
          <a:xfrm>
            <a:off x="4108" y="5229200"/>
            <a:ext cx="12187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( 2 / 2 )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087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榮耀都歸於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皆因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神是我一家中最深刻最重要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68E949-E886-6216-2DA1-9FCA49E8EC08}"/>
              </a:ext>
            </a:extLst>
          </p:cNvPr>
          <p:cNvSpPr txBox="1"/>
          <p:nvPr/>
        </p:nvSpPr>
        <p:spPr>
          <a:xfrm>
            <a:off x="4108" y="5229200"/>
            <a:ext cx="12187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( 2 / 2 )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766188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211</TotalTime>
  <Words>280</Words>
  <Application>Microsoft Office PowerPoint</Application>
  <PresentationFormat>Widescreen</PresentationFormat>
  <Paragraphs>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微軟正黑體</vt:lpstr>
      <vt:lpstr>Arial</vt:lpstr>
      <vt:lpstr>Calibri</vt:lpstr>
      <vt:lpstr>Theme1</vt:lpstr>
      <vt:lpstr>是祢最重要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是你最重要</dc:title>
  <dc:creator>DAIDUONG</dc:creator>
  <cp:lastModifiedBy>batisuoc</cp:lastModifiedBy>
  <cp:revision>4</cp:revision>
  <dcterms:created xsi:type="dcterms:W3CDTF">2014-07-25T03:37:51Z</dcterms:created>
  <dcterms:modified xsi:type="dcterms:W3CDTF">2025-09-29T16:49:13Z</dcterms:modified>
</cp:coreProperties>
</file>