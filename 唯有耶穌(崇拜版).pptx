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  <p:sldId id="266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D2A50-85AC-4EAF-B333-6B51C447FC29}" type="datetimeFigureOut">
              <a:rPr lang="zh-TW" altLang="en-US" smtClean="0"/>
              <a:pPr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AFB07-2129-4B9A-A51F-FA13D8277F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唯有耶穌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516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能使瞎眼看見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能醫治傷心人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8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3981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有權柄釋放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叫不可能變為可能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0A454-DA89-BF92-7765-6BB077A8FA48}"/>
              </a:ext>
            </a:extLst>
          </p:cNvPr>
          <p:cNvSpPr txBox="1"/>
          <p:nvPr/>
        </p:nvSpPr>
        <p:spPr>
          <a:xfrm>
            <a:off x="3638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390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唯有耶穌掌管天地萬有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唯有耶穌能使水變成酒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E3B3AA-8800-1014-DD39-00C2728CB62A}"/>
              </a:ext>
            </a:extLst>
          </p:cNvPr>
          <p:cNvSpPr txBox="1"/>
          <p:nvPr/>
        </p:nvSpPr>
        <p:spPr>
          <a:xfrm>
            <a:off x="3638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1422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叫狂風巨浪平息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大能赦罪行神蹟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07650-9583-E6C0-AC54-653E6518CBAF}"/>
              </a:ext>
            </a:extLst>
          </p:cNvPr>
          <p:cNvSpPr txBox="1"/>
          <p:nvPr/>
        </p:nvSpPr>
        <p:spPr>
          <a:xfrm>
            <a:off x="3638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200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耶穌無人與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相比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F05D61-14D7-CE36-7B0C-6D76066D71F3}"/>
              </a:ext>
            </a:extLst>
          </p:cNvPr>
          <p:cNvSpPr txBox="1"/>
          <p:nvPr/>
        </p:nvSpPr>
        <p:spPr>
          <a:xfrm>
            <a:off x="3638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424484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8</TotalTime>
  <Words>100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佈景主題1</vt:lpstr>
      <vt:lpstr>唯有耶穌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唯有耶穌</dc:title>
  <dc:creator>大唐</dc:creator>
  <cp:lastModifiedBy>batisuoc</cp:lastModifiedBy>
  <cp:revision>6</cp:revision>
  <dcterms:created xsi:type="dcterms:W3CDTF">2017-12-16T02:52:06Z</dcterms:created>
  <dcterms:modified xsi:type="dcterms:W3CDTF">2024-06-22T08:39:54Z</dcterms:modified>
</cp:coreProperties>
</file>