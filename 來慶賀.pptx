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71" d="100"/>
          <a:sy n="71" d="100"/>
        </p:scale>
        <p:origin x="7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2C2F-559C-4058-A973-E1084B5EAD5A}" type="datetimeFigureOut">
              <a:rPr lang="vi-VN" smtClean="0"/>
              <a:t>04/10/2025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8C3-7671-4E88-83B8-177B4FCEEB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44735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2C2F-559C-4058-A973-E1084B5EAD5A}" type="datetimeFigureOut">
              <a:rPr lang="vi-VN" smtClean="0"/>
              <a:t>04/10/2025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8C3-7671-4E88-83B8-177B4FCEEB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443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2C2F-559C-4058-A973-E1084B5EAD5A}" type="datetimeFigureOut">
              <a:rPr lang="vi-VN" smtClean="0"/>
              <a:t>04/10/2025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8C3-7671-4E88-83B8-177B4FCEEB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908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2C2F-559C-4058-A973-E1084B5EAD5A}" type="datetimeFigureOut">
              <a:rPr lang="vi-VN" smtClean="0"/>
              <a:t>04/10/2025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8C3-7671-4E88-83B8-177B4FCEEB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5898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2C2F-559C-4058-A973-E1084B5EAD5A}" type="datetimeFigureOut">
              <a:rPr lang="vi-VN" smtClean="0"/>
              <a:t>04/10/2025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8C3-7671-4E88-83B8-177B4FCEEB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7999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2C2F-559C-4058-A973-E1084B5EAD5A}" type="datetimeFigureOut">
              <a:rPr lang="vi-VN" smtClean="0"/>
              <a:t>04/10/2025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8C3-7671-4E88-83B8-177B4FCEEB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67616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2C2F-559C-4058-A973-E1084B5EAD5A}" type="datetimeFigureOut">
              <a:rPr lang="vi-VN" smtClean="0"/>
              <a:t>04/10/2025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8C3-7671-4E88-83B8-177B4FCEEB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450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2C2F-559C-4058-A973-E1084B5EAD5A}" type="datetimeFigureOut">
              <a:rPr lang="vi-VN" smtClean="0"/>
              <a:t>04/10/2025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8C3-7671-4E88-83B8-177B4FCEEB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880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2C2F-559C-4058-A973-E1084B5EAD5A}" type="datetimeFigureOut">
              <a:rPr lang="vi-VN" smtClean="0"/>
              <a:t>04/10/2025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8C3-7671-4E88-83B8-177B4FCEEB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13627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2C2F-559C-4058-A973-E1084B5EAD5A}" type="datetimeFigureOut">
              <a:rPr lang="vi-VN" smtClean="0"/>
              <a:t>04/10/2025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8C3-7671-4E88-83B8-177B4FCEEB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244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2C2F-559C-4058-A973-E1084B5EAD5A}" type="datetimeFigureOut">
              <a:rPr lang="vi-VN" smtClean="0"/>
              <a:t>04/10/2025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8C3-7671-4E88-83B8-177B4FCEEB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78344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62C2F-559C-4058-A973-E1084B5EAD5A}" type="datetimeFigureOut">
              <a:rPr lang="vi-VN" smtClean="0"/>
              <a:t>04/10/2025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F58C3-7671-4E88-83B8-177B4FCEEB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662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來慶賀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讓我們來慶賀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無比大愛  我們來慶賀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B540-5493-FC43-B475-90315F568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FAEEE5D-C881-DCC9-E21C-B4CC7CB0C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神兒子因愛我們 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捨了生命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EBF8A-1165-8D8E-87EB-6B0D6EEEB33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284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A717B-EE60-88E6-1C56-CEAC5691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EF7BFF1-7781-DF48-C9B9-03345F5A1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讓我們來歡呼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主賜喜樂無人能相比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F8C796-6B9B-3743-0616-FC4D2BFDA93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8389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AFBCB-FBB0-08C1-FAE0-17FB88F80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5C6E64E-7C76-AB49-9DDC-13A5DA176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我們歡然向祢獻祭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高聲歡呼讚美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2B9F1-FEAB-6929-273B-13631B16751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308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1932-3BC8-FDAC-B08A-297C473ED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A497699-B7F4-72FD-A0A7-25E476E9D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讓我們來歡呼  來慶賀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歡呼來慶賀  歡呼來慶賀大君王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04699-6422-E8AE-37FD-FD845BF9932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（２次）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489430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18</TotalTime>
  <Words>104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微軟正黑體</vt:lpstr>
      <vt:lpstr>微軟正黑體</vt:lpstr>
      <vt:lpstr>Arial</vt:lpstr>
      <vt:lpstr>Calibri</vt:lpstr>
      <vt:lpstr>Theme1</vt:lpstr>
      <vt:lpstr>來慶賀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來慶賀</dc:title>
  <dc:creator>Windows User</dc:creator>
  <cp:lastModifiedBy>batisuoc</cp:lastModifiedBy>
  <cp:revision>3</cp:revision>
  <dcterms:created xsi:type="dcterms:W3CDTF">2020-09-19T04:28:45Z</dcterms:created>
  <dcterms:modified xsi:type="dcterms:W3CDTF">2025-10-03T17:18:32Z</dcterms:modified>
</cp:coreProperties>
</file>