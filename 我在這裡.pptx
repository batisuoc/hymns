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53" r:id="rId2"/>
    <p:sldId id="390" r:id="rId3"/>
    <p:sldId id="660" r:id="rId4"/>
    <p:sldId id="661" r:id="rId5"/>
    <p:sldId id="662" r:id="rId6"/>
    <p:sldId id="663" r:id="rId7"/>
    <p:sldId id="664" r:id="rId8"/>
    <p:sldId id="665" r:id="rId9"/>
    <p:sldId id="666" r:id="rId10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65" autoAdjust="0"/>
    <p:restoredTop sz="94660"/>
  </p:normalViewPr>
  <p:slideViewPr>
    <p:cSldViewPr snapToGrid="0">
      <p:cViewPr varScale="1">
        <p:scale>
          <a:sx n="69" d="100"/>
          <a:sy n="69" d="100"/>
        </p:scale>
        <p:origin x="78" y="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464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685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659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617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292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9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37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3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92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13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765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115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ABE139-0C42-4901-9CA7-D2DCB45A34D1}" type="datetimeFigureOut">
              <a:rPr lang="en-US" smtClean="0"/>
              <a:t>7/20/2024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8CE6CD-69A1-4EDD-B174-33D15798D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646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660915"/>
            <a:ext cx="12192000" cy="1143000"/>
          </a:xfrm>
        </p:spPr>
        <p:txBody>
          <a:bodyPr>
            <a:noAutofit/>
          </a:bodyPr>
          <a:lstStyle/>
          <a:p>
            <a:r>
              <a:rPr lang="zh-CN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我在這裡</a:t>
            </a:r>
            <a:endParaRPr lang="zh-TW" altLang="en-US" sz="7200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我在這裡  深切尋求祢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每個清晨夜晚  不住地尋求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我在這裡  聆聽祢心意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親愛主耶穌  渴望歡迎祢降臨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99551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主耶穌  我的耶穌  我心充滿歡喜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因為我有耶穌在我心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84436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主耶穌  我的耶穌  我心充滿感恩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因為我有耶穌在我心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03726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我在這裡  我在這裡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我回應祢的愛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橋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943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我在這裡  我在這裡  耶穌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橋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29127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我在這裡  我在這裡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我回應祢的愛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橋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51099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我在這裡  我在這裡  耶穌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橋</a:t>
            </a:r>
            <a:r>
              <a:rPr lang="en-US" sz="32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111191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75BBF97F-0525-4D7F-ABA1-4CCFA07F43A2}" vid="{8D3552C7-B8E4-422B-9896-C8F00D815D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0</TotalTime>
  <Words>165</Words>
  <Application>Microsoft Office PowerPoint</Application>
  <PresentationFormat>Widescreen</PresentationFormat>
  <Paragraphs>23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Microsoft JhengHei</vt:lpstr>
      <vt:lpstr>Microsoft JhengHei</vt:lpstr>
      <vt:lpstr>Arial</vt:lpstr>
      <vt:lpstr>Calibri</vt:lpstr>
      <vt:lpstr>Theme1</vt:lpstr>
      <vt:lpstr>我在這裡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batisuoc</dc:creator>
  <cp:lastModifiedBy>batisuoc</cp:lastModifiedBy>
  <cp:revision>1</cp:revision>
  <dcterms:created xsi:type="dcterms:W3CDTF">2024-07-20T10:49:07Z</dcterms:created>
  <dcterms:modified xsi:type="dcterms:W3CDTF">2024-07-20T10:49:23Z</dcterms:modified>
</cp:coreProperties>
</file>