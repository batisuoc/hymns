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660" r:id="rId4"/>
    <p:sldId id="661" r:id="rId5"/>
    <p:sldId id="662" r:id="rId6"/>
    <p:sldId id="663" r:id="rId7"/>
    <p:sldId id="664" r:id="rId8"/>
    <p:sldId id="665" r:id="rId9"/>
    <p:sldId id="666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48" d="100"/>
          <a:sy n="48" d="100"/>
        </p:scale>
        <p:origin x="23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8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5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1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92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9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3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9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1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6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15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BE139-0C42-4901-9CA7-D2DCB45A34D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CE6CD-69A1-4EDD-B174-33D15798D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4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我在這裡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我在這裡  深切尋求祢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每個清晨夜晚  不住地尋求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我在這裡  聆聽祢心意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親愛主耶穌  渴望歡迎祢降臨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955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我的耶穌  我心充滿歡喜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因為我有耶穌在我心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4436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我的耶穌  我心充滿感恩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因為我有耶穌在我心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3726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我在這裡  我在這裡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我回應祢的愛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43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我在這裡  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在這裡  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912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我在這裡  我在這裡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我回應祢的愛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1099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我在這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裡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在這裡  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31111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</TotalTime>
  <Words>165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Microsoft JhengHei</vt:lpstr>
      <vt:lpstr>Microsoft JhengHei</vt:lpstr>
      <vt:lpstr>新細明體</vt:lpstr>
      <vt:lpstr>Arial</vt:lpstr>
      <vt:lpstr>Calibri</vt:lpstr>
      <vt:lpstr>Theme1</vt:lpstr>
      <vt:lpstr>我在這裡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我在這裡</dc:title>
  <dc:creator>batisuoc</dc:creator>
  <cp:lastModifiedBy>Joe Cheng</cp:lastModifiedBy>
  <cp:revision>2</cp:revision>
  <dcterms:created xsi:type="dcterms:W3CDTF">2024-07-20T10:49:07Z</dcterms:created>
  <dcterms:modified xsi:type="dcterms:W3CDTF">2026-08-01T03:50:19Z</dcterms:modified>
</cp:coreProperties>
</file>