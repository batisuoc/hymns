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95432-FB33-4E7B-BE27-1C70122E4CA3}" type="datetimeFigureOut">
              <a:rPr lang="zh-TW" altLang="en-US" smtClean="0"/>
              <a:pPr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BC02D-AA52-4B87-97BC-714FDE64797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容我寧靜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晨曦之中   我尋求神話語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每分一刻感激主多愛寵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6211F-8F0D-F8D2-F1D6-526A1F78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1A317D8-E21E-AC33-54AA-26E315D21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日光之中人流離在多變世俗裡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啊聖父   求祢潔淨我心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09502-FEB3-CA5B-C92F-6C01E2EDC931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46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BE79-E209-48B7-ED11-D8C3492CA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C0119A0-1BD2-A731-C482-BBB8333BE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容我寧靜   聽候在祢的跟前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一心一意   願尋求祢的旨意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44E22-E9EE-2729-598B-85347B86F1E5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3808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F1A2-0D72-C3E2-5644-DF7D2FE6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585D51-CD08-0E80-1B75-5239666C3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藏祢懷內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看萬事變得空虛光輝不再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2A29A-E39E-2997-53FE-3FACB7BD5BD7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657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F1C4-5879-D68A-C95B-671AF324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812C8FB-CE89-BB34-4A26-900417DBD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願我此刻知祢是神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願我得享安息  在祢手裡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B5684-1BF0-7F49-20B0-55BB8C69E1CE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705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A8410-CD08-9B31-D7A1-AF052432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751279-BA5B-00C3-276E-AAEB62AD5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晨曦之中   我尋求神話語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每分一刻感激主多愛寵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6BFE3-9D92-0EF1-0C78-646B4EA136EB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668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A2D0B-C399-DAFB-6B2C-1F589E64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4B40632-D90A-70BE-88D9-EC0C70BF3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日光之中人流離在多變世俗裡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啊聖靈   求祢引導我禱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624CC-7F85-AD2B-051B-FD991150E66D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691353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10</TotalTime>
  <Words>175</Words>
  <Application>Microsoft Office PowerPoint</Application>
  <PresentationFormat>On-screen Show (16:9)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佈景主題11</vt:lpstr>
      <vt:lpstr>容我寧靜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容我寧靜</dc:title>
  <dc:creator>User</dc:creator>
  <cp:lastModifiedBy>Uncle Jo</cp:lastModifiedBy>
  <cp:revision>7</cp:revision>
  <dcterms:created xsi:type="dcterms:W3CDTF">2017-07-30T00:28:40Z</dcterms:created>
  <dcterms:modified xsi:type="dcterms:W3CDTF">2026-06-12T16:51:17Z</dcterms:modified>
</cp:coreProperties>
</file>