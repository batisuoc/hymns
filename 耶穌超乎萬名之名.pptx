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  超乎萬名之名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至聖者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和平之子  公義真神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39042-007A-0345-811A-BF92936A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D391BBA-C0DF-A2C5-9FDD-2393782F6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祢聖潔美麗無比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祢完全無人能及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7E66F-11CC-42EA-637F-40C4FB92503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665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A645-6629-8B75-2B4B-AE69F660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5C8125-E7B3-FAC8-35C5-ABB96ED0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真神兒子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謙卑自己  十架上捨己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33A08-847B-4428-1A40-B1F452F5A98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164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4D9A-CC87-105B-7FF4-EE20D9A1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727763E-AB8B-2102-C33B-D73422F4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祢寶血湧流能力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在祢愛中我得以完全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FDABD-5A95-4413-29B9-B413BE5B7DD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367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9264-F597-F9D7-6815-FE19C7F7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6C719C9-0641-2B91-7737-899D3CE34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超乎萬名之上的名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天上地下  萬物屈膝敬拜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C5A10-81A4-75B4-B0ED-0E75D5FD66D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613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89BD-0E0B-F8C7-CCE2-262541D35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0189FD-DCCE-0F76-1E8A-6F7F67A43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喔  耶穌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超乎萬名之上的名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D9A91-D232-73FB-B858-161258C0950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776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CA48-E1FC-20F1-6B8D-1C45A095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77B084-13D0-EBA3-AF88-2F08EB7D3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願榮耀都歸祢  願榮耀都歸祢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願榮耀都歸耶穌羔羊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C8CBC-0477-1CE8-4D8C-C4894CD0609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50328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148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耶穌  超乎萬名之名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2025-10-03T17:10:16Z</dcterms:created>
  <dcterms:modified xsi:type="dcterms:W3CDTF">2025-10-03T17:12:39Z</dcterms:modified>
</cp:coreProperties>
</file>