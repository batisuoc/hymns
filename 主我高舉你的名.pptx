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551BE-2332-4372-852A-7F4471651BAB}" type="datetimeFigureOut">
              <a:rPr lang="en-US" smtClean="0"/>
              <a:pPr/>
              <a:t>4/20/2024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C934B-87B9-4B62-9E87-EC38B3FF4A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的名</a:t>
            </a:r>
          </a:p>
        </p:txBody>
      </p:sp>
    </p:spTree>
    <p:extLst>
      <p:ext uri="{BB962C8B-B14F-4D97-AF65-F5344CB8AC3E}">
        <p14:creationId xmlns:p14="http://schemas.microsoft.com/office/powerpoint/2010/main" val="194652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主我深愛稱頌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901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我甚欣慰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愛我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我甚欣慰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救贖我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45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從天上降世間  指引我路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在世間被釘十架  我罪得贖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0795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從十架到墳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墓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從墳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墓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升回天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主我高舉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082024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223</TotalTime>
  <Words>77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微軟正黑體</vt:lpstr>
      <vt:lpstr>Arial</vt:lpstr>
      <vt:lpstr>Calibri</vt:lpstr>
      <vt:lpstr>佈景主題1</vt:lpstr>
      <vt:lpstr>主我高舉祢的名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主我高舉你的名 Nguyện Danh Chúa luôn được tôn cao</dc:title>
  <dc:creator>Admin</dc:creator>
  <cp:lastModifiedBy>batisuoc</cp:lastModifiedBy>
  <cp:revision>9</cp:revision>
  <dcterms:created xsi:type="dcterms:W3CDTF">2013-02-23T03:22:28Z</dcterms:created>
  <dcterms:modified xsi:type="dcterms:W3CDTF">2024-04-19T19:43:58Z</dcterms:modified>
</cp:coreProperties>
</file>