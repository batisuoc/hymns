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8" r:id="rId2"/>
    <p:sldId id="259" r:id="rId3"/>
    <p:sldId id="260" r:id="rId4"/>
    <p:sldId id="261" r:id="rId5"/>
    <p:sldId id="262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4" d="100"/>
          <a:sy n="64" d="100"/>
        </p:scale>
        <p:origin x="96" y="1243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551BE-2332-4372-852A-7F4471651BAB}" type="datetimeFigureOut">
              <a:rPr lang="en-US" smtClean="0"/>
              <a:pPr/>
              <a:t>7/23/2024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C934B-87B9-4B62-9E87-EC38B3FF4A4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551BE-2332-4372-852A-7F4471651BAB}" type="datetimeFigureOut">
              <a:rPr lang="en-US" smtClean="0"/>
              <a:pPr/>
              <a:t>7/23/2024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C934B-87B9-4B62-9E87-EC38B3FF4A4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551BE-2332-4372-852A-7F4471651BAB}" type="datetimeFigureOut">
              <a:rPr lang="en-US" smtClean="0"/>
              <a:pPr/>
              <a:t>7/23/2024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C934B-87B9-4B62-9E87-EC38B3FF4A4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551BE-2332-4372-852A-7F4471651BAB}" type="datetimeFigureOut">
              <a:rPr lang="en-US" smtClean="0"/>
              <a:pPr/>
              <a:t>7/23/2024</a:t>
            </a:fld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C934B-87B9-4B62-9E87-EC38B3FF4A4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551BE-2332-4372-852A-7F4471651BAB}" type="datetimeFigureOut">
              <a:rPr lang="en-US" smtClean="0"/>
              <a:pPr/>
              <a:t>7/23/2024</a:t>
            </a:fld>
            <a:endParaRPr 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C934B-87B9-4B62-9E87-EC38B3FF4A4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551BE-2332-4372-852A-7F4471651BAB}" type="datetimeFigureOut">
              <a:rPr lang="en-US" smtClean="0"/>
              <a:pPr/>
              <a:t>7/23/2024</a:t>
            </a:fld>
            <a:endParaRPr 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C934B-87B9-4B62-9E87-EC38B3FF4A4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551BE-2332-4372-852A-7F4471651BAB}" type="datetimeFigureOut">
              <a:rPr lang="en-US" smtClean="0"/>
              <a:pPr/>
              <a:t>7/23/2024</a:t>
            </a:fld>
            <a:endParaRPr 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C934B-87B9-4B62-9E87-EC38B3FF4A4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551BE-2332-4372-852A-7F4471651BAB}" type="datetimeFigureOut">
              <a:rPr lang="en-US" smtClean="0"/>
              <a:pPr/>
              <a:t>7/23/2024</a:t>
            </a:fld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C934B-87B9-4B62-9E87-EC38B3FF4A4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551BE-2332-4372-852A-7F4471651BAB}" type="datetimeFigureOut">
              <a:rPr lang="en-US" smtClean="0"/>
              <a:pPr/>
              <a:t>7/23/2024</a:t>
            </a:fld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C934B-87B9-4B62-9E87-EC38B3FF4A4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551BE-2332-4372-852A-7F4471651BAB}" type="datetimeFigureOut">
              <a:rPr lang="en-US" smtClean="0"/>
              <a:pPr/>
              <a:t>7/23/2024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C934B-87B9-4B62-9E87-EC38B3FF4A4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551BE-2332-4372-852A-7F4471651BAB}" type="datetimeFigureOut">
              <a:rPr lang="en-US" smtClean="0"/>
              <a:pPr/>
              <a:t>7/23/2024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C934B-87B9-4B62-9E87-EC38B3FF4A4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C551BE-2332-4372-852A-7F4471651BAB}" type="datetimeFigureOut">
              <a:rPr lang="en-US" smtClean="0"/>
              <a:pPr/>
              <a:t>7/23/2024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0C934B-87B9-4B62-9E87-EC38B3FF4A4D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0" y="2857513"/>
            <a:ext cx="12192000" cy="1143000"/>
          </a:xfrm>
        </p:spPr>
        <p:txBody>
          <a:bodyPr>
            <a:noAutofit/>
          </a:bodyPr>
          <a:lstStyle/>
          <a:p>
            <a:r>
              <a:rPr lang="zh-TW" altLang="en-US" sz="72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主我高舉</a:t>
            </a:r>
            <a:r>
              <a:rPr lang="zh-CN" altLang="en-US" sz="72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72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的名</a:t>
            </a:r>
          </a:p>
        </p:txBody>
      </p:sp>
    </p:spTree>
    <p:extLst>
      <p:ext uri="{BB962C8B-B14F-4D97-AF65-F5344CB8AC3E}">
        <p14:creationId xmlns:p14="http://schemas.microsoft.com/office/powerpoint/2010/main" val="1946522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主我高舉</a:t>
            </a:r>
            <a:r>
              <a:rPr lang="zh-CN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的名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主我深愛稱頌</a:t>
            </a:r>
            <a:r>
              <a:rPr lang="zh-CN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131CDA-51D9-8C36-1088-1EBDA7BD4CD4}"/>
              </a:ext>
            </a:extLst>
          </p:cNvPr>
          <p:cNvSpPr txBox="1"/>
          <p:nvPr/>
        </p:nvSpPr>
        <p:spPr>
          <a:xfrm>
            <a:off x="0" y="5257800"/>
            <a:ext cx="1219200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600" b="1" dirty="0">
              <a:solidFill>
                <a:srgbClr val="660033"/>
              </a:solidFill>
              <a:effectLst/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790124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我甚欣慰</a:t>
            </a:r>
            <a:r>
              <a:rPr lang="zh-CN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愛我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我甚欣慰</a:t>
            </a:r>
            <a:r>
              <a:rPr lang="zh-CN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救贖我</a:t>
            </a:r>
            <a:endParaRPr lang="en-US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138995-46FA-A431-12AE-8EB0EE39CC81}"/>
              </a:ext>
            </a:extLst>
          </p:cNvPr>
          <p:cNvSpPr txBox="1"/>
          <p:nvPr/>
        </p:nvSpPr>
        <p:spPr>
          <a:xfrm>
            <a:off x="0" y="5257800"/>
            <a:ext cx="1219200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600" b="1" dirty="0">
              <a:solidFill>
                <a:srgbClr val="660033"/>
              </a:solidFill>
              <a:effectLst/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34533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從天上降世間  指引我路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在世間被釘十架  我罪得贖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025757-45AB-5C24-B90B-AC20C266B61E}"/>
              </a:ext>
            </a:extLst>
          </p:cNvPr>
          <p:cNvSpPr txBox="1"/>
          <p:nvPr/>
        </p:nvSpPr>
        <p:spPr>
          <a:xfrm>
            <a:off x="0" y="5257800"/>
            <a:ext cx="1219200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600" b="1" dirty="0">
              <a:solidFill>
                <a:srgbClr val="660033"/>
              </a:solidFill>
              <a:effectLst/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407950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從十架到墳</a:t>
            </a:r>
            <a:r>
              <a:rPr lang="zh-CN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墓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  從墳</a:t>
            </a:r>
            <a:r>
              <a:rPr lang="zh-CN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墓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升回天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主我高舉</a:t>
            </a:r>
            <a:r>
              <a:rPr lang="zh-CN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的名</a:t>
            </a:r>
            <a:endParaRPr lang="en-US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6B0488-669D-7238-187E-B284453DA7AC}"/>
              </a:ext>
            </a:extLst>
          </p:cNvPr>
          <p:cNvSpPr txBox="1"/>
          <p:nvPr/>
        </p:nvSpPr>
        <p:spPr>
          <a:xfrm>
            <a:off x="0" y="5257800"/>
            <a:ext cx="1219200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600" b="1" dirty="0">
              <a:solidFill>
                <a:srgbClr val="660033"/>
              </a:solidFill>
              <a:effectLst/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00820243"/>
      </p:ext>
    </p:extLst>
  </p:cSld>
  <p:clrMapOvr>
    <a:masterClrMapping/>
  </p:clrMapOvr>
</p:sld>
</file>

<file path=ppt/theme/theme1.xml><?xml version="1.0" encoding="utf-8"?>
<a:theme xmlns:a="http://schemas.openxmlformats.org/drawingml/2006/main" name="佈景主題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佈景主題1</Template>
  <TotalTime>224</TotalTime>
  <Words>93</Words>
  <Application>Microsoft Office PowerPoint</Application>
  <PresentationFormat>Widescreen</PresentationFormat>
  <Paragraphs>13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Microsoft JhengHei</vt:lpstr>
      <vt:lpstr>Microsoft JhengHei</vt:lpstr>
      <vt:lpstr>Arial</vt:lpstr>
      <vt:lpstr>Calibri</vt:lpstr>
      <vt:lpstr>佈景主題1</vt:lpstr>
      <vt:lpstr>主我高舉祢的名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主我高舉你的名 Nguyện Danh Chúa luôn được tôn cao</dc:title>
  <dc:creator>Admin</dc:creator>
  <cp:lastModifiedBy>Joe Cheng</cp:lastModifiedBy>
  <cp:revision>10</cp:revision>
  <dcterms:created xsi:type="dcterms:W3CDTF">2013-02-23T03:22:28Z</dcterms:created>
  <dcterms:modified xsi:type="dcterms:W3CDTF">2024-07-23T11:19:36Z</dcterms:modified>
</cp:coreProperties>
</file>