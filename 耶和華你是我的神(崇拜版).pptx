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4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F3A96-FE46-4129-80E9-5BDFDB0321DA}" type="datetimeFigureOut">
              <a:rPr lang="zh-TW" altLang="en-US" smtClean="0"/>
              <a:t>2024/7/20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2F415-E853-4DB0-A6C3-59CFE838961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是我的神</a:t>
            </a:r>
          </a:p>
        </p:txBody>
      </p:sp>
    </p:spTree>
    <p:extLst>
      <p:ext uri="{BB962C8B-B14F-4D97-AF65-F5344CB8AC3E}">
        <p14:creationId xmlns:p14="http://schemas.microsoft.com/office/powerpoint/2010/main" val="4273563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我要時時稱頌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543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是我的盾牌  是我的榮耀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又是叫我抬起頭的神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6357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縱然仇敵圍繞攻擊我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懷中必不怕遭害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992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是我的神  我所倚靠的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同在使我全然得勝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882556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</TotalTime>
  <Words>98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耶和華祢是我的神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耶和華你是我的神</dc:title>
  <dc:creator>大唐</dc:creator>
  <cp:lastModifiedBy>batisuoc</cp:lastModifiedBy>
  <cp:revision>6</cp:revision>
  <dcterms:created xsi:type="dcterms:W3CDTF">2018-03-10T13:52:17Z</dcterms:created>
  <dcterms:modified xsi:type="dcterms:W3CDTF">2024-07-20T06:17:15Z</dcterms:modified>
</cp:coreProperties>
</file>