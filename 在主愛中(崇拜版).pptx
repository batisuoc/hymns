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6F854-54BC-4F92-94E3-7610C6B222F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30412-BA25-4141-BAF7-E29BF37FC02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在主愛中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清晨朝陽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天空照耀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彷彿對我微微笑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1610-2B4D-A47B-654F-7450D9B3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63B9305-36D2-4446-C366-06305FCF0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陣陣微風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徐徐吹送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逍遙自在白雲飄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4DD7B-1EC3-84E4-9292-5023BE748BE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3466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CBBC-F530-BC1E-443F-D745B10A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7E7E74B-5792-E969-63B6-7DCFB581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鳥語花香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綠草如茵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青春時光多美好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49A35-8347-CF75-C662-4919637F54C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73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499E-B941-F02E-BA45-61EBD6C8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21F5B2-8A66-3CC1-7329-3B010A443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盡情歌唱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盡情歡笑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煩惱都不見了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4D24D-188A-E9A6-0D9D-61B84140CD7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01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3DBD-F624-5E07-71C7-9FDDE6A6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9C01AC-BB43-4A39-61E8-7808AED0F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在基督裡　享受主愛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自由奔放樂開懷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1095E-5903-FCAE-8C4D-1789895ABCF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467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84E1F-7033-BFF1-C312-E00BD486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63D47F8-89CA-22AA-AF30-542C63FFC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世上沒有任何事物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能隔絕神的愛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3489A-40C4-92E5-D61C-92C26501FB9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661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3B94-9DDA-C0F5-9ACA-B5C8C7B5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445E55C-D5A8-BCEA-D07D-5EB9097C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在基督裡　享受主愛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自由奔放樂開懷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92381-A0DE-B933-F987-F54F8A4DAD6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358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F80C-4323-B4E9-4C35-77CD99EB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4156721-157D-5793-5B2A-BCB48D2E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我要讚美　我要歌頌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造物主的奇妙愛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E0070-264B-50F2-DBEC-9ADF8CA25F0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02333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154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</vt:lpstr>
      <vt:lpstr>在主愛中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在主愛中</dc:title>
  <dc:creator>大唐</dc:creator>
  <cp:lastModifiedBy>Uncle Jo</cp:lastModifiedBy>
  <cp:revision>4</cp:revision>
  <dcterms:created xsi:type="dcterms:W3CDTF">2018-07-29T01:28:48Z</dcterms:created>
  <dcterms:modified xsi:type="dcterms:W3CDTF">2026-10-15T16:50:35Z</dcterms:modified>
</cp:coreProperties>
</file>