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8" r:id="rId9"/>
    <p:sldId id="399" r:id="rId10"/>
    <p:sldId id="396" r:id="rId11"/>
    <p:sldId id="397" r:id="rId12"/>
    <p:sldId id="400" r:id="rId13"/>
    <p:sldId id="401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當轉眼仰望耶穌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你心是否困倦且愁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煩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眼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前一片黑暗朦朧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只要仰望主就得光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明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命變更自由豐盛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016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當轉眼仰望耶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穌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定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睛在祂奇妙慈容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7501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在救主榮耀恩典大光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中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上事必然顯為虛空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806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主已從死亡進入永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們當跟隨主不渝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79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罪惡權勢不能再轄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制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靠主必得勝有餘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85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當轉眼仰望耶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穌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定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睛在祂奇妙慈容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453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在救主榮耀恩典大光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中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上事必然顯為虛空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0195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救主的應許永不改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變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專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心信靠萬事安穩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5508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快快傳揚祂全備救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凡信者不至沉淪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4798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當轉眼仰望耶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穌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定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睛在祂奇妙慈容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635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在救主榮耀恩典大光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中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上事必然顯為虛空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831122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5</TotalTime>
  <Words>242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Microsoft JhengHei</vt:lpstr>
      <vt:lpstr>Microsoft JhengHei</vt:lpstr>
      <vt:lpstr>新細明體</vt:lpstr>
      <vt:lpstr>Arial</vt:lpstr>
      <vt:lpstr>Calibri</vt:lpstr>
      <vt:lpstr>Times New Roman</vt:lpstr>
      <vt:lpstr>Theme1</vt:lpstr>
      <vt:lpstr>當轉眼仰望耶穌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當轉眼仰望耶穌</dc:title>
  <dc:creator>Joe Cheng</dc:creator>
  <cp:lastModifiedBy>Joe Cheng</cp:lastModifiedBy>
  <cp:revision>3</cp:revision>
  <dcterms:created xsi:type="dcterms:W3CDTF">2026-06-20T08:53:16Z</dcterms:created>
  <dcterms:modified xsi:type="dcterms:W3CDTF">2026-06-20T08:58:29Z</dcterms:modified>
</cp:coreProperties>
</file>