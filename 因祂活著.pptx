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300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983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561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22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111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912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8905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7462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434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704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370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93D8F-CF75-407B-8F8C-987B01043C6A}" type="datetimeFigureOut">
              <a:rPr lang="vi-VN" smtClean="0"/>
              <a:t>20/04/2024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2BFCB-1D8A-40B0-B9E2-4838E6E7C5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6145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因祂活著</a:t>
            </a:r>
          </a:p>
        </p:txBody>
      </p:sp>
    </p:spTree>
    <p:extLst>
      <p:ext uri="{BB962C8B-B14F-4D97-AF65-F5344CB8AC3E}">
        <p14:creationId xmlns:p14="http://schemas.microsoft.com/office/powerpoint/2010/main" val="65762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神差愛子  人稱祂耶穌</a:t>
            </a:r>
            <a:r>
              <a:rPr 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祂賜下愛  醫治寬恕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906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死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裡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復活  使我得自由</a:t>
            </a:r>
            <a:r>
              <a:rPr 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那空墳墓就是我得救的記號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261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因祂活著  我能面對明天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因祂活著  不再懼怕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292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我深知道  祂掌管明天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生命充滿了希望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只因祂活著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49631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97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因祂活著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因祂活著</dc:title>
  <dc:creator>Windows User</dc:creator>
  <cp:lastModifiedBy>batisuoc</cp:lastModifiedBy>
  <cp:revision>4</cp:revision>
  <dcterms:created xsi:type="dcterms:W3CDTF">2020-03-14T06:02:45Z</dcterms:created>
  <dcterms:modified xsi:type="dcterms:W3CDTF">2024-04-19T19:44:02Z</dcterms:modified>
</cp:coreProperties>
</file>