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4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7160-6385-4437-B209-5214F50F5B4D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EFB0-99DF-4718-A92B-670843DFE3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7160-6385-4437-B209-5214F50F5B4D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EFB0-99DF-4718-A92B-670843DFE3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7160-6385-4437-B209-5214F50F5B4D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EFB0-99DF-4718-A92B-670843DFE3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7160-6385-4437-B209-5214F50F5B4D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EFB0-99DF-4718-A92B-670843DFE3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7160-6385-4437-B209-5214F50F5B4D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EFB0-99DF-4718-A92B-670843DFE3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7160-6385-4437-B209-5214F50F5B4D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EFB0-99DF-4718-A92B-670843DFE3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7160-6385-4437-B209-5214F50F5B4D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EFB0-99DF-4718-A92B-670843DFE3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7160-6385-4437-B209-5214F50F5B4D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EFB0-99DF-4718-A92B-670843DFE3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7160-6385-4437-B209-5214F50F5B4D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EFB0-99DF-4718-A92B-670843DFE3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7160-6385-4437-B209-5214F50F5B4D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EFB0-99DF-4718-A92B-670843DFE3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27160-6385-4437-B209-5214F50F5B4D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EFB0-99DF-4718-A92B-670843DFE3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27160-6385-4437-B209-5214F50F5B4D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EFB0-99DF-4718-A92B-670843DFE37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143135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永遠敬拜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9076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美好的救主　 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患難時刻  祢是隨時的幫助</a:t>
            </a:r>
            <a:endParaRPr lang="en-US" altLang="zh-TW" sz="48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1790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主祢賜的平安  勝過這世界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一生信靠祢  不怕任何風浪</a:t>
            </a:r>
            <a:endParaRPr lang="en-US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6524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信實的天父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看顧我心靈  使我能夠得堅固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950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祢照亮我道路  引導我的腳步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我全部生命都願順服</a:t>
            </a:r>
            <a:endParaRPr lang="en-US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2333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我要永遠敬拜祢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在我生命中祢  永遠都是唯一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4281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沒有人能夠取代祢  我親愛救主 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有誰能夠叫我與祢分離</a:t>
            </a:r>
            <a:endParaRPr lang="en-US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8227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我要不住敬拜祢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願祢永遠能  喜悅我的生命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8750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求祢滿足  我的渴慕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願緊跟隨我救主</a:t>
            </a:r>
            <a:endParaRPr lang="en-US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518075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29</TotalTime>
  <Words>187</Words>
  <Application>Microsoft Office PowerPoint</Application>
  <PresentationFormat>On-screen Show (16:9)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Church Theme</vt:lpstr>
      <vt:lpstr>永遠敬拜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永遠敬拜</dc:title>
  <dc:creator>Windows User</dc:creator>
  <cp:lastModifiedBy>batisuoc</cp:lastModifiedBy>
  <cp:revision>4</cp:revision>
  <dcterms:created xsi:type="dcterms:W3CDTF">2019-08-17T05:41:47Z</dcterms:created>
  <dcterms:modified xsi:type="dcterms:W3CDTF">2025-07-05T16:49:37Z</dcterms:modified>
</cp:coreProperties>
</file>