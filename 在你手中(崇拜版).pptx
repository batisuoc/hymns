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6" autoAdjust="0"/>
    <p:restoredTop sz="94660"/>
  </p:normalViewPr>
  <p:slideViewPr>
    <p:cSldViewPr snapToGrid="0">
      <p:cViewPr varScale="1">
        <p:scale>
          <a:sx n="56" d="100"/>
          <a:sy n="56" d="100"/>
        </p:scale>
        <p:origin x="6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55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265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613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880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65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316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0452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3249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430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054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8193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B7FE6-3ED8-4A43-BCFB-5BDAAFD58BF9}" type="datetimeFigureOut">
              <a:rPr lang="vi-VN" smtClean="0"/>
              <a:t>23/07/2025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8EC4A-4B4A-4098-8182-C98CD198D6A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141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在祢手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中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5225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耶和華我的神  祢是我的神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我的好處不在祢以外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910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9695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祢是我的產業  我杯中的分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我所得的祢為我持守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910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3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耶和華我的神  祢是我的神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我的好處不在祢以外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910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850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祢是我的產業  我杯中的分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我所得的祢為我持守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910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928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我將耶和華常擺在我面前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因祢在我右邊  我不便致動搖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910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058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我的心歡喜  我的靈快樂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我的肉身也要安然居住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910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565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我將耶和華常擺在我面前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因祢在我右邊  我便不致動搖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910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3390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在祢面前有滿足的喜樂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在祢手中有永遠的福樂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7910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60142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194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Microsoft JhengHei</vt:lpstr>
      <vt:lpstr>Microsoft JhengHei</vt:lpstr>
      <vt:lpstr>新細明體</vt:lpstr>
      <vt:lpstr>Arial</vt:lpstr>
      <vt:lpstr>Calibri</vt:lpstr>
      <vt:lpstr>Theme1</vt:lpstr>
      <vt:lpstr>在祢手中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在袮手中</dc:title>
  <dc:creator>Windows User</dc:creator>
  <cp:lastModifiedBy>Joe Cheng</cp:lastModifiedBy>
  <cp:revision>4</cp:revision>
  <dcterms:created xsi:type="dcterms:W3CDTF">2020-11-07T03:51:36Z</dcterms:created>
  <dcterms:modified xsi:type="dcterms:W3CDTF">2025-07-23T06:48:26Z</dcterms:modified>
</cp:coreProperties>
</file>