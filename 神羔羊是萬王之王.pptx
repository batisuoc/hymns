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8" r:id="rId2"/>
    <p:sldId id="259" r:id="rId3"/>
    <p:sldId id="260" r:id="rId4"/>
    <p:sldId id="261" r:id="rId5"/>
    <p:sldId id="262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504" y="7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5634C-2FAC-4703-B651-C048B2E56F83}" type="datetimeFigureOut">
              <a:rPr lang="en-US" smtClean="0"/>
              <a:t>3/23/2024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1441-FEC7-4339-B275-EF7B055F9A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77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5634C-2FAC-4703-B651-C048B2E56F83}" type="datetimeFigureOut">
              <a:rPr lang="en-US" smtClean="0"/>
              <a:t>3/23/2024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1441-FEC7-4339-B275-EF7B055F9A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2976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5634C-2FAC-4703-B651-C048B2E56F83}" type="datetimeFigureOut">
              <a:rPr lang="en-US" smtClean="0"/>
              <a:t>3/23/2024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1441-FEC7-4339-B275-EF7B055F9A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719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5634C-2FAC-4703-B651-C048B2E56F83}" type="datetimeFigureOut">
              <a:rPr lang="en-US" smtClean="0"/>
              <a:t>3/23/2024</a:t>
            </a:fld>
            <a:endParaRPr 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1441-FEC7-4339-B275-EF7B055F9A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475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5634C-2FAC-4703-B651-C048B2E56F83}" type="datetimeFigureOut">
              <a:rPr lang="en-US" smtClean="0"/>
              <a:t>3/23/2024</a:t>
            </a:fld>
            <a:endParaRPr 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1441-FEC7-4339-B275-EF7B055F9A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6401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5634C-2FAC-4703-B651-C048B2E56F83}" type="datetimeFigureOut">
              <a:rPr lang="en-US" smtClean="0"/>
              <a:t>3/23/2024</a:t>
            </a:fld>
            <a:endParaRPr 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1441-FEC7-4339-B275-EF7B055F9A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413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5634C-2FAC-4703-B651-C048B2E56F83}" type="datetimeFigureOut">
              <a:rPr lang="en-US" smtClean="0"/>
              <a:t>3/23/2024</a:t>
            </a:fld>
            <a:endParaRPr 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1441-FEC7-4339-B275-EF7B055F9A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42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5634C-2FAC-4703-B651-C048B2E56F83}" type="datetimeFigureOut">
              <a:rPr lang="en-US" smtClean="0"/>
              <a:t>3/23/2024</a:t>
            </a:fld>
            <a:endParaRPr 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1441-FEC7-4339-B275-EF7B055F9A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602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5634C-2FAC-4703-B651-C048B2E56F83}" type="datetimeFigureOut">
              <a:rPr lang="en-US" smtClean="0"/>
              <a:t>3/23/2024</a:t>
            </a:fld>
            <a:endParaRPr 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1441-FEC7-4339-B275-EF7B055F9A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243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5634C-2FAC-4703-B651-C048B2E56F83}" type="datetimeFigureOut">
              <a:rPr lang="en-US" smtClean="0"/>
              <a:t>3/23/2024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1441-FEC7-4339-B275-EF7B055F9A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1543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5634C-2FAC-4703-B651-C048B2E56F83}" type="datetimeFigureOut">
              <a:rPr lang="en-US" smtClean="0"/>
              <a:t>3/23/2024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1441-FEC7-4339-B275-EF7B055F9A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802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35634C-2FAC-4703-B651-C048B2E56F83}" type="datetimeFigureOut">
              <a:rPr lang="en-US" smtClean="0"/>
              <a:t>3/23/2024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A61441-FEC7-4339-B275-EF7B055F9A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168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0" y="2660915"/>
            <a:ext cx="12192000" cy="1143000"/>
          </a:xfrm>
        </p:spPr>
        <p:txBody>
          <a:bodyPr>
            <a:noAutofit/>
          </a:bodyPr>
          <a:lstStyle/>
          <a:p>
            <a:r>
              <a:rPr lang="zh-TW" altLang="en-US" sz="72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神羔羊是萬王之王</a:t>
            </a:r>
          </a:p>
        </p:txBody>
      </p:sp>
    </p:spTree>
    <p:extLst>
      <p:ext uri="{BB962C8B-B14F-4D97-AF65-F5344CB8AC3E}">
        <p14:creationId xmlns:p14="http://schemas.microsoft.com/office/powerpoint/2010/main" val="1048602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寶座前有眾水的聲音</a:t>
            </a:r>
            <a:endParaRPr lang="en-US" altLang="zh-TW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榮耀全能都歸羔羊</a:t>
            </a:r>
            <a:endParaRPr lang="en-US" altLang="zh-TW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2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6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460262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眾天使都俯伏敬畏祂</a:t>
            </a:r>
            <a:endParaRPr lang="en-US" altLang="zh-TW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神羔羊是萬王之王</a:t>
            </a:r>
            <a:endParaRPr lang="en-US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2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 </a:t>
            </a:r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endParaRPr lang="vi-VN" sz="36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243338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哈利路亞　榮耀歸祂</a:t>
            </a:r>
            <a:endParaRPr lang="en-US" altLang="zh-TW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神羔羊已全然得勝</a:t>
            </a:r>
            <a:endParaRPr lang="en-US" altLang="zh-TW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2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 </a:t>
            </a:r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endParaRPr lang="vi-VN" sz="36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829741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哈利路亞　榮耀歸祂</a:t>
            </a:r>
            <a:endParaRPr lang="en-US" altLang="zh-TW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神羔羊是萬王之王</a:t>
            </a:r>
            <a:endParaRPr lang="en-US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2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 </a:t>
            </a:r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endParaRPr lang="vi-VN" sz="36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408606023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AFC7C034-021A-479F-A5B0-F4AE2AC2A6F8}" vid="{E4B01A5C-7C0B-4AB8-8973-047186F18E3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14</TotalTime>
  <Words>90</Words>
  <Application>Microsoft Office PowerPoint</Application>
  <PresentationFormat>Widescreen</PresentationFormat>
  <Paragraphs>13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Microsoft JhengHei</vt:lpstr>
      <vt:lpstr>Microsoft JhengHei</vt:lpstr>
      <vt:lpstr>Arial</vt:lpstr>
      <vt:lpstr>Calibri</vt:lpstr>
      <vt:lpstr>Theme1</vt:lpstr>
      <vt:lpstr>神羔羊是萬王之王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神羔羊是萬王之王</dc:title>
  <dc:creator>Admin</dc:creator>
  <cp:lastModifiedBy>batisuoc</cp:lastModifiedBy>
  <cp:revision>5</cp:revision>
  <dcterms:created xsi:type="dcterms:W3CDTF">2013-02-28T12:47:58Z</dcterms:created>
  <dcterms:modified xsi:type="dcterms:W3CDTF">2024-03-23T11:51:52Z</dcterms:modified>
</cp:coreProperties>
</file>