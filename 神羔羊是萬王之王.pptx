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8" r:id="rId2"/>
    <p:sldId id="259" r:id="rId3"/>
    <p:sldId id="260" r:id="rId4"/>
    <p:sldId id="261" r:id="rId5"/>
    <p:sldId id="262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276" y="7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altLang="zh-TW"/>
              <a:t>Click to edit Master subtitle style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2771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297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719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667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47543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32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2640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8413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9421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06021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zh-TW"/>
              <a:t>Click icon to add picture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en-US" altLang="zh-TW"/>
              <a:t>Edit Master text styles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2439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51543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 altLang="zh-TW"/>
              <a:t>Click to edit Master title style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 altLang="zh-TW"/>
              <a:t>Edit Master text styles</a:t>
            </a:r>
          </a:p>
          <a:p>
            <a:pPr lvl="1"/>
            <a:r>
              <a:rPr lang="en-US" altLang="zh-TW"/>
              <a:t>Second level</a:t>
            </a:r>
          </a:p>
          <a:p>
            <a:pPr lvl="2"/>
            <a:r>
              <a:rPr lang="en-US" altLang="zh-TW"/>
              <a:t>Third level</a:t>
            </a:r>
          </a:p>
          <a:p>
            <a:pPr lvl="3"/>
            <a:r>
              <a:rPr lang="en-US" altLang="zh-TW"/>
              <a:t>Fourth level</a:t>
            </a:r>
          </a:p>
          <a:p>
            <a:pPr lvl="4"/>
            <a:r>
              <a:rPr lang="en-US" altLang="zh-TW"/>
              <a:t>Fifth level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802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35634C-2FAC-4703-B651-C048B2E56F83}" type="datetimeFigureOut">
              <a:rPr lang="en-US" smtClean="0"/>
              <a:t>7/20/2026</a:t>
            </a:fld>
            <a:endParaRPr 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A61441-FEC7-4339-B275-EF7B055F9A7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21680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1219170" rtl="0" eaLnBrk="1" latinLnBrk="0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0" y="2660915"/>
            <a:ext cx="12192000" cy="1143000"/>
          </a:xfrm>
        </p:spPr>
        <p:txBody>
          <a:bodyPr>
            <a:noAutofit/>
          </a:bodyPr>
          <a:lstStyle/>
          <a:p>
            <a:r>
              <a:rPr lang="zh-TW" altLang="en-US" sz="7200" b="1" i="1" dirty="0">
                <a:solidFill>
                  <a:srgbClr val="66003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微軟正黑體" pitchFamily="34" charset="-120"/>
                <a:ea typeface="微軟正黑體" pitchFamily="34" charset="-120"/>
              </a:rPr>
              <a:t>神羔羊是萬王之王</a:t>
            </a:r>
          </a:p>
        </p:txBody>
      </p:sp>
    </p:spTree>
    <p:extLst>
      <p:ext uri="{BB962C8B-B14F-4D97-AF65-F5344CB8AC3E}">
        <p14:creationId xmlns:p14="http://schemas.microsoft.com/office/powerpoint/2010/main" val="10486025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寶座前有眾水的聲音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榮耀</a:t>
            </a:r>
            <a:r>
              <a:rPr lang="zh-CN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權</a:t>
            </a: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能都歸羔羊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 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2460262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眾天使都俯伏敬畏祂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神羔羊是萬王之王</a:t>
            </a:r>
            <a:endParaRPr lang="en-US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正歌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1243338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哈利路亞　榮耀歸祂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神羔羊已全然得勝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40829741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/>
          <p:cNvSpPr>
            <a:spLocks noGrp="1"/>
          </p:cNvSpPr>
          <p:nvPr>
            <p:ph idx="1"/>
          </p:nvPr>
        </p:nvSpPr>
        <p:spPr>
          <a:xfrm>
            <a:off x="0" y="2084851"/>
            <a:ext cx="12192000" cy="2404863"/>
          </a:xfrm>
        </p:spPr>
        <p:txBody>
          <a:bodyPr anchor="ctr">
            <a:normAutofit/>
          </a:bodyPr>
          <a:lstStyle/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哈利路亞　榮耀歸祂</a:t>
            </a:r>
            <a:endParaRPr lang="en-US" altLang="zh-TW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  <a:p>
            <a:pPr algn="ctr">
              <a:buNone/>
            </a:pPr>
            <a:r>
              <a:rPr lang="zh-TW" altLang="en-US" sz="64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神羔羊是萬王之王</a:t>
            </a:r>
            <a:endParaRPr lang="en-US" sz="6400" b="1" dirty="0">
              <a:solidFill>
                <a:srgbClr val="660033"/>
              </a:solidFill>
              <a:latin typeface="Microsoft JhengHei" panose="020B0604030504040204" pitchFamily="34" charset="-120"/>
              <a:ea typeface="Microsoft JhengHei" panose="020B0604030504040204" pitchFamily="34" charset="-12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157192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( </a:t>
            </a:r>
            <a:r>
              <a:rPr lang="zh-CN" alt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副歌 </a:t>
            </a:r>
            <a:r>
              <a:rPr lang="en-US" sz="3600" b="1" dirty="0">
                <a:solidFill>
                  <a:srgbClr val="660033"/>
                </a:solidFill>
                <a:latin typeface="Microsoft JhengHei" panose="020B0604030504040204" pitchFamily="34" charset="-120"/>
                <a:ea typeface="Microsoft JhengHei" panose="020B0604030504040204" pitchFamily="34" charset="-120"/>
              </a:rPr>
              <a:t>)</a:t>
            </a:r>
            <a:endParaRPr lang="vi-VN" sz="3600" b="1" dirty="0">
              <a:solidFill>
                <a:srgbClr val="660033"/>
              </a:solidFill>
              <a:ea typeface="Microsoft JhengHei" panose="020B0604030504040204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08606023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1" id="{AFC7C034-021A-479F-A5B0-F4AE2AC2A6F8}" vid="{E4B01A5C-7C0B-4AB8-8973-047186F18E3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Theme1</Template>
  <TotalTime>14</TotalTime>
  <Words>90</Words>
  <Application>Microsoft Office PowerPoint</Application>
  <PresentationFormat>Widescreen</PresentationFormat>
  <Paragraphs>13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微軟正黑體</vt:lpstr>
      <vt:lpstr>微軟正黑體</vt:lpstr>
      <vt:lpstr>Arial</vt:lpstr>
      <vt:lpstr>Calibri</vt:lpstr>
      <vt:lpstr>Theme1</vt:lpstr>
      <vt:lpstr>神羔羊是萬王之王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神羔羊是萬王之王</dc:title>
  <dc:creator>Admin</dc:creator>
  <cp:lastModifiedBy>Uncle Jo</cp:lastModifiedBy>
  <cp:revision>6</cp:revision>
  <dcterms:created xsi:type="dcterms:W3CDTF">2013-02-28T12:47:58Z</dcterms:created>
  <dcterms:modified xsi:type="dcterms:W3CDTF">2026-07-20T15:29:34Z</dcterms:modified>
</cp:coreProperties>
</file>