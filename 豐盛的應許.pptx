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豐盛的應許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祢仰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臉  保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守祢所愛的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祢護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庇  永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遠不離不棄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祢將我從淤泥裡捧起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放我在祢的手心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451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我憑著信心領取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豐盛的應許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世界也不能奪去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神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美好的旨意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157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我憑著信心領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取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恩典永不止息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304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看見美好應許成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耀全都歸於祢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201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我等候主我相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愛我永不放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760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界也不能奪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去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美好的旨意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821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我等候主我相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旨意高過我的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659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看見美好應許成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全心全意敬拜祢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1474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6</TotalTime>
  <Words>194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Microsoft JhengHei</vt:lpstr>
      <vt:lpstr>Microsoft JhengHei</vt:lpstr>
      <vt:lpstr>新細明體</vt:lpstr>
      <vt:lpstr>Arial</vt:lpstr>
      <vt:lpstr>Calibri</vt:lpstr>
      <vt:lpstr>Theme1</vt:lpstr>
      <vt:lpstr>豐盛的應許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豐盛的應許</dc:title>
  <dc:creator>Joe Cheng</dc:creator>
  <cp:lastModifiedBy>Joe Cheng</cp:lastModifiedBy>
  <cp:revision>2</cp:revision>
  <dcterms:created xsi:type="dcterms:W3CDTF">2026-02-13T09:19:02Z</dcterms:created>
  <dcterms:modified xsi:type="dcterms:W3CDTF">2026-02-13T09:25:08Z</dcterms:modified>
</cp:coreProperties>
</file>