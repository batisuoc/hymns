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41703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3374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4226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6598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2665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8610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163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79506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4658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3806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491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7EE48-43D4-4F7F-A2E8-50E0E7942536}" type="datetimeFigureOut">
              <a:rPr lang="vi-VN" smtClean="0"/>
              <a:t>23/11/2024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944BD-4D38-4622-8094-0ED410A3F2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117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在祢殿中</a:t>
            </a:r>
          </a:p>
        </p:txBody>
      </p:sp>
    </p:spTree>
    <p:extLst>
      <p:ext uri="{BB962C8B-B14F-4D97-AF65-F5344CB8AC3E}">
        <p14:creationId xmlns:p14="http://schemas.microsoft.com/office/powerpoint/2010/main" val="2639163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我願在祢殿中  俯伏敬拜稱謝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數算祢恩典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4164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思念祢的慈愛  述説祢的榮耀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敬拜到永遠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3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耶穌  聖潔的羔羊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耶穌  一生敬拜祢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073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在祢殿中一日  勝別處住千日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心何等甘甜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808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瞻仰祢的榮面  聆聽祢的聲音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浸入永恆間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8303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耶穌  聖潔的羔羊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耶穌  一生敬拜祢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613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一生敬拜祢  一生敬拜祢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612912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6908C52-260F-4FDD-A980-8B112851BF7C}" vid="{78246D61-936A-4A99-9F34-B301E70F02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150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在祢殿中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在祢殿中</dc:title>
  <dc:creator>Windows User</dc:creator>
  <cp:lastModifiedBy>batisuoc</cp:lastModifiedBy>
  <cp:revision>2</cp:revision>
  <dcterms:created xsi:type="dcterms:W3CDTF">2022-10-01T03:44:01Z</dcterms:created>
  <dcterms:modified xsi:type="dcterms:W3CDTF">2024-11-23T11:04:44Z</dcterms:modified>
</cp:coreProperties>
</file>