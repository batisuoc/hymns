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66" r:id="rId2"/>
    <p:sldId id="270" r:id="rId3"/>
    <p:sldId id="271" r:id="rId4"/>
    <p:sldId id="272" r:id="rId5"/>
  </p:sldIdLst>
  <p:sldSz cx="12192000" cy="6858000"/>
  <p:notesSz cx="6858000" cy="9144000"/>
  <p:defaultTextStyle>
    <a:defPPr>
      <a:defRPr lang="vi-V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039" autoAdjust="0"/>
    <p:restoredTop sz="94660"/>
  </p:normalViewPr>
  <p:slideViewPr>
    <p:cSldViewPr snapToGrid="0">
      <p:cViewPr varScale="1">
        <p:scale>
          <a:sx n="61" d="100"/>
          <a:sy n="61" d="100"/>
        </p:scale>
        <p:origin x="72" y="3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altLang="zh-TW"/>
              <a:t>Click to edit Master subtitle style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1D7FD6-B394-47BC-8A2A-8E9D1C98FEE6}" type="datetimeFigureOut">
              <a:rPr lang="en-US" smtClean="0"/>
              <a:t>2/13/2025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1D8EE2-77D2-48CC-AD2E-2EE32588EF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91025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1D7FD6-B394-47BC-8A2A-8E9D1C98FEE6}" type="datetimeFigureOut">
              <a:rPr lang="en-US" smtClean="0"/>
              <a:t>2/13/2025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1D8EE2-77D2-48CC-AD2E-2EE32588EF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42943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5333" b="1" cap="all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667">
                <a:solidFill>
                  <a:schemeClr val="tx1">
                    <a:tint val="75000"/>
                  </a:schemeClr>
                </a:solidFill>
              </a:defRPr>
            </a:lvl1pPr>
            <a:lvl2pPr marL="609585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219170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3pPr>
            <a:lvl4pPr marL="1828754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4pPr>
            <a:lvl5pPr marL="2438339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5pPr>
            <a:lvl6pPr marL="3047924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6pPr>
            <a:lvl7pPr marL="3657509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7pPr>
            <a:lvl8pPr marL="4267093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8pPr>
            <a:lvl9pPr marL="4876678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1D7FD6-B394-47BC-8A2A-8E9D1C98FEE6}" type="datetimeFigureOut">
              <a:rPr lang="en-US" smtClean="0"/>
              <a:t>2/13/2025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1D8EE2-77D2-48CC-AD2E-2EE32588EF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9478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1D7FD6-B394-47BC-8A2A-8E9D1C98FEE6}" type="datetimeFigureOut">
              <a:rPr lang="en-US" smtClean="0"/>
              <a:t>2/13/2025</a:t>
            </a:fld>
            <a:endParaRPr 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1D8EE2-77D2-48CC-AD2E-2EE32588EF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75629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3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193372" y="1535113"/>
            <a:ext cx="5389033" cy="639763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6193372" y="2174875"/>
            <a:ext cx="5389033" cy="3951288"/>
          </a:xfr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1D7FD6-B394-47BC-8A2A-8E9D1C98FEE6}" type="datetimeFigureOut">
              <a:rPr lang="en-US" smtClean="0"/>
              <a:t>2/13/2025</a:t>
            </a:fld>
            <a:endParaRPr 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1D8EE2-77D2-48CC-AD2E-2EE32588EF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96520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1D7FD6-B394-47BC-8A2A-8E9D1C98FEE6}" type="datetimeFigureOut">
              <a:rPr lang="en-US" smtClean="0"/>
              <a:t>2/13/2025</a:t>
            </a:fld>
            <a:endParaRPr 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1D8EE2-77D2-48CC-AD2E-2EE32588EF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92377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1D7FD6-B394-47BC-8A2A-8E9D1C98FEE6}" type="datetimeFigureOut">
              <a:rPr lang="en-US" smtClean="0"/>
              <a:t>2/13/2025</a:t>
            </a:fld>
            <a:endParaRPr 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1D8EE2-77D2-48CC-AD2E-2EE32588EF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04028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09603" y="273049"/>
            <a:ext cx="4011084" cy="1162051"/>
          </a:xfr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4267"/>
            </a:lvl1pPr>
            <a:lvl2pPr>
              <a:defRPr sz="3733"/>
            </a:lvl2pPr>
            <a:lvl3pPr>
              <a:defRPr sz="3200"/>
            </a:lvl3pPr>
            <a:lvl4pPr>
              <a:defRPr sz="2667"/>
            </a:lvl4pPr>
            <a:lvl5pPr>
              <a:defRPr sz="2667"/>
            </a:lvl5pPr>
            <a:lvl6pPr>
              <a:defRPr sz="2667"/>
            </a:lvl6pPr>
            <a:lvl7pPr>
              <a:defRPr sz="2667"/>
            </a:lvl7pPr>
            <a:lvl8pPr>
              <a:defRPr sz="2667"/>
            </a:lvl8pPr>
            <a:lvl9pPr>
              <a:defRPr sz="2667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609603" y="1435103"/>
            <a:ext cx="4011084" cy="4691063"/>
          </a:xfrm>
        </p:spPr>
        <p:txBody>
          <a:bodyPr/>
          <a:lstStyle>
            <a:lvl1pPr marL="0" indent="0">
              <a:buNone/>
              <a:defRPr sz="1867"/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1D7FD6-B394-47BC-8A2A-8E9D1C98FEE6}" type="datetimeFigureOut">
              <a:rPr lang="en-US" smtClean="0"/>
              <a:t>2/13/2025</a:t>
            </a:fld>
            <a:endParaRPr 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1D8EE2-77D2-48CC-AD2E-2EE32588EF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29886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2389717" y="4800601"/>
            <a:ext cx="7315200" cy="566739"/>
          </a:xfr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4267"/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zh-TW"/>
              <a:t>Click icon to add picture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2389717" y="5367339"/>
            <a:ext cx="7315200" cy="804863"/>
          </a:xfrm>
        </p:spPr>
        <p:txBody>
          <a:bodyPr/>
          <a:lstStyle>
            <a:lvl1pPr marL="0" indent="0">
              <a:buNone/>
              <a:defRPr sz="1867"/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1D7FD6-B394-47BC-8A2A-8E9D1C98FEE6}" type="datetimeFigureOut">
              <a:rPr lang="en-US" smtClean="0"/>
              <a:t>2/13/2025</a:t>
            </a:fld>
            <a:endParaRPr 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1D8EE2-77D2-48CC-AD2E-2EE32588EF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59773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1D7FD6-B394-47BC-8A2A-8E9D1C98FEE6}" type="datetimeFigureOut">
              <a:rPr lang="en-US" smtClean="0"/>
              <a:t>2/13/2025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1D8EE2-77D2-48CC-AD2E-2EE32588EF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94571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1D7FD6-B394-47BC-8A2A-8E9D1C98FEE6}" type="datetimeFigureOut">
              <a:rPr lang="en-US" smtClean="0"/>
              <a:t>2/13/2025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1D8EE2-77D2-48CC-AD2E-2EE32588EF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78937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609600" y="274637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01D7FD6-B394-47BC-8A2A-8E9D1C98FEE6}" type="datetimeFigureOut">
              <a:rPr lang="en-US" smtClean="0"/>
              <a:t>2/13/2025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91D8EE2-77D2-48CC-AD2E-2EE32588EF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27077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1219170" rtl="0" eaLnBrk="1" latinLnBrk="0" hangingPunct="1">
        <a:spcBef>
          <a:spcPct val="0"/>
        </a:spcBef>
        <a:buNone/>
        <a:defRPr sz="58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189" indent="-457189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4267" kern="1200">
          <a:solidFill>
            <a:schemeClr val="tx1"/>
          </a:solidFill>
          <a:latin typeface="+mn-lt"/>
          <a:ea typeface="+mn-ea"/>
          <a:cs typeface="+mn-cs"/>
        </a:defRPr>
      </a:lvl1pPr>
      <a:lvl2pPr marL="990575" indent="-380990" algn="l" defTabSz="1219170" rtl="0" eaLnBrk="1" latinLnBrk="0" hangingPunct="1">
        <a:spcBef>
          <a:spcPct val="20000"/>
        </a:spcBef>
        <a:buFont typeface="Arial" panose="02080604020202020204" pitchFamily="34" charset="0"/>
        <a:buChar char="–"/>
        <a:defRPr sz="3733" kern="1200">
          <a:solidFill>
            <a:schemeClr val="tx1"/>
          </a:solidFill>
          <a:latin typeface="+mn-lt"/>
          <a:ea typeface="+mn-ea"/>
          <a:cs typeface="+mn-cs"/>
        </a:defRPr>
      </a:lvl2pPr>
      <a:lvl3pPr marL="1523962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547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–"/>
        <a:defRPr sz="2667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»"/>
        <a:defRPr sz="2667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TW" altLang="en-US" sz="5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  <a:cs typeface="+mn-cs"/>
              </a:rPr>
              <a:t>在祂沒有難成的事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不論有多大有多難的事  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交托在全能的上帝手裡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不論有多大有多難的事 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 交托在上帝手裡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TW" altLang="en-US" sz="5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  <a:cs typeface="+mn-cs"/>
              </a:rPr>
              <a:t>在祂沒有難成的事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看   看耶和華成就大事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祂說有就有   祂命立就立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看   看耶和華成就大事</a:t>
            </a:r>
            <a:r>
              <a:rPr lang="en-US" altLang="zh-TW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  </a:t>
            </a:r>
          </a:p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在祂沒有難成的事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TW" altLang="en-US" sz="5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  <a:cs typeface="+mn-cs"/>
              </a:rPr>
              <a:t>在祂沒有難成的事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哈～沒有難成的事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全知全能神，榮耀都歸你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在你沒有難成的事 </a:t>
            </a:r>
            <a:r>
              <a:rPr lang="en-US" altLang="zh-TW" sz="4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( x3 )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TW" altLang="en-US" sz="5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  <a:cs typeface="+mn-cs"/>
              </a:rPr>
              <a:t>在祂沒有難成的事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沒有難成的事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哈利路亞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哈利路亞  哈利路亞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heme1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heme1" id="{75BBF97F-0525-4D7F-ABA1-4CCFA07F43A2}" vid="{8D3552C7-B8E4-422B-9896-C8F00D815D1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Theme1</Template>
  <TotalTime>0</TotalTime>
  <Words>154</Words>
  <Application>Microsoft Office PowerPoint</Application>
  <PresentationFormat>Widescreen</PresentationFormat>
  <Paragraphs>18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微軟正黑體</vt:lpstr>
      <vt:lpstr>Arial</vt:lpstr>
      <vt:lpstr>Calibri</vt:lpstr>
      <vt:lpstr>Theme1</vt:lpstr>
      <vt:lpstr>在祂沒有難成的事</vt:lpstr>
      <vt:lpstr>在祂沒有難成的事</vt:lpstr>
      <vt:lpstr>在祂沒有難成的事</vt:lpstr>
      <vt:lpstr>在祂沒有難成的事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batisuoc</dc:creator>
  <cp:lastModifiedBy>batisuoc</cp:lastModifiedBy>
  <cp:revision>1</cp:revision>
  <dcterms:created xsi:type="dcterms:W3CDTF">2025-02-13T05:26:22Z</dcterms:created>
  <dcterms:modified xsi:type="dcterms:W3CDTF">2025-02-13T05:26:38Z</dcterms:modified>
</cp:coreProperties>
</file>