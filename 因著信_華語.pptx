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60" r:id="rId2"/>
    <p:sldId id="261" r:id="rId3"/>
    <p:sldId id="262" r:id="rId4"/>
    <p:sldId id="263" r:id="rId5"/>
    <p:sldId id="264" r:id="rId6"/>
    <p:sldId id="265" r:id="rId7"/>
    <p:sldId id="266" r:id="rId8"/>
    <p:sldId id="267" r:id="rId9"/>
    <p:sldId id="268" r:id="rId1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0" d="100"/>
          <a:sy n="60" d="100"/>
        </p:scale>
        <p:origin x="78" y="111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59DE5-765D-45CB-B262-0BB512EA38A1}" type="datetimeFigureOut">
              <a:rPr lang="zh-TW" altLang="en-US" smtClean="0"/>
              <a:pPr/>
              <a:t>2024/12/7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0B786-8A23-4E40-B270-8E5C3F06817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59DE5-765D-45CB-B262-0BB512EA38A1}" type="datetimeFigureOut">
              <a:rPr lang="zh-TW" altLang="en-US" smtClean="0"/>
              <a:pPr/>
              <a:t>2024/12/7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0B786-8A23-4E40-B270-8E5C3F06817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59DE5-765D-45CB-B262-0BB512EA38A1}" type="datetimeFigureOut">
              <a:rPr lang="zh-TW" altLang="en-US" smtClean="0"/>
              <a:pPr/>
              <a:t>2024/12/7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0B786-8A23-4E40-B270-8E5C3F06817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59DE5-765D-45CB-B262-0BB512EA38A1}" type="datetimeFigureOut">
              <a:rPr lang="zh-TW" altLang="en-US" smtClean="0"/>
              <a:pPr/>
              <a:t>2024/12/7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0B786-8A23-4E40-B270-8E5C3F06817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59DE5-765D-45CB-B262-0BB512EA38A1}" type="datetimeFigureOut">
              <a:rPr lang="zh-TW" altLang="en-US" smtClean="0"/>
              <a:pPr/>
              <a:t>2024/12/7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0B786-8A23-4E40-B270-8E5C3F06817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59DE5-765D-45CB-B262-0BB512EA38A1}" type="datetimeFigureOut">
              <a:rPr lang="zh-TW" altLang="en-US" smtClean="0"/>
              <a:pPr/>
              <a:t>2024/12/7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0B786-8A23-4E40-B270-8E5C3F06817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59DE5-765D-45CB-B262-0BB512EA38A1}" type="datetimeFigureOut">
              <a:rPr lang="zh-TW" altLang="en-US" smtClean="0"/>
              <a:pPr/>
              <a:t>2024/12/7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0B786-8A23-4E40-B270-8E5C3F06817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59DE5-765D-45CB-B262-0BB512EA38A1}" type="datetimeFigureOut">
              <a:rPr lang="zh-TW" altLang="en-US" smtClean="0"/>
              <a:pPr/>
              <a:t>2024/12/7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0B786-8A23-4E40-B270-8E5C3F06817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59DE5-765D-45CB-B262-0BB512EA38A1}" type="datetimeFigureOut">
              <a:rPr lang="zh-TW" altLang="en-US" smtClean="0"/>
              <a:pPr/>
              <a:t>2024/12/7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0B786-8A23-4E40-B270-8E5C3F06817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59DE5-765D-45CB-B262-0BB512EA38A1}" type="datetimeFigureOut">
              <a:rPr lang="zh-TW" altLang="en-US" smtClean="0"/>
              <a:pPr/>
              <a:t>2024/12/7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0B786-8A23-4E40-B270-8E5C3F06817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59DE5-765D-45CB-B262-0BB512EA38A1}" type="datetimeFigureOut">
              <a:rPr lang="zh-TW" altLang="en-US" smtClean="0"/>
              <a:pPr/>
              <a:t>2024/12/7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0B786-8A23-4E40-B270-8E5C3F06817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559DE5-765D-45CB-B262-0BB512EA38A1}" type="datetimeFigureOut">
              <a:rPr lang="zh-TW" altLang="en-US" smtClean="0"/>
              <a:pPr/>
              <a:t>2024/12/7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F0B786-8A23-4E40-B270-8E5C3F06817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因著信</a:t>
            </a:r>
          </a:p>
        </p:txBody>
      </p:sp>
    </p:spTree>
    <p:extLst>
      <p:ext uri="{BB962C8B-B14F-4D97-AF65-F5344CB8AC3E}">
        <p14:creationId xmlns:p14="http://schemas.microsoft.com/office/powerpoint/2010/main" val="3749571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憑信  他遠離家鄉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把愛子獻在祭壇上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272273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憑信  他抓住天使一直到天亮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得到祝福  再不一樣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479708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憑信  他走進紅海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舉手神杖把水分開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212695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憑信  他被困獅子洞也不受傷害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還不停敬拜  確信有主同在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056118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有一天他懷著信七次圍繞城外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隨著叫聲呼喊圍牆就倒下來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214079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有先知被擄他方但心裡充滿期待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相信上帝榮耀終會回來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97737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憑信  得著你應許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一生有蒙福的確據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695547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憑信  深深知道在世上只是客旅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有天一定能回家去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733" b="1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11278014"/>
      </p:ext>
    </p:extLst>
  </p:cSld>
  <p:clrMapOvr>
    <a:masterClrMapping/>
  </p:clrMapOvr>
</p:sld>
</file>

<file path=ppt/theme/theme1.xml><?xml version="1.0" encoding="utf-8"?>
<a:theme xmlns:a="http://schemas.openxmlformats.org/drawingml/2006/main" name="佈景主題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16</TotalTime>
  <Words>194</Words>
  <Application>Microsoft Office PowerPoint</Application>
  <PresentationFormat>Widescreen</PresentationFormat>
  <Paragraphs>25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Microsoft JhengHei</vt:lpstr>
      <vt:lpstr>Microsoft JhengHei</vt:lpstr>
      <vt:lpstr>Arial</vt:lpstr>
      <vt:lpstr>Calibri</vt:lpstr>
      <vt:lpstr>佈景主題1</vt:lpstr>
      <vt:lpstr>因著信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因著信</dc:title>
  <dc:creator>大唐</dc:creator>
  <cp:lastModifiedBy>batisuoc</cp:lastModifiedBy>
  <cp:revision>6</cp:revision>
  <dcterms:created xsi:type="dcterms:W3CDTF">2015-08-01T12:23:01Z</dcterms:created>
  <dcterms:modified xsi:type="dcterms:W3CDTF">2024-12-07T14:23:48Z</dcterms:modified>
</cp:coreProperties>
</file>