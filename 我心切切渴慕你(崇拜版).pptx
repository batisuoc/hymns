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64" r:id="rId2"/>
    <p:sldId id="1665" r:id="rId3"/>
    <p:sldId id="1666" r:id="rId4"/>
    <p:sldId id="1667" r:id="rId5"/>
    <p:sldId id="1668" r:id="rId6"/>
    <p:sldId id="1669" r:id="rId7"/>
    <p:sldId id="1670" r:id="rId8"/>
    <p:sldId id="1671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54" y="81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8C6C7-DC36-49BA-B09E-2C760A046223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50546-6FA6-46D1-B0C1-5A8BE71204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我心切切渴慕</a:t>
            </a:r>
            <a:r>
              <a:rPr lang="zh-CN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我心切切渴慕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乾旱疲乏無水之地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10FC-F864-0944-1E54-CA31DA7C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2801CD3-9481-AF54-76B0-AEFA9208F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是我一切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我心完全屬於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只願更多與祢相親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A98A5-7195-DD84-ABCA-910E92893C42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02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E89C2-717F-8EF8-C5EC-675BD375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F856320-D39C-C480-01DD-34F889B25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我要切切尋求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乾旱疲乏無水之地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20FF2-D3E5-F569-5BBD-0773699F3B68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25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924E0-21E0-0C07-1D82-C1FBDC1B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9F2F6A9-ED73-A163-E248-C6339B278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是我一切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我心不住思念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只願與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面對面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B2091-155D-1CF8-9EE3-E4CB57A84FFF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669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75806-57DD-E71B-4D21-8DC926BB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A180513-AD52-0B4D-30B1-13E2D27EC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我要永永遠遠來愛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我要永永遠遠渴慕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3C8BB-47BE-B237-F012-1010C487943D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7551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3BD9B-8837-FFB8-F78F-32169CB4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E6436FA-819D-ADA5-33A2-1C5A763B9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是我一切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我心不住思念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只願與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面對面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AFE9F-00AA-83E6-56D5-94D3E7E25516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8357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1DFE2-B4E6-3686-0E54-A20BEB6C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7CA2B96-EAD3-73A2-F30C-437FDC386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的愛最美  我心不住思念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只願與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面對面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7B62B-8A8B-045C-4875-6FFA7A981C84}"/>
              </a:ext>
            </a:extLst>
          </p:cNvPr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670292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</TotalTime>
  <Words>160</Words>
  <Application>Microsoft Office PowerPoint</Application>
  <PresentationFormat>On-screen Show (16:9)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佈景主題1</vt:lpstr>
      <vt:lpstr>我心切切渴慕祢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我心切切渴慕你</dc:title>
  <dc:creator>User</dc:creator>
  <cp:lastModifiedBy>Joe Cheng</cp:lastModifiedBy>
  <cp:revision>5</cp:revision>
  <dcterms:created xsi:type="dcterms:W3CDTF">2017-06-11T00:45:16Z</dcterms:created>
  <dcterms:modified xsi:type="dcterms:W3CDTF">2024-11-02T04:20:40Z</dcterms:modified>
</cp:coreProperties>
</file>