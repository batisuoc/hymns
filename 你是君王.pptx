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祢是君王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沒有配戴冠冕  沒有俊美的臉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忘懷尊貴謙卑降生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F244-598F-1871-CDE6-997A7CE6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7F84E3A-3CC2-292E-B325-8A589741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領略人生苦痛  甘承受嘲諷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全是祢為我付上贖罪救恩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7C8D2-DC99-53BB-8507-20EB00B8592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7288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C7EA8-B5E5-21E7-7D1A-2A4F7A32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ED75F3A-6F6C-A784-C90A-41047840B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為祢我要歌唱  為祢我要擺上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全然宣告基督作主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345C7-0940-0B1A-C70E-27A5FB9E21F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138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C2D8-A8AB-F72F-6940-6D7981121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E79A2B2-C922-0311-FF12-F1907220D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諦造人生的美  豈能盡寫上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誰像祢愛為我如此徹底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3466E-9BEE-FC2D-1673-3CF079D2B1D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129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247E-5429-2C71-0987-35210C626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C5E12AA-030C-ED39-D125-4652003F3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讓我歡欣敬拜頌讚主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歡呼敬拜頌讚祂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631F8-8616-F00A-34E8-A4A52CBFADF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0713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B9A5F-14A9-2E2A-50DA-05E3863D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AF0B96B-2584-D778-4A1F-934FB9C7C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榮歸予祢配得稱讚耶穌得勝君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0BEAF-76DD-5F44-E696-1F468D79029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3098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231F1-0244-DC36-6257-C69ADB77D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84D6B2E-1708-2D20-221A-E23B93080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萬世都因祢愛被變改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都因祢愛來俯拜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6BD46D-38E3-307D-819D-F53E4C7E2EF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605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5422F-2958-F9C3-CA82-7D4916CA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4103FB7-7183-B336-D5AD-A958A824B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高舉祢是君王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頌讚主基督救贖愛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BDD0-2BC9-F146-EA60-ED8319986DA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735697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20540BEC-1EE7-4498-B1E9-3F529D7A0303}" vid="{2EB23FB1-F6DE-41BC-883D-7D94B46315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182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祢是君王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2024-12-14T05:57:00Z</dcterms:created>
  <dcterms:modified xsi:type="dcterms:W3CDTF">2024-12-14T05:59:44Z</dcterms:modified>
</cp:coreProperties>
</file>