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626" r:id="rId4"/>
    <p:sldId id="627" r:id="rId5"/>
    <p:sldId id="628" r:id="rId6"/>
    <p:sldId id="629" r:id="rId7"/>
    <p:sldId id="630" r:id="rId8"/>
    <p:sldId id="631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DCAE-1483-4325-87F0-510CBFAF15A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EED-57DC-469D-BF9D-E484927D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78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DCAE-1483-4325-87F0-510CBFAF15A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EED-57DC-469D-BF9D-E484927D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14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DCAE-1483-4325-87F0-510CBFAF15A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EED-57DC-469D-BF9D-E484927D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98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DCAE-1483-4325-87F0-510CBFAF15A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EED-57DC-469D-BF9D-E484927D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68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DCAE-1483-4325-87F0-510CBFAF15A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EED-57DC-469D-BF9D-E484927D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2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DCAE-1483-4325-87F0-510CBFAF15A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EED-57DC-469D-BF9D-E484927D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93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DCAE-1483-4325-87F0-510CBFAF15A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EED-57DC-469D-BF9D-E484927D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769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DCAE-1483-4325-87F0-510CBFAF15A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EED-57DC-469D-BF9D-E484927D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13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DCAE-1483-4325-87F0-510CBFAF15A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EED-57DC-469D-BF9D-E484927D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84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DCAE-1483-4325-87F0-510CBFAF15A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EED-57DC-469D-BF9D-E484927D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7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BDCAE-1483-4325-87F0-510CBFAF15A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FFEED-57DC-469D-BF9D-E484927D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24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BDCAE-1483-4325-87F0-510CBFAF15A3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FFEED-57DC-469D-BF9D-E484927D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2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聖靈請祢來充滿我心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聖靈請祢來充滿我心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我需要祢恩膏  充滿我靈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聖靈啊我好愛祢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我的靈讓祢牽引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0201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而每一天我要更深愛祢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1376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我要追求祢主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我將生命獻給祢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8628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牽引我更親近祢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祢大能更新我靈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06586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無人能與祢相比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主我仰望祢的榮面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3152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我敬拜祢在靈與真理裡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327802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132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微軟正黑體</vt:lpstr>
      <vt:lpstr>微軟正黑體</vt:lpstr>
      <vt:lpstr>Arial</vt:lpstr>
      <vt:lpstr>Calibri</vt:lpstr>
      <vt:lpstr>Theme1</vt:lpstr>
      <vt:lpstr>聖靈請祢來充滿我心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2024-08-16T15:42:40Z</dcterms:created>
  <dcterms:modified xsi:type="dcterms:W3CDTF">2024-08-16T15:42:56Z</dcterms:modified>
</cp:coreProperties>
</file>