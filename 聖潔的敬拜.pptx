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598" r:id="rId4"/>
    <p:sldId id="599" r:id="rId5"/>
    <p:sldId id="600" r:id="rId6"/>
    <p:sldId id="601" r:id="rId7"/>
    <p:sldId id="602" r:id="rId8"/>
    <p:sldId id="603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1EFC-514B-4A4A-90A8-8D588561B44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2328-93A2-45A7-8E90-2273CD22B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80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1EFC-514B-4A4A-90A8-8D588561B44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2328-93A2-45A7-8E90-2273CD22B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2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1EFC-514B-4A4A-90A8-8D588561B44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2328-93A2-45A7-8E90-2273CD22B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10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1EFC-514B-4A4A-90A8-8D588561B44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2328-93A2-45A7-8E90-2273CD22B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5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1EFC-514B-4A4A-90A8-8D588561B44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2328-93A2-45A7-8E90-2273CD22B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6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1EFC-514B-4A4A-90A8-8D588561B44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2328-93A2-45A7-8E90-2273CD22B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78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1EFC-514B-4A4A-90A8-8D588561B44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2328-93A2-45A7-8E90-2273CD22B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8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1EFC-514B-4A4A-90A8-8D588561B44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2328-93A2-45A7-8E90-2273CD22B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45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1EFC-514B-4A4A-90A8-8D588561B44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2328-93A2-45A7-8E90-2273CD22B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67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1EFC-514B-4A4A-90A8-8D588561B44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2328-93A2-45A7-8E90-2273CD22B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3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1EFC-514B-4A4A-90A8-8D588561B44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2328-93A2-45A7-8E90-2273CD22B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2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81EFC-514B-4A4A-90A8-8D588561B44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72328-93A2-45A7-8E90-2273CD22B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24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聖潔的敬拜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燃燒我們的心  來行走這地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帶著禱告  宣告盼望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9F6CB-EF11-6862-97D0-10813EEE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9EDBCC2-1FFE-4A94-68A0-5331E45DB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靠主耶穌聖名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行出真理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步步燃出聖潔火焰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4239B-4D54-900B-A000-1684CED0FF77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747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53493-C1DC-4CA5-EA4E-7DBB8025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484495D-1B4B-1016-5307-4BA589FB1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聖潔的敬拜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愛主的精兵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勇敢邁出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福音的腳步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FC50B2-05B4-1AED-ABD0-84AF5804DB7D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7208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ACC7-5DAF-2255-A74E-A814E1BF3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6593A05-2051-C3CD-384D-2374FE2FD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向世界宣告  黑夜變榮耀日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瘸腿要跳舞  瞎眼得看見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AD4CCA-9C51-9CFF-6CAD-703C6ED6997D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2707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2385D-C9BB-2262-1932-6AF0D1E27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87FB1AA-DFD9-F3EF-3792-1E62990B3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潔淨這地土  復興要來臨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6E1D8-5743-F7A5-0A30-7EB344EC9E3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5163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86D4-6B8B-083E-99B3-44A7E860B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78BBBA0-63FF-780B-2616-336945CF6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不畏懼黑暗權勢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堅立於救恩磐石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BA0AB-6D30-FD8C-8298-0DDCEF32DC0A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6983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06D70-9072-CCD8-6A4E-06AA9685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E634D2-A54D-BC54-5484-D3D860AC5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齊聲向全地宣告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主的大能和救恩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7FCF4-12A1-8960-9CBB-51475F260BF4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047383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146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聖潔的敬拜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2025-08-01T17:01:22Z</dcterms:created>
  <dcterms:modified xsi:type="dcterms:W3CDTF">2025-08-01T17:01:41Z</dcterms:modified>
</cp:coreProperties>
</file>