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714" r:id="rId4"/>
    <p:sldId id="715" r:id="rId5"/>
    <p:sldId id="716" r:id="rId6"/>
    <p:sldId id="717" r:id="rId7"/>
    <p:sldId id="718" r:id="rId8"/>
    <p:sldId id="719" r:id="rId9"/>
    <p:sldId id="720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5AD4-3F7D-4B0A-AA89-060AD94DC685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E2C7-41DB-470F-93D8-241C1ACC7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661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5AD4-3F7D-4B0A-AA89-060AD94DC685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E2C7-41DB-470F-93D8-241C1ACC7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934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5AD4-3F7D-4B0A-AA89-060AD94DC685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E2C7-41DB-470F-93D8-241C1ACC7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693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5AD4-3F7D-4B0A-AA89-060AD94DC685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E2C7-41DB-470F-93D8-241C1ACC7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730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5AD4-3F7D-4B0A-AA89-060AD94DC685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E2C7-41DB-470F-93D8-241C1ACC7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38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5AD4-3F7D-4B0A-AA89-060AD94DC685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E2C7-41DB-470F-93D8-241C1ACC7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071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5AD4-3F7D-4B0A-AA89-060AD94DC685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E2C7-41DB-470F-93D8-241C1ACC7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729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5AD4-3F7D-4B0A-AA89-060AD94DC685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E2C7-41DB-470F-93D8-241C1ACC7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754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5AD4-3F7D-4B0A-AA89-060AD94DC685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E2C7-41DB-470F-93D8-241C1ACC7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14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5AD4-3F7D-4B0A-AA89-060AD94DC685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E2C7-41DB-470F-93D8-241C1ACC7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383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5AD4-3F7D-4B0A-AA89-060AD94DC685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E2C7-41DB-470F-93D8-241C1ACC7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467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0D5AD4-3F7D-4B0A-AA89-060AD94DC685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0E2C7-41DB-470F-93D8-241C1ACC7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154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主是我高</a:t>
            </a:r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臺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主啊祢是我的高臺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我的好處不在祢以外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雖然面臨逼迫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我不至動搖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21999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因我知祢與我同在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我就得以往前行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17059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祢是我的一切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我信靠祢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45170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有誰能使我勇敢的往前走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唯有祢  唯有祢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99146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主啊祢是我的唯一  我的最愛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還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有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誰能代替祢  主啊我愛祢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62863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我心歡暢  哦主啊我愛祢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09428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因我深知我的名早已記錄在天上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哦主啊  我永遠愛祢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尾句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3914226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163</Words>
  <Application>Microsoft Office PowerPoint</Application>
  <PresentationFormat>Widescreen</PresentationFormat>
  <Paragraphs>24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Theme1</vt:lpstr>
      <vt:lpstr>主是我高臺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2024-06-29T10:46:56Z</dcterms:created>
  <dcterms:modified xsi:type="dcterms:W3CDTF">2024-06-29T10:47:11Z</dcterms:modified>
</cp:coreProperties>
</file>