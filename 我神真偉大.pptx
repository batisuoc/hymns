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02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180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798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802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858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378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674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876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8477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349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43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093AE-C997-4515-AFDB-F32315071889}" type="datetimeFigureOut">
              <a:rPr lang="vi-VN" smtClean="0"/>
              <a:t>08/03/2025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3BA9-E363-4992-95EA-E134D527EE7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486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我神真偉大</a:t>
            </a:r>
          </a:p>
        </p:txBody>
      </p:sp>
    </p:spTree>
    <p:extLst>
      <p:ext uri="{BB962C8B-B14F-4D97-AF65-F5344CB8AC3E}">
        <p14:creationId xmlns:p14="http://schemas.microsoft.com/office/powerpoint/2010/main" val="360766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尊貴榮耀君王   在全地之上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願萬民都喜樂   全地都喜樂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627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滿有榮光  黑暗都躲藏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萬民高聲唱  齊來高聲唱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061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我神   真偉大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聖名   真偉大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962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全地都看見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我神   真偉大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781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昔在永在君王   從今直到永遠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從不曾改變   永存在天地間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396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是三一真神   父子與聖靈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真神的羔羊   全能神羔羊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9978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至聖尊名  配受大讚美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全心歌頌  我神  真偉大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75763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166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我神真偉大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我神真偉大</dc:title>
  <dc:creator>Windows User</dc:creator>
  <cp:lastModifiedBy>batisuoc</cp:lastModifiedBy>
  <cp:revision>3</cp:revision>
  <dcterms:created xsi:type="dcterms:W3CDTF">2022-04-29T16:55:37Z</dcterms:created>
  <dcterms:modified xsi:type="dcterms:W3CDTF">2025-03-08T13:44:55Z</dcterms:modified>
</cp:coreProperties>
</file>