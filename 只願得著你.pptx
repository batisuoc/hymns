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  <p:sldId id="393" r:id="rId6"/>
    <p:sldId id="394" r:id="rId7"/>
    <p:sldId id="395" r:id="rId8"/>
    <p:sldId id="396" r:id="rId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86" y="6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smtClean="0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 smtClean="0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 smtClean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只</a:t>
            </a:r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願得著祢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恩典  領我到至聖地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俯伏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榮光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裡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我一無可誇  只誇認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識祢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我的主  我的王  我的唯一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46085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因祢恩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典  我站在至聖地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敬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拜祢  在祢的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榮光裡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CN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18125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我一無所有  唯有生命獻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給祢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我的主  我的王  我的唯一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CN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17950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至為寶貴的主 </a:t>
            </a:r>
            <a:r>
              <a:rPr lang="en-US" altLang="zh-TW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誰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能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與祢相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比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我將萬事拋棄為得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著祢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32171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至為聖潔的主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單單降服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於祢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16173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  求帶領我  傾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聽祢心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意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得著基督要我得著的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204186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5</TotalTime>
  <Words>169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Microsoft JhengHei</vt:lpstr>
      <vt:lpstr>Microsoft JhengHei</vt:lpstr>
      <vt:lpstr>新細明體</vt:lpstr>
      <vt:lpstr>Arial</vt:lpstr>
      <vt:lpstr>Calibri</vt:lpstr>
      <vt:lpstr>Theme1</vt:lpstr>
      <vt:lpstr>只願得著祢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只願得著你</dc:title>
  <dc:creator>Joe Cheng</dc:creator>
  <cp:lastModifiedBy>Joe Cheng</cp:lastModifiedBy>
  <cp:revision>6</cp:revision>
  <dcterms:created xsi:type="dcterms:W3CDTF">2026-05-30T11:35:02Z</dcterms:created>
  <dcterms:modified xsi:type="dcterms:W3CDTF">2026-05-30T11:40:43Z</dcterms:modified>
</cp:coreProperties>
</file>