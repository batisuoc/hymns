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44" autoAdjust="0"/>
    <p:restoredTop sz="94660"/>
  </p:normalViewPr>
  <p:slideViewPr>
    <p:cSldViewPr snapToGrid="0">
      <p:cViewPr varScale="1">
        <p:scale>
          <a:sx n="75" d="100"/>
          <a:sy n="75" d="100"/>
        </p:scale>
        <p:origin x="60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28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69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6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323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19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63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904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67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12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829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091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09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75692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主看顧麼</a:t>
            </a:r>
            <a:endParaRPr lang="zh-TW" altLang="en-US" sz="7200" b="1" i="1" dirty="0">
              <a:solidFill>
                <a:schemeClr val="bg1"/>
              </a:solidFill>
              <a:effectLst>
                <a:glow rad="139700">
                  <a:srgbClr val="339966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81781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主看顧</a:t>
            </a: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麼</a:t>
            </a:r>
            <a:r>
              <a:rPr lang="en-US" altLang="zh-TW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當我心痛苦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令我不能快樂歌唱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6400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當重擔壓下  當憂慮增加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我的路艱苦又漫長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13049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主必看顧  主必看顧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救主同情我痛苦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72372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當白晝甚難過  夜裏又淒楚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我知救主看顧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7489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75692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主看顧麼</a:t>
            </a:r>
            <a:endParaRPr lang="zh-TW" altLang="en-US" sz="7200" b="1" i="1" dirty="0">
              <a:solidFill>
                <a:schemeClr val="bg1"/>
              </a:solidFill>
              <a:effectLst>
                <a:glow rad="139700">
                  <a:srgbClr val="339966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81545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主看顧</a:t>
            </a: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麼</a:t>
            </a:r>
            <a:r>
              <a:rPr lang="en-US" altLang="zh-TW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當我路黑暗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令我無限驚慌</a:t>
            </a: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恐怖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02051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當日光消退  當夜幕低垂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是否主願親近看顧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40926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主必看顧  主必看顧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救主同情我痛苦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99735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當白晝甚難過  夜裏又淒楚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我知救主看顧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69054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主看顧</a:t>
            </a: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麼</a:t>
            </a:r>
            <a:r>
              <a:rPr lang="en-US" altLang="zh-TW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當我遇試探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我雖盡力不能抵擋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3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70274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當我極憂傷  心靈不歡暢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我眼淚整夜往下淌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3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65208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主必看顧  主必看顧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救主同情我痛苦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90410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當白晝甚難過  夜裏又淒楚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我知救主看顧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6235541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24D0CB3-8EA6-4A1B-A2B3-C8AF54CED1ED}" vid="{99F5462B-3621-4A0E-85FE-64977290B83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263</Words>
  <Application>Microsoft Office PowerPoint</Application>
  <PresentationFormat>Widescreen</PresentationFormat>
  <Paragraphs>38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Microsoft JhengHei</vt:lpstr>
      <vt:lpstr>Microsoft JhengHei</vt:lpstr>
      <vt:lpstr>Arial</vt:lpstr>
      <vt:lpstr>Calibri</vt:lpstr>
      <vt:lpstr>Theme1</vt:lpstr>
      <vt:lpstr>主看顧麼</vt:lpstr>
      <vt:lpstr>PowerPoint Presentation</vt:lpstr>
      <vt:lpstr>PowerPoint Presentation</vt:lpstr>
      <vt:lpstr>PowerPoint Presentation</vt:lpstr>
      <vt:lpstr>PowerPoint Presentation</vt:lpstr>
      <vt:lpstr>主看顧麼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唯有耶穌</dc:title>
  <dc:creator>Joe Cheng</dc:creator>
  <cp:lastModifiedBy>Uncle Jo</cp:lastModifiedBy>
  <cp:revision>19</cp:revision>
  <dcterms:created xsi:type="dcterms:W3CDTF">2026-08-21T14:24:34Z</dcterms:created>
  <dcterms:modified xsi:type="dcterms:W3CDTF">2026-10-15T15:11:59Z</dcterms:modified>
</cp:coreProperties>
</file>