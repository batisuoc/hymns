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1" r:id="rId2"/>
    <p:sldId id="262" r:id="rId3"/>
    <p:sldId id="263" r:id="rId4"/>
    <p:sldId id="264" r:id="rId5"/>
    <p:sldId id="265" r:id="rId6"/>
    <p:sldId id="266" r:id="rId7"/>
    <p:sldId id="267" r:id="rId8"/>
    <p:sldId id="268" r:id="rId9"/>
    <p:sldId id="269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EB1A99-8C3F-4D98-8584-B5DB38B1A655}" type="datetimeFigureOut">
              <a:rPr lang="zh-TW" altLang="en-US" smtClean="0"/>
              <a:t>2024/9/7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12695-0CE2-445A-96C6-00E867219CE6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TW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祢的恩典夠我用</a:t>
            </a:r>
          </a:p>
        </p:txBody>
      </p:sp>
    </p:spTree>
    <p:extLst>
      <p:ext uri="{BB962C8B-B14F-4D97-AF65-F5344CB8AC3E}">
        <p14:creationId xmlns:p14="http://schemas.microsoft.com/office/powerpoint/2010/main" val="2917633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物換星移幾十載　</a:t>
            </a: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唯有祢愛不更改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7092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每個季節恩典脂油滿滿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33371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雖然經過水和火</a:t>
            </a:r>
            <a:endParaRPr lang="vi-VN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靠著主我就剛強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93260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每時每刻祢與我同在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2636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祢的恩典夠我用</a:t>
            </a:r>
            <a:endParaRPr lang="en-US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能力覆庇我軟弱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8286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靠著耶穌得勝又得勝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461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我要唱著祢的愛</a:t>
            </a:r>
            <a:endParaRPr lang="vi-VN" altLang="zh-TW" sz="48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永恆無盡頭的愛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8384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永不離棄  </a:t>
            </a:r>
            <a:r>
              <a:rPr lang="vi-VN" altLang="zh-TW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一生常相伴</a:t>
            </a:r>
            <a:endParaRPr lang="en-US" altLang="zh-TW" sz="4800" b="1" dirty="0">
              <a:solidFill>
                <a:srgbClr val="000066"/>
              </a:solidFill>
              <a:effectLst/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795886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07899711"/>
      </p:ext>
    </p:extLst>
  </p:cSld>
  <p:clrMapOvr>
    <a:masterClrMapping/>
  </p:clrMapOvr>
</p:sld>
</file>

<file path=ppt/theme/theme1.xml><?xml version="1.0" encoding="utf-8"?>
<a:theme xmlns:a="http://schemas.openxmlformats.org/drawingml/2006/main" name="chongbai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chongbai</Template>
  <TotalTime>4</TotalTime>
  <Words>132</Words>
  <Application>Microsoft Office PowerPoint</Application>
  <PresentationFormat>On-screen Show (16:9)</PresentationFormat>
  <Paragraphs>21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微軟正黑體</vt:lpstr>
      <vt:lpstr>Arial</vt:lpstr>
      <vt:lpstr>Calibri</vt:lpstr>
      <vt:lpstr>chongbai</vt:lpstr>
      <vt:lpstr>祢的恩典夠我用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一切歌頌讚美</dc:title>
  <dc:creator>User</dc:creator>
  <cp:lastModifiedBy>batisuoc</cp:lastModifiedBy>
  <cp:revision>7</cp:revision>
  <dcterms:created xsi:type="dcterms:W3CDTF">2019-12-31T10:19:08Z</dcterms:created>
  <dcterms:modified xsi:type="dcterms:W3CDTF">2024-09-07T10:58:42Z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1033-11.1.0.8865</vt:lpwstr>
  </property>
</Properties>
</file>