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02" y="6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F73FB-44CF-4BEB-A129-C9AADD3689D5}" type="datetimeFigureOut">
              <a:rPr lang="zh-TW" altLang="en-US" smtClean="0"/>
              <a:pPr/>
              <a:t>2024/11/30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4D18F-779F-43B8-AF3B-35C7B65C48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4000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4000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50</a:t>
            </a:r>
            <a:br>
              <a:rPr lang="en-US" altLang="zh-C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6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我曾捨命為</a:t>
            </a:r>
            <a:r>
              <a:rPr lang="zh-CN" altLang="en-US" sz="6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你</a:t>
            </a:r>
            <a:endParaRPr lang="zh-TW" altLang="en-US" sz="6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4455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我曾捨命為你  我血為你流出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救你從死復起  使你多罪得贖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625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為你為你我命曾捨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你捨何事為我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4 ) ( 2</a:t>
            </a:r>
            <a:r>
              <a:rPr lang="zh-CN" altLang="en-US" sz="3600" b="1" dirty="0">
                <a:solidFill>
                  <a:srgbClr val="000066"/>
                </a:solidFill>
              </a:rPr>
              <a:t>次</a:t>
            </a:r>
            <a:r>
              <a:rPr lang="en-US" sz="3600" b="1" dirty="0">
                <a:solidFill>
                  <a:srgbClr val="000066"/>
                </a:solidFill>
              </a:rPr>
              <a:t>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385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我曾離父家庭  並我榮光寶座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淒涼悲哀獨行  在此暗世經過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41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為你為你天家曾捨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你棄何福為我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4 ) ( 2</a:t>
            </a:r>
            <a:r>
              <a:rPr lang="zh-CN" altLang="en-US" sz="3600" b="1" dirty="0">
                <a:solidFill>
                  <a:srgbClr val="000066"/>
                </a:solidFill>
              </a:rPr>
              <a:t>次 </a:t>
            </a:r>
            <a:r>
              <a:rPr lang="en-US" sz="3600" b="1" dirty="0">
                <a:solidFill>
                  <a:srgbClr val="000066"/>
                </a:solidFill>
              </a:rPr>
              <a:t>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063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我曾大受苦難  非人口舌能說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臨刑身同罪犯  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救你地獄得脫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190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為你為你我身曾捨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你忍何辱為我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4 ) ( 2</a:t>
            </a:r>
            <a:r>
              <a:rPr lang="zh-CN" altLang="en-US" sz="3600" b="1" dirty="0">
                <a:solidFill>
                  <a:srgbClr val="000066"/>
                </a:solidFill>
              </a:rPr>
              <a:t>次 </a:t>
            </a:r>
            <a:r>
              <a:rPr lang="en-US" sz="3600" b="1" dirty="0">
                <a:solidFill>
                  <a:srgbClr val="000066"/>
                </a:solidFill>
              </a:rPr>
              <a:t>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564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我曾將父救恩  從我天庭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攜帶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此恩充滿你身  即我寬容仁愛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4 )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61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向你向你大恩曾施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你將何物獻我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( 4 / 4 </a:t>
            </a:r>
            <a:r>
              <a:rPr lang="en-US" sz="3600" b="1">
                <a:solidFill>
                  <a:srgbClr val="000066"/>
                </a:solidFill>
              </a:rPr>
              <a:t>) ( 2</a:t>
            </a:r>
            <a:r>
              <a:rPr lang="zh-CN" altLang="en-US" sz="3600" b="1" dirty="0">
                <a:solidFill>
                  <a:srgbClr val="000066"/>
                </a:solidFill>
              </a:rPr>
              <a:t>次 </a:t>
            </a:r>
            <a:r>
              <a:rPr lang="en-US" sz="3600" b="1" dirty="0">
                <a:solidFill>
                  <a:srgbClr val="000066"/>
                </a:solidFill>
              </a:rPr>
              <a:t>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52403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佈景主題4</Template>
  <TotalTime>60</TotalTime>
  <Words>219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佈景主題4</vt:lpstr>
      <vt:lpstr>宣道詩 50 我曾捨命為你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我曾捨命為你</dc:title>
  <dc:creator>大唐</dc:creator>
  <cp:lastModifiedBy>batisuoc</cp:lastModifiedBy>
  <cp:revision>8</cp:revision>
  <dcterms:created xsi:type="dcterms:W3CDTF">2017-03-05T00:23:47Z</dcterms:created>
  <dcterms:modified xsi:type="dcterms:W3CDTF">2024-11-30T14:50:00Z</dcterms:modified>
</cp:coreProperties>
</file>