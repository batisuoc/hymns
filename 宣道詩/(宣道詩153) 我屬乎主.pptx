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8467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8659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3496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66147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9955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8413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95752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795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09833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6595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452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9544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08920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153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我屬乎主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176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我乃屬耶穌  我認主恩愛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恩奇美正合我心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2920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+mn-lt"/>
              </a:rPr>
              <a:t>( 1 / 4 )</a:t>
            </a:r>
            <a:endParaRPr lang="vi-VN" sz="4400" b="1" dirty="0">
              <a:solidFill>
                <a:srgbClr val="660033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7297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今求賜大信  走天路飛快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常與主相近相親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2920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</a:rPr>
              <a:t>( 1 / 4 )</a:t>
            </a:r>
            <a:endParaRPr lang="vi-VN" sz="44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15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親之近之  日日近乎主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來到主受死聖架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3996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親之近之  近之  日日近乎主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到流血寶身之下</a:t>
            </a:r>
          </a:p>
        </p:txBody>
      </p:sp>
    </p:spTree>
    <p:extLst>
      <p:ext uri="{BB962C8B-B14F-4D97-AF65-F5344CB8AC3E}">
        <p14:creationId xmlns:p14="http://schemas.microsoft.com/office/powerpoint/2010/main" val="2608395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今歸主為聖  專為主所用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望日蒙新賜天恩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2920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</a:rPr>
              <a:t>( 2 / 4 )</a:t>
            </a:r>
            <a:endParaRPr lang="vi-VN" sz="44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7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信望愛日增  口不主稱頌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恆近主潔淨心身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2920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</a:rPr>
              <a:t>( 2 / 4 )</a:t>
            </a:r>
            <a:endParaRPr lang="vi-VN" sz="44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531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親之近之  日日近乎主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來到主受死聖架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650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親之近之  近之  日日近乎主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到流血寶身之下</a:t>
            </a:r>
          </a:p>
        </p:txBody>
      </p:sp>
    </p:spTree>
    <p:extLst>
      <p:ext uri="{BB962C8B-B14F-4D97-AF65-F5344CB8AC3E}">
        <p14:creationId xmlns:p14="http://schemas.microsoft.com/office/powerpoint/2010/main" val="1438800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恩座前祈禱  與我主親近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似良友親密相交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2920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</a:rPr>
              <a:t>( 3 / 4 )</a:t>
            </a:r>
            <a:endParaRPr lang="vi-VN" sz="44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491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心喜樂難言  真得福無盡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勝華美筵味嘉肴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22920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</a:rPr>
              <a:t>( 3 / 4 )</a:t>
            </a:r>
            <a:endParaRPr lang="vi-VN" sz="44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516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親之近之  日日近乎主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來到主受死聖架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650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親之近之  近之  日日近乎主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到流血寶身之下</a:t>
            </a:r>
          </a:p>
        </p:txBody>
      </p:sp>
    </p:spTree>
    <p:extLst>
      <p:ext uri="{BB962C8B-B14F-4D97-AF65-F5344CB8AC3E}">
        <p14:creationId xmlns:p14="http://schemas.microsoft.com/office/powerpoint/2010/main" val="3940488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何其深主愛  何其大天樂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愛與樂來世顯明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2920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</a:rPr>
              <a:t>( 4 / 4 )</a:t>
            </a:r>
            <a:endParaRPr lang="vi-VN" sz="44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063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靠於主心懷  已去盡罪惡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主榮光照耀罪人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2920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</a:rPr>
              <a:t>( 4 / 4 )</a:t>
            </a:r>
            <a:endParaRPr lang="vi-VN" sz="44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074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親之近之  日日近乎主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來到主受死聖架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93878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親之近之  近之  日日近乎主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到流血寶身之下</a:t>
            </a:r>
          </a:p>
        </p:txBody>
      </p:sp>
    </p:spTree>
    <p:extLst>
      <p:ext uri="{BB962C8B-B14F-4D97-AF65-F5344CB8AC3E}">
        <p14:creationId xmlns:p14="http://schemas.microsoft.com/office/powerpoint/2010/main" val="91507974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</TotalTime>
  <Words>321</Words>
  <Application>Microsoft Office PowerPoint</Application>
  <PresentationFormat>Widescreen</PresentationFormat>
  <Paragraphs>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Microsoft JhengHei</vt:lpstr>
      <vt:lpstr>Microsoft JhengHei</vt:lpstr>
      <vt:lpstr>Arial</vt:lpstr>
      <vt:lpstr>Calibri</vt:lpstr>
      <vt:lpstr>Theme1</vt:lpstr>
      <vt:lpstr>宣道詩 153 我屬乎主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batisuoc</cp:lastModifiedBy>
  <cp:revision>142</cp:revision>
  <dcterms:created xsi:type="dcterms:W3CDTF">2015-05-17T04:39:00Z</dcterms:created>
  <dcterms:modified xsi:type="dcterms:W3CDTF">2024-11-23T10:38:42Z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