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F066B-CAAA-4AF0-8CE1-A7DC182F2BD5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49EC0-5CEC-4ECE-9271-41992D23AB0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564904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90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只要相信</a:t>
            </a:r>
            <a:endParaRPr lang="zh-TW" altLang="en-US" sz="80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8577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小群不要怕   牧者已捨身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曾死十架上   由墳墓復生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</a:rPr>
              <a:t>( 1 / 3 )</a:t>
            </a:r>
            <a:endParaRPr lang="vi-VN" sz="40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99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天地諸權勢   在主手執掌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一切已預備   為主所愛群羊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</a:rPr>
              <a:t>( 1 / 3 )</a:t>
            </a:r>
            <a:endParaRPr lang="vi-VN" sz="40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653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只要相信  只要相信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凡事可能成就  只要相信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584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小群不要怕   隨牧者領路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所走的路程   須隨主腳步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</a:rPr>
              <a:t>( 2 / 3 )</a:t>
            </a:r>
            <a:endParaRPr lang="vi-VN" sz="40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505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生死諸苦味   主經已嘗試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因主捨己身   十字架上受死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</a:rPr>
              <a:t>( 2 / 3 )</a:t>
            </a:r>
            <a:endParaRPr lang="vi-VN" sz="40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460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只要相信  只要相信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凡事可能成就  只要相信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530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小群不要怕   牧者皆深知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路程或平安   愁苦或貧寒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</a:rPr>
              <a:t>( 3 / 3 )</a:t>
            </a:r>
            <a:endParaRPr lang="vi-VN" sz="40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578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永遠不離開   永相皆相安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專心倚靠主   不論光明黑暗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0066"/>
                </a:solidFill>
              </a:rPr>
              <a:t>( 3 / 3 )</a:t>
            </a:r>
            <a:endParaRPr lang="vi-VN" sz="40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862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只要相信  只要相信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凡事可能成就  只要相信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940944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27</TotalTime>
  <Words>228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佈景主題1</vt:lpstr>
      <vt:lpstr>宣道詩 90 只要相信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只要相信</dc:title>
  <dc:creator>大唐</dc:creator>
  <cp:lastModifiedBy>batisuoc</cp:lastModifiedBy>
  <cp:revision>6</cp:revision>
  <dcterms:created xsi:type="dcterms:W3CDTF">2018-06-30T03:42:49Z</dcterms:created>
  <dcterms:modified xsi:type="dcterms:W3CDTF">2024-07-20T06:10:33Z</dcterms:modified>
</cp:coreProperties>
</file>