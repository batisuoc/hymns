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78" y="1008"/>
      </p:cViewPr>
      <p:guideLst>
        <p:guide orient="horz" pos="226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453B0-9DF3-4847-AF80-E61FDDFE713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C4BEA-116E-4A46-BBD1-DB16043DE46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6399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1D29A9-78CF-43D9-96E6-EC61B25CAC0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77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642490-7E29-4483-9A31-EFF80A070D5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65391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66FBA3-C5B6-4ABE-B006-3071EDE08652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7483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D6F40A-D4BD-4CFE-9F04-3E5B79AD63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2640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6EE02C-5D35-4378-8340-C70FEDA343E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7649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50ADB6-12FA-47A2-8F8B-679B72FFE34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023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0F8A50-B2C4-4226-B3AC-3C570B2B9CE0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1886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F35931-D635-4C49-A97E-2F28EAA6FE94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3947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E7D3E4-89F3-4CED-A48A-023A05B8B9D6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8505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3267DE-EE7E-471A-A40B-FAAFF4920C6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7076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24E0EF9-2ADF-4FFE-B22E-4DD3F4BA4B81}" type="slidenum">
              <a:rPr lang="en-US" altLang="zh-TW" smtClean="0"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8833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708920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144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生命之道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1037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聖經都是真神言語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證明耶穌基督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5362762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effectLst/>
                <a:latin typeface="+mn-lt"/>
              </a:rPr>
              <a:t>( 1 / 4 )</a:t>
            </a:r>
            <a:endParaRPr lang="vi-VN" sz="3600" b="1" dirty="0">
              <a:solidFill>
                <a:srgbClr val="660033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5823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道成肉身釘於十架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流血洗我罪污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62763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( 1 / 4 )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82872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生命之道極奇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我今篤信不疑</a:t>
            </a:r>
          </a:p>
        </p:txBody>
      </p:sp>
    </p:spTree>
    <p:extLst>
      <p:ext uri="{BB962C8B-B14F-4D97-AF65-F5344CB8AC3E}">
        <p14:creationId xmlns:p14="http://schemas.microsoft.com/office/powerpoint/2010/main" val="3589544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美哉主道  奇哉主道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生命之道極奇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+mn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086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真神應許盡在聖經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備及今世來生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62763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( 2 / 4 )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31922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是我產業成我詩歌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為我暗處明燈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62763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( 2 / 4 )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9035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生命之道極奇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我今篤信不疑</a:t>
            </a:r>
          </a:p>
        </p:txBody>
      </p:sp>
    </p:spTree>
    <p:extLst>
      <p:ext uri="{BB962C8B-B14F-4D97-AF65-F5344CB8AC3E}">
        <p14:creationId xmlns:p14="http://schemas.microsoft.com/office/powerpoint/2010/main" val="2018055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美哉主道  奇哉主道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生命之道極奇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43C00F-BCD8-89CD-E374-2CC3DE3A73B6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+mn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4037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真神言語滿有能力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主必親自堅立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62763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( 3 / 4 )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59374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比金更寶比蜜更甜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永遠安定在天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62763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( 3 / 4 )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7348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生命之道極奇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我今篤信不疑</a:t>
            </a:r>
          </a:p>
        </p:txBody>
      </p:sp>
    </p:spTree>
    <p:extLst>
      <p:ext uri="{BB962C8B-B14F-4D97-AF65-F5344CB8AC3E}">
        <p14:creationId xmlns:p14="http://schemas.microsoft.com/office/powerpoint/2010/main" val="1289905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美哉主道  奇哉主道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生命之道極奇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A037B-B235-5382-B190-6EBCC65A9246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+mn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7057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我願天天查考聖經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晝夜思想遵行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62763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( 4 / 4 )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9690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真理聖靈開導我心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使我識主更真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62763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+mn-lt"/>
              </a:rPr>
              <a:t>( 4 / 4 )</a:t>
            </a:r>
            <a:endParaRPr lang="vi-VN" sz="3600" b="1" dirty="0">
              <a:solidFill>
                <a:srgbClr val="660033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4815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生命之道極奇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我今篤信不疑</a:t>
            </a:r>
          </a:p>
        </p:txBody>
      </p:sp>
    </p:spTree>
    <p:extLst>
      <p:ext uri="{BB962C8B-B14F-4D97-AF65-F5344CB8AC3E}">
        <p14:creationId xmlns:p14="http://schemas.microsoft.com/office/powerpoint/2010/main" val="1131964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美哉主道  奇哉主道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生命之道極奇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07DB48-A1CA-B357-D750-E22B9ED42313}"/>
              </a:ext>
            </a:extLst>
          </p:cNvPr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( 2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次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latin typeface="+mn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7982563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1A8DE197-990E-4893-BF04-3823FBB50F9A}" vid="{430B7048-5A04-4BDB-939A-C7E865DB887B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38</TotalTime>
  <Words>281</Words>
  <Application>Microsoft Office PowerPoint</Application>
  <PresentationFormat>Widescreen</PresentationFormat>
  <Paragraphs>45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Microsoft JhengHei</vt:lpstr>
      <vt:lpstr>Microsoft JhengHei</vt:lpstr>
      <vt:lpstr>Arial</vt:lpstr>
      <vt:lpstr>Calibri</vt:lpstr>
      <vt:lpstr>Theme1</vt:lpstr>
      <vt:lpstr>宣道詩 144 生命之道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batisuoc</cp:lastModifiedBy>
  <cp:revision>144</cp:revision>
  <dcterms:created xsi:type="dcterms:W3CDTF">2015-05-17T04:39:00Z</dcterms:created>
  <dcterms:modified xsi:type="dcterms:W3CDTF">2024-04-12T18:54:55Z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1033-10.1.0.5507</vt:lpwstr>
  </property>
</Properties>
</file>