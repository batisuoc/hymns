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755" r:id="rId2"/>
    <p:sldId id="756" r:id="rId3"/>
    <p:sldId id="757" r:id="rId4"/>
    <p:sldId id="758" r:id="rId5"/>
    <p:sldId id="759" r:id="rId6"/>
    <p:sldId id="760" r:id="rId7"/>
    <p:sldId id="761" r:id="rId8"/>
    <p:sldId id="762" r:id="rId9"/>
    <p:sldId id="763" r:id="rId10"/>
    <p:sldId id="764" r:id="rId11"/>
    <p:sldId id="765" r:id="rId12"/>
    <p:sldId id="766" r:id="rId13"/>
    <p:sldId id="767" r:id="rId14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698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7304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825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2786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128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576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329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72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500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06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7930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577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165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到遙遠地方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到遙遠之地方  我必去  我必去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那處從未聞福音道理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89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C05F-C2CD-3068-72BA-3D2A3DB7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CFABDE3-8E88-5423-9613-238A49B30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千萬人還不知主仁愛與慈悲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急傳此嘉音勿再猶疑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B13813-D463-5E40-B68B-365D2C782107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106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9E14-E19A-5E67-891D-A1A957F3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2E2F58D-68FE-E372-4E87-1478F2ACB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到遠方  傳福音  我必去  我必去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至世界  全世界  普及救恩真理</a:t>
            </a:r>
          </a:p>
        </p:txBody>
      </p:sp>
    </p:spTree>
    <p:extLst>
      <p:ext uri="{BB962C8B-B14F-4D97-AF65-F5344CB8AC3E}">
        <p14:creationId xmlns:p14="http://schemas.microsoft.com/office/powerpoint/2010/main" val="82613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1D03-B97E-031C-437C-0EEF040A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8A263A9-D03E-B4BA-91EE-F2200814F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耶穌差遣我去  那最窮苦之地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切莫想怎樣體貼自己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0AED9-C763-2CA3-6BB2-6D60228EE4A7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67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32DD-E016-75BB-A20E-C4925A46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F5B2706-CA2A-B6D5-29C6-3EE596708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世上人都以我為迷夢為大愚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但願主喜悅萬事足矣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18492-2981-C38D-67E1-562A279D815E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953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15226-8163-A727-B576-D0C47259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B9B704F-5EE8-9062-2BA0-A02EB3B74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到遠方  傳福音  我必去  我必去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至世界  全世界  普及救恩真理</a:t>
            </a:r>
          </a:p>
        </p:txBody>
      </p:sp>
    </p:spTree>
    <p:extLst>
      <p:ext uri="{BB962C8B-B14F-4D97-AF65-F5344CB8AC3E}">
        <p14:creationId xmlns:p14="http://schemas.microsoft.com/office/powerpoint/2010/main" val="1302187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8B31-F1F7-FFCF-A367-AD9D1A62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9FF4353-5FB3-311C-1AB3-22D42760A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切莫偸閒遊蕩  寶貴光陰拋棄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留戀於世俗無謂耍戲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AFB82-BE39-5461-F990-722CF057E5B9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389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959F-53AF-F1CE-853D-D373EB8CF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61DB77-F5C2-6537-541A-ED07C0A7F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勿淫逸勿自私亟應覺悟醒起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快趕到那邊遙遠之地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0907B-2018-9527-4559-99935F40F508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13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5E1E-AFDA-93D3-6BA3-0F9E63EC9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9D62C2D-37A8-C3C1-FE1C-C34A4CC74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到遠方  傳福音  我必去  我必去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至世界  全世界  普及救恩真理</a:t>
            </a:r>
          </a:p>
        </p:txBody>
      </p:sp>
    </p:spTree>
    <p:extLst>
      <p:ext uri="{BB962C8B-B14F-4D97-AF65-F5344CB8AC3E}">
        <p14:creationId xmlns:p14="http://schemas.microsoft.com/office/powerpoint/2010/main" val="1545514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9564-2489-2B58-47C2-CC292579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5374EB-CF94-878A-0FD3-7BD4DCFB1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亡羊流離失所  牧人慈心垂憐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此嘉音應傳諸彼耳邊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8CC41-2662-65D3-1478-767B1F4F0E53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159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8E9E5-AE69-8936-6C9B-017F70199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06BEA7A-6C78-7D8F-C165-298EDBC2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主特遣我前往將他們齊結聯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歡迎他們歸回主羊圈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23657-FC17-F7D7-D331-8CB83E4F24D5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( 4 / 4 )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901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45AE-24CA-9AC9-EDDE-BFB363D4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65ECE23-6698-B581-3849-0C513D77A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到遠方  傳福音  我必去  我必去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至世界  全世界  普及救恩真理</a:t>
            </a:r>
          </a:p>
        </p:txBody>
      </p:sp>
    </p:spTree>
    <p:extLst>
      <p:ext uri="{BB962C8B-B14F-4D97-AF65-F5344CB8AC3E}">
        <p14:creationId xmlns:p14="http://schemas.microsoft.com/office/powerpoint/2010/main" val="379486904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314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宣道詩 165 到遙遠地方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142</cp:revision>
  <dcterms:created xsi:type="dcterms:W3CDTF">2015-05-17T04:39:00Z</dcterms:created>
  <dcterms:modified xsi:type="dcterms:W3CDTF">2025-06-27T15:13:11Z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