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393" r:id="rId2"/>
    <p:sldId id="412" r:id="rId3"/>
    <p:sldId id="1614" r:id="rId4"/>
    <p:sldId id="1615" r:id="rId5"/>
    <p:sldId id="1616" r:id="rId6"/>
    <p:sldId id="1617" r:id="rId7"/>
    <p:sldId id="1618" r:id="rId8"/>
    <p:sldId id="1619" r:id="rId9"/>
    <p:sldId id="1620" r:id="rId10"/>
    <p:sldId id="1623" r:id="rId11"/>
    <p:sldId id="1624" r:id="rId12"/>
    <p:sldId id="1625" r:id="rId13"/>
    <p:sldId id="1626" r:id="rId14"/>
    <p:sldId id="1621" r:id="rId15"/>
    <p:sldId id="1622" r:id="rId16"/>
    <p:sldId id="1627" r:id="rId17"/>
    <p:sldId id="1628" r:id="rId18"/>
    <p:sldId id="1629" r:id="rId19"/>
    <p:sldId id="1630" r:id="rId20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72" y="150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282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DB378-94EB-B5AA-A43E-874355BA1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6CB8A-0800-0109-8198-F88A9ADE4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F81A4-60EF-08A5-7DB3-12F41A6DF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DBD54-CF80-F560-A251-697A98AF0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735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903C1-932C-10BA-DF93-D4CC33A30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CB66B-3A39-3CD2-E752-CC7725BB7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7C873-9E8A-57E4-10BC-4265B2AA7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B9207-01B4-AFF8-4505-7E3C3C2DE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4232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7BE55-B600-0BB9-D157-86E1621A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4EAB9-B8FE-7921-B337-F229C567C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4C446-9AAF-D55D-DE3C-FA0908112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3BA6F-2937-E101-2DD3-EB7E9E871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887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A29E3-8696-B4AC-6D33-FD0FF935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CDEEC-2573-E87A-DF89-5BD979CB3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F88763-6211-3FAA-9A33-7407DE07F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914FB-CF23-D3EE-BF10-05EB0C3E1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1376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9202F-9387-7A82-3C00-A79EE2FC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EC70E-446E-7DEC-1237-6EB0F1599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2E333-41F5-BA01-02CA-6EF1A5F03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A6D3-4694-9A15-99D2-0FEAB05BF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712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654A6-9ABC-7240-48AC-7D6134E0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091BA-E33B-B307-9981-DABB9BBE4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F6AB0-0BEE-8E5C-C386-BD4AAAAA7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6304A-1A25-29B8-4904-3B6B7CFB8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1982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E1C82-5100-5AF8-89F9-44063969C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BF9D2-3213-BBCE-DB7C-01B96D98A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1743F-9EEB-68EE-BB99-45327223E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EE858-C96C-13A1-D5FF-E7A98AFD0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051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69BB3-5B67-B67C-1BD2-1BE72F51A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0D240-5E40-8BA4-902A-1AE8FAF7A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92DEA-D36B-8610-DDF0-AFCBCE527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95EF2-66AE-F4D2-AB0A-453A6DE0C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03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17A8E-757B-1B36-3230-ED027FD87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81F1A-53D7-8C32-78A6-694D6EC8A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B9C79-3DC3-E58A-9A38-FC34B8356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2B410-1D0C-5D79-58C1-9BCF1FCCA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4685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E7663-8969-02EF-5EF8-A538117A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96833-F6D1-5987-3576-BBEDED70A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C52F7-2708-8205-BAC6-296F2E2A4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B785-65DA-B4F5-8200-5179B1ADC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252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D6572-BE37-7DFE-C38C-0BC8A7DAF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96697-7E74-0FDF-4865-C3B840D15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78088-2BAD-F44C-2188-5EF3D4B0B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DBD88-4559-B5D4-75B6-F84177E9F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226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230D8-58A4-81A4-35EA-21E031E2A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C766A-4ED4-A62F-1145-56F7014DC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BA594-1C2C-EA53-E2B1-3BFE98171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573E-AC0C-958F-7154-85ABDDD70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670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5B613-2DFC-CD7C-54DC-BCA2E7FD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53396-70B5-7B5F-210E-F63FCAA3F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7DB34-A97C-ABC1-C951-2B2502D55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8692B-E57A-2E01-50EC-FDF431F1A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3414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A8832-4515-A06A-0844-9FA68AF65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73BD2-343B-BFE9-FB1D-744AE53DD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D2E2F-38EC-010A-A159-D40CE3681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1ACAD-2D8D-0AD1-8A8D-E34AA0544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689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04879-02F0-5720-6B4B-EB4843FB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313F8-5E9C-616B-CE2B-61334933B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6DC50-62DE-8B24-A617-9D3E20789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A0242-29FD-1EB8-0CD6-907B376C0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8269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C52F5-74C5-9E66-23EF-864C249BB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8DB55-6365-CE8D-5662-A14A4AAFC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1B758-A454-95FD-0B43-E0863FCFE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B632-B252-CFBB-C879-8867A6011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2683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12FB2-ADE0-79F1-BE52-7A261772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B7282-D039-6FA8-5D96-61CF0FF2D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7ADB1-1263-6C09-912D-E1E6D8A0F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6F254-E975-73E1-10C8-13E19492D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453B0-9DF3-4847-AF80-E61FDDFE7134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682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9138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42572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296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34511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6400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9324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267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218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59778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565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6029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99931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244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在主裏得勝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每遇畏怯憂傷愁容如雲遮擋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試者大施計謀勇猛來征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</a:rPr>
              <a:t>( 1 / 3 )</a:t>
            </a:r>
            <a:endParaRPr lang="vi-VN" sz="3200" b="1" dirty="0">
              <a:solidFill>
                <a:srgbClr val="6600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E3D5C-60CF-0B86-EFFA-AD7D51DE0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EA531C1-A6C2-C235-8E3D-AA9A25FE0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不要怕競爭雖長  難久抗但主强壯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靠主勇往向前爭戰必然得勝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61934-3E69-D02F-66CB-7CA8D03AC2F7}"/>
              </a:ext>
            </a:extLst>
          </p:cNvPr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</a:rPr>
              <a:t>( 1 / 3 )</a:t>
            </a:r>
            <a:endParaRPr lang="vi-VN" sz="3200" b="1" dirty="0">
              <a:solidFill>
                <a:srgbClr val="6600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52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A314-0BAD-96E2-4DC9-10A58F063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84D5C75-AF3A-2147-EC5E-8859B5D7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在耶穌裏得勝 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只要在耶穌裏纔得勝</a:t>
            </a:r>
          </a:p>
        </p:txBody>
      </p:sp>
    </p:spTree>
    <p:extLst>
      <p:ext uri="{BB962C8B-B14F-4D97-AF65-F5344CB8AC3E}">
        <p14:creationId xmlns:p14="http://schemas.microsoft.com/office/powerpoint/2010/main" val="189812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F6F3-FC29-B7F1-35A0-1FD20CE6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38D39D5-CF4A-D0BC-CACD-715C9FF31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上陣與敵交戰總不要驚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因主在前領此路最顯明</a:t>
            </a:r>
          </a:p>
        </p:txBody>
      </p:sp>
    </p:spTree>
    <p:extLst>
      <p:ext uri="{BB962C8B-B14F-4D97-AF65-F5344CB8AC3E}">
        <p14:creationId xmlns:p14="http://schemas.microsoft.com/office/powerpoint/2010/main" val="888401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813E-826B-F9A7-E44D-20100296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D1FC99E-BC66-0070-A980-B0DE68E8F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謹聽呀“我與你居住到永遠”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靠主必不驚打仗風聲 </a:t>
            </a:r>
          </a:p>
        </p:txBody>
      </p:sp>
    </p:spTree>
    <p:extLst>
      <p:ext uri="{BB962C8B-B14F-4D97-AF65-F5344CB8AC3E}">
        <p14:creationId xmlns:p14="http://schemas.microsoft.com/office/powerpoint/2010/main" val="4107114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44CAD-75EE-2FED-1539-122DF2AF1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83E4615-6EDF-CCB3-EBF7-AB0DBC1FB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進前打勝仗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同主快樂一直到永遠</a:t>
            </a:r>
          </a:p>
        </p:txBody>
      </p:sp>
    </p:spTree>
    <p:extLst>
      <p:ext uri="{BB962C8B-B14F-4D97-AF65-F5344CB8AC3E}">
        <p14:creationId xmlns:p14="http://schemas.microsoft.com/office/powerpoint/2010/main" val="758909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6A605-6C0A-5B11-A88F-5A2E0E628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8590679-CF7B-4E6B-408E-22562DA0E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有時勇氣挫磨將被仇敵勝過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信靠神莫須怕亦莫須慮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F39BC5-4EF3-4535-9E71-E53ABE8DA626}"/>
              </a:ext>
            </a:extLst>
          </p:cNvPr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</a:rPr>
              <a:t>( 2 / 3 )</a:t>
            </a:r>
            <a:endParaRPr lang="vi-VN" sz="3200" b="1" dirty="0">
              <a:solidFill>
                <a:srgbClr val="6600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80558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8303A-49D7-478B-92F3-8C60EE82F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8B39139-D5F9-8F4E-AFA5-05F1C2010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謹聽救主呼喚聲  我永不使你失落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不要怕我是你所盼望你所依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C3577-2867-A5BF-10FE-2FD644F44A28}"/>
              </a:ext>
            </a:extLst>
          </p:cNvPr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</a:rPr>
              <a:t>( 2 / 3 )</a:t>
            </a:r>
            <a:endParaRPr lang="vi-VN" sz="3200" b="1" dirty="0">
              <a:solidFill>
                <a:srgbClr val="6600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3510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4710E-6D1F-4812-F748-B20967D0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B6CC69D-CD59-B0BF-A34F-3DDC034F8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在耶穌裏得勝 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只要在耶穌裏纔得勝</a:t>
            </a:r>
          </a:p>
        </p:txBody>
      </p:sp>
    </p:spTree>
    <p:extLst>
      <p:ext uri="{BB962C8B-B14F-4D97-AF65-F5344CB8AC3E}">
        <p14:creationId xmlns:p14="http://schemas.microsoft.com/office/powerpoint/2010/main" val="3125494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AE300-AD24-D1C2-A0BC-756BFE3B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06A83E8-26D1-09D4-B2AD-64E88D1F8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上陣與敵交戰總不要驚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因主在前領此路最顯明</a:t>
            </a:r>
          </a:p>
        </p:txBody>
      </p:sp>
    </p:spTree>
    <p:extLst>
      <p:ext uri="{BB962C8B-B14F-4D97-AF65-F5344CB8AC3E}">
        <p14:creationId xmlns:p14="http://schemas.microsoft.com/office/powerpoint/2010/main" val="2511518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95EB1-51CF-2577-3E9A-E92381C5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A940456-3831-3182-DC80-2F053F76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謹聽呀“我與你居住到永遠”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靠主必不驚打仗風聲 </a:t>
            </a:r>
          </a:p>
        </p:txBody>
      </p:sp>
    </p:spTree>
    <p:extLst>
      <p:ext uri="{BB962C8B-B14F-4D97-AF65-F5344CB8AC3E}">
        <p14:creationId xmlns:p14="http://schemas.microsoft.com/office/powerpoint/2010/main" val="1490410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2E87D-4088-B86A-DEE9-C936CA444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6B377A7-9CD0-2674-E30F-77D8B7C11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進前打勝仗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同主快樂一直到永遠</a:t>
            </a:r>
          </a:p>
        </p:txBody>
      </p:sp>
    </p:spTree>
    <p:extLst>
      <p:ext uri="{BB962C8B-B14F-4D97-AF65-F5344CB8AC3E}">
        <p14:creationId xmlns:p14="http://schemas.microsoft.com/office/powerpoint/2010/main" val="2555921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8B63E-0F63-78E5-1E22-2595F48DF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D922797-EE21-682C-B768-724CEDD8F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主權能足靠投主必為我報仇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因主應許“我永不離開你”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694C2F-9BAF-521D-97A7-33BEACD20FAC}"/>
              </a:ext>
            </a:extLst>
          </p:cNvPr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</a:rPr>
              <a:t>( 3 / 3 )</a:t>
            </a:r>
            <a:endParaRPr lang="vi-VN" sz="3200" b="1" dirty="0">
              <a:solidFill>
                <a:srgbClr val="6600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77787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B08FD-BD37-05C3-C007-DC6957E3C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30D0365-2888-6175-685C-072E77CEB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主要賜予大能力  魔軍消散且敗逃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從此安然無慮靠主得勝有餘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9AB10-7043-E336-F08F-9C247151E66D}"/>
              </a:ext>
            </a:extLst>
          </p:cNvPr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</a:rPr>
              <a:t>( 3 / 3 )</a:t>
            </a:r>
            <a:endParaRPr lang="vi-VN" sz="3200" b="1" dirty="0">
              <a:solidFill>
                <a:srgbClr val="6600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9641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160C1-5853-18BA-CD87-B4372C05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2C60F7D-5E32-9455-3AFB-C1AEDA04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在耶穌裏得勝 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只要在耶穌裏纔得勝</a:t>
            </a:r>
          </a:p>
        </p:txBody>
      </p:sp>
    </p:spTree>
    <p:extLst>
      <p:ext uri="{BB962C8B-B14F-4D97-AF65-F5344CB8AC3E}">
        <p14:creationId xmlns:p14="http://schemas.microsoft.com/office/powerpoint/2010/main" val="2058880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E05B9-18D8-0946-42AA-35183D9E4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5143C14-774A-C0B1-A1FA-AE418971F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上陣與敵交戰總不要驚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因主在前領此路最顯明</a:t>
            </a:r>
          </a:p>
        </p:txBody>
      </p:sp>
    </p:spTree>
    <p:extLst>
      <p:ext uri="{BB962C8B-B14F-4D97-AF65-F5344CB8AC3E}">
        <p14:creationId xmlns:p14="http://schemas.microsoft.com/office/powerpoint/2010/main" val="2285625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C7125-ABB8-3797-0E6F-040FC145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501B20B-1CC3-7A96-07FA-206E27868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謹聽呀“我與你居住到永遠”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靠主必不驚打仗風聲 </a:t>
            </a:r>
          </a:p>
        </p:txBody>
      </p:sp>
    </p:spTree>
    <p:extLst>
      <p:ext uri="{BB962C8B-B14F-4D97-AF65-F5344CB8AC3E}">
        <p14:creationId xmlns:p14="http://schemas.microsoft.com/office/powerpoint/2010/main" val="1252033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844FC-F476-CD41-DC1B-BDFB3DE08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E2DE30D-15B9-9B5A-70C8-FB0D9ACD5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進前打勝仗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同主快樂一直到永遠</a:t>
            </a:r>
          </a:p>
        </p:txBody>
      </p:sp>
    </p:spTree>
    <p:extLst>
      <p:ext uri="{BB962C8B-B14F-4D97-AF65-F5344CB8AC3E}">
        <p14:creationId xmlns:p14="http://schemas.microsoft.com/office/powerpoint/2010/main" val="173736595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13</TotalTime>
  <Words>417</Words>
  <Application>Microsoft Office PowerPoint</Application>
  <PresentationFormat>Widescreen</PresentationFormat>
  <Paragraphs>61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微軟正黑體</vt:lpstr>
      <vt:lpstr>微軟正黑體</vt:lpstr>
      <vt:lpstr>Arial</vt:lpstr>
      <vt:lpstr>Calibri</vt:lpstr>
      <vt:lpstr>Theme1</vt:lpstr>
      <vt:lpstr>宣道詩 244 在主裏得勝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Uncle Jo</cp:lastModifiedBy>
  <cp:revision>143</cp:revision>
  <dcterms:created xsi:type="dcterms:W3CDTF">2015-05-17T04:39:00Z</dcterms:created>
  <dcterms:modified xsi:type="dcterms:W3CDTF">2026-09-18T17:23:14Z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