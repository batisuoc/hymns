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7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A4BA2-E9B8-4EFE-9EAE-9EAA4387E320}" type="datetimeFigureOut">
              <a:rPr lang="zh-TW" altLang="en-US" smtClean="0"/>
              <a:pPr/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AB5A3-FA98-49AE-8034-0450F135BD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A4BA2-E9B8-4EFE-9EAE-9EAA4387E320}" type="datetimeFigureOut">
              <a:rPr lang="zh-TW" altLang="en-US" smtClean="0"/>
              <a:pPr/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AB5A3-FA98-49AE-8034-0450F135BD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5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A4BA2-E9B8-4EFE-9EAE-9EAA4387E320}" type="datetimeFigureOut">
              <a:rPr lang="zh-TW" altLang="en-US" smtClean="0"/>
              <a:pPr/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AB5A3-FA98-49AE-8034-0450F135BD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A4BA2-E9B8-4EFE-9EAE-9EAA4387E320}" type="datetimeFigureOut">
              <a:rPr lang="zh-TW" altLang="en-US" smtClean="0"/>
              <a:pPr/>
              <a:t>2024/11/9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AB5A3-FA98-49AE-8034-0450F135BD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401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401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A4BA2-E9B8-4EFE-9EAE-9EAA4387E320}" type="datetimeFigureOut">
              <a:rPr lang="zh-TW" altLang="en-US" smtClean="0"/>
              <a:pPr/>
              <a:t>2024/11/9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AB5A3-FA98-49AE-8034-0450F135BD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A4BA2-E9B8-4EFE-9EAE-9EAA4387E320}" type="datetimeFigureOut">
              <a:rPr lang="zh-TW" altLang="en-US" smtClean="0"/>
              <a:pPr/>
              <a:t>2024/11/9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AB5A3-FA98-49AE-8034-0450F135BD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A4BA2-E9B8-4EFE-9EAE-9EAA4387E320}" type="datetimeFigureOut">
              <a:rPr lang="zh-TW" altLang="en-US" smtClean="0"/>
              <a:pPr/>
              <a:t>2024/11/9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AB5A3-FA98-49AE-8034-0450F135BD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A4BA2-E9B8-4EFE-9EAE-9EAA4387E320}" type="datetimeFigureOut">
              <a:rPr lang="zh-TW" altLang="en-US" smtClean="0"/>
              <a:pPr/>
              <a:t>2024/11/9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AB5A3-FA98-49AE-8034-0450F135BD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A4BA2-E9B8-4EFE-9EAE-9EAA4387E320}" type="datetimeFigureOut">
              <a:rPr lang="zh-TW" altLang="en-US" smtClean="0"/>
              <a:pPr/>
              <a:t>2024/11/9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AB5A3-FA98-49AE-8034-0450F135BD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A4BA2-E9B8-4EFE-9EAE-9EAA4387E320}" type="datetimeFigureOut">
              <a:rPr lang="zh-TW" altLang="en-US" smtClean="0"/>
              <a:pPr/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AB5A3-FA98-49AE-8034-0450F135BD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A4BA2-E9B8-4EFE-9EAE-9EAA4387E320}" type="datetimeFigureOut">
              <a:rPr lang="zh-TW" altLang="en-US" smtClean="0"/>
              <a:pPr/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AB5A3-FA98-49AE-8034-0450F135BD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40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A4BA2-E9B8-4EFE-9EAE-9EAA4387E320}" type="datetimeFigureOut">
              <a:rPr lang="zh-TW" altLang="en-US" smtClean="0"/>
              <a:pPr/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40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40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AB5A3-FA98-49AE-8034-0450F135BD7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108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頌讚主名</a:t>
            </a:r>
          </a:p>
        </p:txBody>
      </p:sp>
    </p:spTree>
    <p:extLst>
      <p:ext uri="{BB962C8B-B14F-4D97-AF65-F5344CB8AC3E}">
        <p14:creationId xmlns:p14="http://schemas.microsoft.com/office/powerpoint/2010/main" val="2948743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頌讚榮耀都歸主宰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至尊全能真神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24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( 1 / 4 )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5222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祂愛世人差獨生子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為人受死捨身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24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( 1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67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頌讚主聖名  頌讚主聖名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頌讚榮耀歸主聖名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15724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( 2</a:t>
            </a:r>
            <a:r>
              <a:rPr lang="zh-CN" altLang="en-US" sz="4800" b="1" dirty="0">
                <a:solidFill>
                  <a:srgbClr val="000066"/>
                </a:solidFill>
                <a:effectLst/>
              </a:rPr>
              <a:t>次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49072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主名超乎萬名之名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至高至尊至聖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24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( 2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601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今坐上帝寶座右邊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天使崇拜奉敬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24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( 2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057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頌讚主聖名  頌讚主聖名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頌讚榮耀歸主聖名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15724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( 2</a:t>
            </a:r>
            <a:r>
              <a:rPr lang="zh-CN" altLang="en-US" sz="4800" b="1" dirty="0">
                <a:solidFill>
                  <a:srgbClr val="000066"/>
                </a:solidFill>
                <a:effectLst/>
              </a:rPr>
              <a:t>次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92621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罪人良友乃救贖主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因憐罪人來世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24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( 3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581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神奇妙愛預備救恩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差主為萬人死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24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( 3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739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頌讚主聖名  頌讚主聖名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頌讚榮耀歸主聖名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15724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( 2</a:t>
            </a:r>
            <a:r>
              <a:rPr lang="zh-CN" altLang="en-US" sz="4800" b="1" dirty="0">
                <a:solidFill>
                  <a:srgbClr val="000066"/>
                </a:solidFill>
                <a:effectLst/>
              </a:rPr>
              <a:t>次</a:t>
            </a:r>
            <a:r>
              <a:rPr lang="en-US" sz="4800" b="1" dirty="0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64960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祂名稱為奇妙策士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和平全能之君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24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( 4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160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萬王還須俯伏崇拜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掌權無窮無盡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24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</a:rPr>
              <a:t>( 4 / 4 )</a:t>
            </a:r>
            <a:endParaRPr lang="vi-VN" sz="4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35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頌讚主聖名  頌讚主聖名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頌讚榮耀歸主聖名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15724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0066"/>
                </a:solidFill>
                <a:effectLst/>
              </a:rPr>
              <a:t>( 2</a:t>
            </a:r>
            <a:r>
              <a:rPr lang="zh-CN" altLang="en-US" sz="4800" b="1" dirty="0">
                <a:solidFill>
                  <a:srgbClr val="000066"/>
                </a:solidFill>
                <a:effectLst/>
              </a:rPr>
              <a:t>次</a:t>
            </a:r>
            <a:r>
              <a:rPr lang="en-US" sz="4800" b="1">
                <a:solidFill>
                  <a:srgbClr val="000066"/>
                </a:solidFill>
                <a:effectLst/>
              </a:rPr>
              <a:t> )</a:t>
            </a:r>
            <a:endParaRPr lang="vi-VN" sz="48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78338163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70</TotalTime>
  <Words>249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微軟正黑體</vt:lpstr>
      <vt:lpstr>Arial</vt:lpstr>
      <vt:lpstr>Calibri</vt:lpstr>
      <vt:lpstr>佈景主題1</vt:lpstr>
      <vt:lpstr>宣道詩 108 頌讚主名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頌讚主名</dc:title>
  <dc:creator>大唐</dc:creator>
  <cp:lastModifiedBy>Joe Cheng</cp:lastModifiedBy>
  <cp:revision>12</cp:revision>
  <dcterms:created xsi:type="dcterms:W3CDTF">2017-02-25T08:13:42Z</dcterms:created>
  <dcterms:modified xsi:type="dcterms:W3CDTF">2024-11-09T03:07:31Z</dcterms:modified>
</cp:coreProperties>
</file>