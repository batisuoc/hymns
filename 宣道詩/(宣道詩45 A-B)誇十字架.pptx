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391" r:id="rId2"/>
    <p:sldId id="412" r:id="rId3"/>
    <p:sldId id="509" r:id="rId4"/>
    <p:sldId id="510" r:id="rId5"/>
    <p:sldId id="511" r:id="rId6"/>
    <p:sldId id="512" r:id="rId7"/>
    <p:sldId id="513" r:id="rId8"/>
    <p:sldId id="514" r:id="rId9"/>
    <p:sldId id="515" r:id="rId10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8" y="1008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24702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3846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98194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3424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72647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01130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576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4714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37539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77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7306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3233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45A-B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誇十字架</a:t>
            </a:r>
            <a:endParaRPr lang="zh-TW" altLang="en-US" sz="8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我每仰望十字寶架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榮耀救主在上捨身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( 1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從前所有世上榮華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今願為主一齊丟盡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( 1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125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求主禁我別有誇耀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但跨我主在十字架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( 2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207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世間所有虛空福祉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為主寶血情願丟下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( 2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019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請看主頭主手主足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憂愁慈愛和血同流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( 3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56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這樣大愛自古未有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荊棘反成榮耀冕旒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( 3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431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假若萬物都歸我手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盡獻與主何足報恩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( 4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101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主愛如此長闊高深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我難報答只獻全身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( 4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37275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</TotalTime>
  <Words>177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宣道詩 45A-B 誇十字架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batisuoc</cp:lastModifiedBy>
  <cp:revision>138</cp:revision>
  <dcterms:created xsi:type="dcterms:W3CDTF">2015-05-17T04:39:00Z</dcterms:created>
  <dcterms:modified xsi:type="dcterms:W3CDTF">2024-04-06T11:03:19Z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