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393" r:id="rId2"/>
    <p:sldId id="412" r:id="rId3"/>
    <p:sldId id="1606" r:id="rId4"/>
    <p:sldId id="1607" r:id="rId5"/>
    <p:sldId id="1608" r:id="rId6"/>
    <p:sldId id="1609" r:id="rId7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1026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81336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75767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7166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154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5858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953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2541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87671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3816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334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3148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5764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234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教會復興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願主教會復興  望救主顯鴻恩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求主顯現能力權柄  使各位聽主聲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j-lt"/>
              </a:rPr>
              <a:t>( 1 / 5 )</a:t>
            </a:r>
            <a:endParaRPr lang="vi-VN" sz="3600" b="1" dirty="0">
              <a:solidFill>
                <a:srgbClr val="660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1896-B038-962A-1D17-25E545FA7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5565DD8-857B-F237-97B2-1E36AE056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願主教會復興  大家同讚主名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懇求聖靈顯彰大能  一同變為新人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FEFA2-322B-CADF-1FBE-DDC30FE6F43E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j-lt"/>
              </a:rPr>
              <a:t>( 2 / 5 )</a:t>
            </a:r>
            <a:endParaRPr lang="vi-VN" sz="3600" b="1" dirty="0">
              <a:solidFill>
                <a:srgbClr val="660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108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E8474-4B80-5D8F-8CAD-2373E4E1D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D6B170F-DBD0-666C-2192-AAB1FAB3C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願主教會復興  頌揚救主聖名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望主慈愛感動各人  激發愛主熱心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5BA11-B53D-17D0-8AB0-49E0F965F7B9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j-lt"/>
              </a:rPr>
              <a:t>( 3 / 5 )</a:t>
            </a:r>
            <a:endParaRPr lang="vi-VN" sz="3600" b="1" dirty="0">
              <a:solidFill>
                <a:srgbClr val="660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5978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0541E-B41A-7ECC-B808-B6691632C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7F39721-C117-93FA-1E26-BE6434DB7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願主教會復興  靈糧賜給各人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將主言語永存在心  靠主得新生命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3797A-6F24-50DC-5B63-CBB0CD6B1812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j-lt"/>
              </a:rPr>
              <a:t>( 4 / 5 )</a:t>
            </a:r>
            <a:endParaRPr lang="vi-VN" sz="3600" b="1" dirty="0">
              <a:solidFill>
                <a:srgbClr val="660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6984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604BF-BDD4-6388-2475-4965DC6F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194C654-D210-A669-7DDE-9179E6B3B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願主教會復興  聖靈感化人心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惡魔失敗聖徒得勝  榮耀歸主聖名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BD9B5-2DED-182F-3CD0-EFCF4A2C7A25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j-lt"/>
              </a:rPr>
              <a:t>( 5 / 5 )</a:t>
            </a:r>
            <a:endParaRPr lang="vi-VN" sz="3600" b="1" dirty="0">
              <a:solidFill>
                <a:srgbClr val="6600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091164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</TotalTime>
  <Words>164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Theme1</vt:lpstr>
      <vt:lpstr>宣道詩 234 教會復興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139</cp:revision>
  <dcterms:created xsi:type="dcterms:W3CDTF">2015-05-17T04:39:00Z</dcterms:created>
  <dcterms:modified xsi:type="dcterms:W3CDTF">2025-07-05T14:54:59Z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