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96" r:id="rId2"/>
    <p:sldId id="412" r:id="rId3"/>
    <p:sldId id="597" r:id="rId4"/>
    <p:sldId id="598" r:id="rId5"/>
    <p:sldId id="599" r:id="rId6"/>
    <p:sldId id="600" r:id="rId7"/>
    <p:sldId id="601" r:id="rId8"/>
    <p:sldId id="602" r:id="rId9"/>
    <p:sldId id="603" r:id="rId10"/>
    <p:sldId id="604" r:id="rId11"/>
    <p:sldId id="605" r:id="rId12"/>
    <p:sldId id="606" r:id="rId13"/>
    <p:sldId id="607" r:id="rId14"/>
    <p:sldId id="608" r:id="rId15"/>
    <p:sldId id="609" r:id="rId16"/>
    <p:sldId id="610" r:id="rId17"/>
    <p:sldId id="611" r:id="rId18"/>
    <p:sldId id="612" r:id="rId19"/>
    <p:sldId id="613" r:id="rId2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515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920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490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684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636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4874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041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317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039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8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534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16B52-FA7A-4E3C-A76E-4F45B92C2877}" type="datetimeFigureOut">
              <a:rPr lang="vi-VN" smtClean="0"/>
              <a:t>18/01/2025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7D705-C028-4CBA-9211-62A214007C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8569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穩當的根基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主耶穌眾門徒  有穩當根基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即真神的言語  在聖書所記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8E27C-E40E-7DA0-76B9-971B9593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55A395C-9CA2-F08A-0763-094DCDFB4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你既然到主前  要躲避罪惡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所盼望的福氣  實在是穩妥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B1AED-CB4C-8BF3-C4A0-B95EAB0C4FDB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6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BE23-63CD-F180-D019-53835EAF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E15BA6F-54B1-7E10-D7D6-89A9567C6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所盼望的福氣  實在是穩妥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8EF44-1500-8907-DBE5-137E1226478C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4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B6B4-431B-3E70-1CE8-C32134F2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72FA5E2-8219-686E-1D16-CC66ED65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須聽主今說道  你不要懼怕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我永遠護庇你  在翅膀之下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FD1DB-4DD0-71BE-BF38-84C7BDDD7FDA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98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BC14-ECC1-7CF2-E0E9-7C288431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0C53093-A0A8-CF22-7C75-38C6817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總賜你有力量  能站立得住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我全能的右手  要將你扶助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C348B-DBAF-37C3-B2B9-85FF4A5D3B94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62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99DA-F2A5-7279-A1D2-3D83FFAB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F1FF3B-6736-151C-7E65-9D1E2D3CC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我全能的右手  要將你扶助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B0D2B-392C-33C1-C896-D9545CE1406A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33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D8406-D042-0D40-5C69-A426FDD4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78D01BD-E1A8-83B6-4100-C0C5A6D22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雖遇見諸患難  如經歷水中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那波浪雖翻騰  不能把你沖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FE77B-E540-5648-BB03-C8CBADDF7FF5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57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4217E-DB53-B957-B61D-145D8F3D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29B2E3-1540-42C4-85CC-10B9CEAC4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我時常必保佑  叫苦變成甘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終叫你成聖潔  而永得平安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E704A-E032-D96D-0970-5C2784456135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13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759B3-1114-C85F-0508-88EE1636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9AC8FF-13AF-DA63-324A-F675D6116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終叫你成聖潔  而永得平安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DAFFE-D269-923C-43A4-DC1D88C5AEDC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036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2F122-1229-7156-3C93-69AFFD97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5EED77-DDE6-7621-9A41-980389F10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你雖受大試煉  由火裏經行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我恩典無限量  火焰不能侵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BAE1F-E7BF-DD26-CC9F-C4D663868FB1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50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68A9-0C91-517E-CD42-5BC0CCAB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9F0E73-BD3B-6F68-F513-6B75B300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你所受的苦楚  是救主好意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像金銀被熬煉  使你成利器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33472-D3E8-4E81-8FC9-6165919DC550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39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1774-5FC0-F83E-839F-1396C8C8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E5F5F5-E8FF-7C07-A320-C09EBDD6C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像金銀被熬煉  使你成利器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98B9-3DFB-88B8-BA29-AB092C70BF02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6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18AE-65E7-7ECA-F5A5-1F4A6EDB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E5A1E23-4DCE-FD42-F270-0B704ACBA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自幼時到年老  我保護甚密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該知道我愛你  是永遠不息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9CFD8-35CB-74F0-0F7B-B4E75EDA9051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( 5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050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16CA-3C21-C05E-2A20-4445C4D50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77DAA0-7C9B-5613-BD11-BA2C275F9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直到頭髮白了  你力量衰弱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我仍然疼愛你  在懷裏抱着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CE730-676E-05AD-C91B-F23E6ECEE132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( 5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35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76B6-3DD7-D966-C59C-F8796B4D6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5432787-377E-A4AC-3BC9-1957C9747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我仍然疼愛你  在懷裏抱着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E91D0-5EF1-A27C-70CB-8532DDB937DC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( 5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96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8FFF-0575-90E9-B980-236636BB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A6EAD0-021F-9B15-CB9B-5544E439E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凡倚靠主耶穌  望靈魂得救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主萬不肯丟他  在仇敵惡手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E42FE-FBE7-4DEE-306B-DBA31ADAD8F2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( 6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88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DD1C-8878-E1E4-B9E6-DA93BDCF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203629-300A-BC71-00DD-D869BE8A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雖四面有邪惡  用計謀來攻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主永遠不離他  到世世無窮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1F996-CFF2-2BA9-9BCC-4A7D81BB29E7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( 6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58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DD7A7-F9EC-2675-0419-F7704081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EE4FD8F-0584-D629-480E-EF17B0080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主永遠不離他  到世世無窮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AF2A6-CD3E-C2FE-AA3B-0C6A525D0C95}"/>
              </a:ext>
            </a:extLst>
          </p:cNvPr>
          <p:cNvSpPr txBox="1"/>
          <p:nvPr/>
        </p:nvSpPr>
        <p:spPr>
          <a:xfrm>
            <a:off x="0" y="51562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( 6 / 6 )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8513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37</TotalTime>
  <Words>430</Words>
  <Application>Microsoft Office PowerPoint</Application>
  <PresentationFormat>Widescreen</PresentationFormat>
  <Paragraphs>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微軟正黑體</vt:lpstr>
      <vt:lpstr>微軟正黑體</vt:lpstr>
      <vt:lpstr>Arial</vt:lpstr>
      <vt:lpstr>Calibri</vt:lpstr>
      <vt:lpstr>Theme1</vt:lpstr>
      <vt:lpstr>宣道詩 5 穩當的根基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穩當的根基</dc:title>
  <dc:creator>Windows User</dc:creator>
  <cp:lastModifiedBy>batisuoc</cp:lastModifiedBy>
  <cp:revision>13</cp:revision>
  <dcterms:created xsi:type="dcterms:W3CDTF">2020-08-25T18:08:54Z</dcterms:created>
  <dcterms:modified xsi:type="dcterms:W3CDTF">2025-01-18T14:24:56Z</dcterms:modified>
</cp:coreProperties>
</file>