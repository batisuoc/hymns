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478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70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59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087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02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953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34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646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37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118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80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E15FC-DDF2-429B-908E-6885A609743F}" type="datetimeFigureOut">
              <a:rPr lang="zh-TW" altLang="en-US" smtClean="0"/>
              <a:pPr/>
              <a:t>2026/5/30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7A48F-94E5-430C-9221-7980565742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90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65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救主引導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救世主凡事引導我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我何需別有所求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EB31-E4A3-C9CF-5268-298625E3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9FFD304-7C40-43CD-77CD-9DD378DFB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就主恩我何用心多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奇妙恩一生拯救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F31F83-E208-59FB-9E7C-30B81C99ED25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71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7686-73D8-416C-15D9-65D51686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FCFDB6-F216-EC6E-FDCC-A896D8E8E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慈悲主賜天上安慰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今因信可同主住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1CD34-6D1E-695A-90B4-A30C07426577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47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55C7-3035-4C9B-C70C-8AC04F37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EF106F1-90C1-E593-E398-A332B9515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我深知無論遇何事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萬事主必善調處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714D0-11F3-88AF-E5BB-CD17833530E7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3 )(</a:t>
            </a:r>
            <a:r>
              <a:rPr lang="zh-CN" altLang="en-US" sz="4000" b="1" dirty="0">
                <a:solidFill>
                  <a:srgbClr val="660033"/>
                </a:solidFill>
              </a:rPr>
              <a:t>２次</a:t>
            </a:r>
            <a:r>
              <a:rPr lang="en-US" altLang="zh-CN" sz="4000" b="1" dirty="0">
                <a:solidFill>
                  <a:srgbClr val="660033"/>
                </a:solidFill>
              </a:rPr>
              <a:t>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22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349AD-FCB6-E8E4-6858-93C352D5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8230288-ACB4-5693-3C4D-4C7847C8E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救世主凡事引導我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崎嶇路安心同去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65FC5-15BF-D5C8-FB11-D4090B9380AD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427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EE800-0383-5F82-6E67-D9C9FDBF5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B837E49-1661-11AE-46F5-766C2E92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患難時主施恩相助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賜活餅供我靈需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10B36-81D6-35C4-92E0-DED0836582DF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39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F24B-65AA-E3B9-022F-81C9B344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4BB9367-A32E-60CF-63F5-CF95AABC8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困倦時步履雖無力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我靈魂飢渴難當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1660D-A954-0F25-C973-C1F82024E041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1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B72B-1D43-795D-0B0D-2B733CD3F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A77852C-51F4-33B0-7CDB-BE3AA52BB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主靈磐活泉流不息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快樂足解我憂傷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34456-30B1-56AB-FE89-03284E99BF59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3 )(</a:t>
            </a:r>
            <a:r>
              <a:rPr lang="zh-CN" altLang="en-US" sz="4000" b="1" dirty="0">
                <a:solidFill>
                  <a:srgbClr val="660033"/>
                </a:solidFill>
              </a:rPr>
              <a:t>２次</a:t>
            </a:r>
            <a:r>
              <a:rPr lang="en-US" altLang="zh-CN" sz="4000" b="1" dirty="0">
                <a:solidFill>
                  <a:srgbClr val="660033"/>
                </a:solidFill>
              </a:rPr>
              <a:t>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758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0C4B-CFDC-A027-D8BB-7C34FE30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70FBDF2-A895-90F2-36DE-69DDDDF05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救世主凡事引導我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主向我何等慈愛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584EFC-5E36-4F1F-4787-E738CEE5D516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125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56619-49E3-D934-607A-9A6F484A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065894B-CABB-884D-30BD-8EEE28340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所應許俱是安樂多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在天堂我父家內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7AEA0-3DCD-6CAC-B951-0EE7ECD202C3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744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5153-6D51-29C3-F3A2-5E0CADEF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9005C78-0BFC-3E24-069A-B05958BF1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我靈魂得進永生時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如雙翼飛進神座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AD7D0-3645-7844-B067-AA81519DC85F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60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572D-2E54-A396-E21B-8C41ECDF5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83FC454-545E-146C-CBDC-3DC122743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千萬年我仍誦新詩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耶穌凡事引導我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8EB8-AEF8-2E09-87EC-5DD3E77738CB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( 3 / 3 )(</a:t>
            </a:r>
            <a:r>
              <a:rPr lang="zh-CN" altLang="en-US" sz="4000" b="1" dirty="0">
                <a:solidFill>
                  <a:srgbClr val="660033"/>
                </a:solidFill>
              </a:rPr>
              <a:t>２次</a:t>
            </a:r>
            <a:r>
              <a:rPr lang="en-US" altLang="zh-CN" sz="4000" b="1" dirty="0">
                <a:solidFill>
                  <a:srgbClr val="660033"/>
                </a:solidFill>
              </a:rPr>
              <a:t>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82121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258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宣道詩 65 救主引導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救主引導</dc:title>
  <dc:creator>大唐</dc:creator>
  <cp:lastModifiedBy>Uncle Jo</cp:lastModifiedBy>
  <cp:revision>8</cp:revision>
  <dcterms:created xsi:type="dcterms:W3CDTF">2015-01-10T08:32:13Z</dcterms:created>
  <dcterms:modified xsi:type="dcterms:W3CDTF">2026-05-30T14:14:56Z</dcterms:modified>
</cp:coreProperties>
</file>