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1608" r:id="rId2"/>
    <p:sldId id="1609" r:id="rId3"/>
    <p:sldId id="1610" r:id="rId4"/>
    <p:sldId id="1611" r:id="rId5"/>
    <p:sldId id="1612" r:id="rId6"/>
    <p:sldId id="1613" r:id="rId7"/>
    <p:sldId id="1614" r:id="rId8"/>
    <p:sldId id="1615" r:id="rId9"/>
    <p:sldId id="1616" r:id="rId10"/>
    <p:sldId id="1617" r:id="rId11"/>
    <p:sldId id="1618" r:id="rId12"/>
    <p:sldId id="1619" r:id="rId13"/>
    <p:sldId id="1620" r:id="rId14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72" y="150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85969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85136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2721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936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449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539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6100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09951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58441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4935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4520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465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129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日日祈求</a:t>
            </a:r>
            <a:endParaRPr lang="zh-TW" altLang="en-US" sz="8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4506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救主比生命更貴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我今專心親近親近你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49525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+mj-lt"/>
              </a:rPr>
              <a:t>( 1 / 3 )</a:t>
            </a:r>
            <a:endParaRPr lang="vi-VN" sz="3600" b="1" dirty="0">
              <a:solidFill>
                <a:srgbClr val="000066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636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用你寶血洗潔我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致我常能親近主到底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157193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TW"/>
            </a:defPPr>
            <a:lvl1pPr algn="ctr">
              <a:defRPr sz="3600" b="1">
                <a:solidFill>
                  <a:srgbClr val="000066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( 1 / 3 )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49582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日日望  時時求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望主血潔净保守</a:t>
            </a:r>
          </a:p>
        </p:txBody>
      </p:sp>
    </p:spTree>
    <p:extLst>
      <p:ext uri="{BB962C8B-B14F-4D97-AF65-F5344CB8AC3E}">
        <p14:creationId xmlns:p14="http://schemas.microsoft.com/office/powerpoint/2010/main" val="2771992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慈悲主求你看顧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領我時時跟隨主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脚</a:t>
            </a: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步</a:t>
            </a:r>
          </a:p>
        </p:txBody>
      </p:sp>
    </p:spTree>
    <p:extLst>
      <p:ext uri="{BB962C8B-B14F-4D97-AF65-F5344CB8AC3E}">
        <p14:creationId xmlns:p14="http://schemas.microsoft.com/office/powerpoint/2010/main" val="4163127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經過此黑暗世界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溫柔耶穌領我行天路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157193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TW"/>
            </a:defPPr>
            <a:lvl1pPr algn="ctr">
              <a:defRPr sz="3600" b="1">
                <a:solidFill>
                  <a:srgbClr val="000066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( 2 / 3 )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138027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賴主必不入歧途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領我跟主永不行錯路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157193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TW"/>
            </a:defPPr>
            <a:lvl1pPr algn="ctr">
              <a:defRPr sz="3600" b="1">
                <a:solidFill>
                  <a:srgbClr val="000066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( 2 / 3 )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548209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日日望  時時求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望主血潔净保守</a:t>
            </a:r>
          </a:p>
        </p:txBody>
      </p:sp>
    </p:spTree>
    <p:extLst>
      <p:ext uri="{BB962C8B-B14F-4D97-AF65-F5344CB8AC3E}">
        <p14:creationId xmlns:p14="http://schemas.microsoft.com/office/powerpoint/2010/main" val="2717717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慈悲主求你看顧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領我時時跟隨主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脚</a:t>
            </a: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步</a:t>
            </a:r>
          </a:p>
        </p:txBody>
      </p:sp>
    </p:spTree>
    <p:extLst>
      <p:ext uri="{BB962C8B-B14F-4D97-AF65-F5344CB8AC3E}">
        <p14:creationId xmlns:p14="http://schemas.microsoft.com/office/powerpoint/2010/main" val="97579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使我愛救主更深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至我瞬息生命過此世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157193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TW"/>
            </a:defPPr>
            <a:lvl1pPr algn="ctr">
              <a:defRPr sz="3600" b="1">
                <a:solidFill>
                  <a:srgbClr val="000066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( 3 / 3 )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968107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主愛裏我靈安息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昇到榮光明宮安然時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157193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TW"/>
            </a:defPPr>
            <a:lvl1pPr algn="ctr">
              <a:defRPr sz="3600" b="1">
                <a:solidFill>
                  <a:srgbClr val="000066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( 3 / 3 )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355641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日日望  時時求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望主血潔净保守</a:t>
            </a:r>
          </a:p>
        </p:txBody>
      </p:sp>
    </p:spTree>
    <p:extLst>
      <p:ext uri="{BB962C8B-B14F-4D97-AF65-F5344CB8AC3E}">
        <p14:creationId xmlns:p14="http://schemas.microsoft.com/office/powerpoint/2010/main" val="3788740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慈悲主求你看顧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領我時時跟隨主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脚</a:t>
            </a:r>
            <a:r>
              <a:rPr lang="zh-C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步</a:t>
            </a:r>
          </a:p>
        </p:txBody>
      </p:sp>
    </p:spTree>
    <p:extLst>
      <p:ext uri="{BB962C8B-B14F-4D97-AF65-F5344CB8AC3E}">
        <p14:creationId xmlns:p14="http://schemas.microsoft.com/office/powerpoint/2010/main" val="225294935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15</TotalTime>
  <Words>222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微軟正黑體</vt:lpstr>
      <vt:lpstr>微軟正黑體</vt:lpstr>
      <vt:lpstr>Arial</vt:lpstr>
      <vt:lpstr>Calibri</vt:lpstr>
      <vt:lpstr>Theme1</vt:lpstr>
      <vt:lpstr>宣道詩 129 日日祈求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Uncle Jo</cp:lastModifiedBy>
  <cp:revision>141</cp:revision>
  <dcterms:created xsi:type="dcterms:W3CDTF">2015-05-17T04:39:00Z</dcterms:created>
  <dcterms:modified xsi:type="dcterms:W3CDTF">2026-10-09T16:19:20Z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