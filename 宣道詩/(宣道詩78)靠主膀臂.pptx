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66" y="54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20966-6A56-4249-B391-8884E221D02A}" type="datetimeFigureOut">
              <a:rPr lang="zh-TW" altLang="en-US" smtClean="0"/>
              <a:t>2024/6/15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C42E9-6FCB-4A98-A970-6474FA0E67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9733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20966-6A56-4249-B391-8884E221D02A}" type="datetimeFigureOut">
              <a:rPr lang="zh-TW" altLang="en-US" smtClean="0"/>
              <a:t>2024/6/15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C42E9-6FCB-4A98-A970-6474FA0E67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4225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20966-6A56-4249-B391-8884E221D02A}" type="datetimeFigureOut">
              <a:rPr lang="zh-TW" altLang="en-US" smtClean="0"/>
              <a:t>2024/6/15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C42E9-6FCB-4A98-A970-6474FA0E67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4605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20966-6A56-4249-B391-8884E221D02A}" type="datetimeFigureOut">
              <a:rPr lang="zh-TW" altLang="en-US" smtClean="0"/>
              <a:t>2024/6/15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C42E9-6FCB-4A98-A970-6474FA0E67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9277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20966-6A56-4249-B391-8884E221D02A}" type="datetimeFigureOut">
              <a:rPr lang="zh-TW" altLang="en-US" smtClean="0"/>
              <a:t>2024/6/15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C42E9-6FCB-4A98-A970-6474FA0E67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1882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20966-6A56-4249-B391-8884E221D02A}" type="datetimeFigureOut">
              <a:rPr lang="zh-TW" altLang="en-US" smtClean="0"/>
              <a:t>2024/6/15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C42E9-6FCB-4A98-A970-6474FA0E67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10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20966-6A56-4249-B391-8884E221D02A}" type="datetimeFigureOut">
              <a:rPr lang="zh-TW" altLang="en-US" smtClean="0"/>
              <a:t>2024/6/15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C42E9-6FCB-4A98-A970-6474FA0E67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3247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20966-6A56-4249-B391-8884E221D02A}" type="datetimeFigureOut">
              <a:rPr lang="zh-TW" altLang="en-US" smtClean="0"/>
              <a:t>2024/6/15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C42E9-6FCB-4A98-A970-6474FA0E67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9238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20966-6A56-4249-B391-8884E221D02A}" type="datetimeFigureOut">
              <a:rPr lang="zh-TW" altLang="en-US" smtClean="0"/>
              <a:t>2024/6/15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C42E9-6FCB-4A98-A970-6474FA0E67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044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20966-6A56-4249-B391-8884E221D02A}" type="datetimeFigureOut">
              <a:rPr lang="zh-TW" altLang="en-US" smtClean="0"/>
              <a:t>2024/6/15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C42E9-6FCB-4A98-A970-6474FA0E67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3783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20966-6A56-4249-B391-8884E221D02A}" type="datetimeFigureOut">
              <a:rPr lang="zh-TW" altLang="en-US" smtClean="0"/>
              <a:t>2024/6/15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C42E9-6FCB-4A98-A970-6474FA0E67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6715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20966-6A56-4249-B391-8884E221D02A}" type="datetimeFigureOut">
              <a:rPr lang="zh-TW" altLang="en-US" smtClean="0"/>
              <a:t>2024/6/15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CC42E9-6FCB-4A98-A970-6474FA0E67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1089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857513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宣道詩 </a:t>
            </a:r>
            <a:r>
              <a:rPr lang="en-US" altLang="zh-CN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78</a:t>
            </a:r>
            <a:b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CN" altLang="en-US" sz="80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靠主膀臂</a:t>
            </a:r>
            <a:endParaRPr lang="zh-TW" altLang="en-US" sz="8000" b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19103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我與主相交  心裡滿喜歡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倚靠主耶穌永遠膀臂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30120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  <a:effectLst/>
              </a:rPr>
              <a:t>( 1 / 3 )</a:t>
            </a:r>
            <a:endParaRPr lang="vi-VN" sz="4000" b="1" dirty="0">
              <a:solidFill>
                <a:srgbClr val="6600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83423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何等大福澤  何等大平安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倚靠主耶穌永遠膀臂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30120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  <a:effectLst/>
              </a:rPr>
              <a:t>( 1 / 3 )</a:t>
            </a:r>
            <a:endParaRPr lang="vi-VN" sz="4000" b="1" dirty="0">
              <a:solidFill>
                <a:srgbClr val="6600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45280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倚靠  倚靠  堅固保守危險無慮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倚靠  倚靠  倚靠主耶穌永遠膀臂</a:t>
            </a:r>
          </a:p>
        </p:txBody>
      </p:sp>
    </p:spTree>
    <p:extLst>
      <p:ext uri="{BB962C8B-B14F-4D97-AF65-F5344CB8AC3E}">
        <p14:creationId xmlns:p14="http://schemas.microsoft.com/office/powerpoint/2010/main" val="2056648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滿心大喜歡  行此旅客路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倚靠主耶穌永遠膀臂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30120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  <a:effectLst/>
              </a:rPr>
              <a:t>( 2 / 3 )</a:t>
            </a:r>
            <a:endParaRPr lang="vi-VN" sz="4000" b="1" dirty="0">
              <a:solidFill>
                <a:srgbClr val="6600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84433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每日見大光  照耀我前途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倚靠主耶穌永遠膀臂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30120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  <a:effectLst/>
              </a:rPr>
              <a:t>( 2 / 3 )</a:t>
            </a:r>
            <a:endParaRPr lang="vi-VN" sz="4000" b="1" dirty="0">
              <a:solidFill>
                <a:srgbClr val="6600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60597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倚靠  倚靠  堅固保守危險無慮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倚靠  倚靠  倚靠主耶穌永遠膀臂</a:t>
            </a:r>
          </a:p>
        </p:txBody>
      </p:sp>
    </p:spTree>
    <p:extLst>
      <p:ext uri="{BB962C8B-B14F-4D97-AF65-F5344CB8AC3E}">
        <p14:creationId xmlns:p14="http://schemas.microsoft.com/office/powerpoint/2010/main" val="2734049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我不用驚怕  我不用心慌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倚靠主耶穌永遠膀臂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30120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  <a:effectLst/>
              </a:rPr>
              <a:t>( 3 / 3 )</a:t>
            </a:r>
            <a:endParaRPr lang="vi-VN" sz="4000" b="1" dirty="0">
              <a:solidFill>
                <a:srgbClr val="6600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19551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我有大福澤  主在我身旁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倚靠主耶穌永遠膀臂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30120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  <a:effectLst/>
              </a:rPr>
              <a:t>( 3 / 3 )</a:t>
            </a:r>
            <a:endParaRPr lang="vi-VN" sz="4000" b="1" dirty="0">
              <a:solidFill>
                <a:srgbClr val="6600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37777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倚靠  倚靠  堅固保守危險無慮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倚靠  倚靠  倚靠主耶穌永遠膀臂</a:t>
            </a:r>
          </a:p>
        </p:txBody>
      </p:sp>
    </p:spTree>
    <p:extLst>
      <p:ext uri="{BB962C8B-B14F-4D97-AF65-F5344CB8AC3E}">
        <p14:creationId xmlns:p14="http://schemas.microsoft.com/office/powerpoint/2010/main" val="4217462117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8</TotalTime>
  <Words>228</Words>
  <Application>Microsoft Office PowerPoint</Application>
  <PresentationFormat>Widescreen</PresentationFormat>
  <Paragraphs>25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微軟正黑體</vt:lpstr>
      <vt:lpstr>Arial</vt:lpstr>
      <vt:lpstr>Calibri</vt:lpstr>
      <vt:lpstr>Theme1</vt:lpstr>
      <vt:lpstr>宣道詩 78 靠主膀臂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靠主膀臂</dc:title>
  <dc:creator>大唐</dc:creator>
  <cp:lastModifiedBy>batisuoc</cp:lastModifiedBy>
  <cp:revision>4</cp:revision>
  <dcterms:created xsi:type="dcterms:W3CDTF">2015-05-02T04:44:22Z</dcterms:created>
  <dcterms:modified xsi:type="dcterms:W3CDTF">2024-06-15T10:07:39Z</dcterms:modified>
</cp:coreProperties>
</file>