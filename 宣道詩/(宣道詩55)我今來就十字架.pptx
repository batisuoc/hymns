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16" r:id="rId2"/>
    <p:sldId id="517" r:id="rId3"/>
    <p:sldId id="518" r:id="rId4"/>
    <p:sldId id="519" r:id="rId5"/>
    <p:sldId id="520" r:id="rId6"/>
    <p:sldId id="521" r:id="rId7"/>
    <p:sldId id="522" r:id="rId8"/>
    <p:sldId id="527" r:id="rId9"/>
    <p:sldId id="528" r:id="rId10"/>
    <p:sldId id="523" r:id="rId11"/>
    <p:sldId id="524" r:id="rId12"/>
    <p:sldId id="529" r:id="rId13"/>
    <p:sldId id="530" r:id="rId14"/>
    <p:sldId id="525" r:id="rId15"/>
    <p:sldId id="526" r:id="rId16"/>
    <p:sldId id="531" r:id="rId17"/>
    <p:sldId id="53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6B921-FFAD-4FCE-8089-01706DD586D2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93AD2-4BF0-4B40-906F-212AB7DC0C9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55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我今來就十字架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262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我今來就十字架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貧窮軟弱瞎心眼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( 1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601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看破萬物像土渣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蒙救恩盡脫諸患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( 1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004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我今靠救主鴻恩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因爲主可憐罪人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0784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今向主俯首敬拜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懇求主免我罪債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0168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願我所有皆捨棄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我光陰不敢虛度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( 2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994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獻全身心作活祭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自今日永遠歸主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( 2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713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我今靠救主鴻恩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因爲主可憐罪人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294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今向主俯首敬拜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懇求主免我罪債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1916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主應許是我所靠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主寶血將心洗清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( 3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212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主足前我虔心禱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與基督十架同釘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( 3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460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我今靠救主鴻恩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因爲主可憐罪人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5817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今向主俯首敬拜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懇求主免我罪債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5137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求主靈充滿我心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使生活快樂歡暢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( 4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923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諸罪債主已還清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大榮耀歸與羔羊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</a:rPr>
              <a:t>( 4 / 4 )</a:t>
            </a:r>
            <a:endParaRPr lang="vi-VN" sz="3733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720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我今靠救主鴻恩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因爲主可憐罪人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6885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今向主俯首敬拜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懇求主免我罪債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847949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21</TotalTime>
  <Words>276</Words>
  <Application>Microsoft Office PowerPoint</Application>
  <PresentationFormat>Widescreen</PresentationFormat>
  <Paragraphs>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微軟正黑體</vt:lpstr>
      <vt:lpstr>Arial</vt:lpstr>
      <vt:lpstr>Calibri</vt:lpstr>
      <vt:lpstr>佈景主題1</vt:lpstr>
      <vt:lpstr>宣道詩 55 我今來就十字架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我今來就十字架</dc:title>
  <dc:creator>DaTang</dc:creator>
  <cp:lastModifiedBy>batisuoc</cp:lastModifiedBy>
  <cp:revision>7</cp:revision>
  <dcterms:created xsi:type="dcterms:W3CDTF">2018-11-03T01:45:40Z</dcterms:created>
  <dcterms:modified xsi:type="dcterms:W3CDTF">2024-04-06T11:06:21Z</dcterms:modified>
</cp:coreProperties>
</file>