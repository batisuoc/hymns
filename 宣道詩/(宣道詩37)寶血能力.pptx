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8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8643-A09C-4D86-8BED-66622358FC26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C077-44C6-47C6-BC05-4C227F920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8643-A09C-4D86-8BED-66622358FC26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C077-44C6-47C6-BC05-4C227F920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719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8643-A09C-4D86-8BED-66622358FC26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C077-44C6-47C6-BC05-4C227F920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686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8643-A09C-4D86-8BED-66622358FC26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C077-44C6-47C6-BC05-4C227F920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7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8643-A09C-4D86-8BED-66622358FC26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C077-44C6-47C6-BC05-4C227F920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3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8643-A09C-4D86-8BED-66622358FC26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C077-44C6-47C6-BC05-4C227F920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386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8643-A09C-4D86-8BED-66622358FC26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C077-44C6-47C6-BC05-4C227F920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22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8643-A09C-4D86-8BED-66622358FC26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C077-44C6-47C6-BC05-4C227F920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135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8643-A09C-4D86-8BED-66622358FC26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C077-44C6-47C6-BC05-4C227F920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4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8643-A09C-4D86-8BED-66622358FC26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C077-44C6-47C6-BC05-4C227F920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663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68643-A09C-4D86-8BED-66622358FC26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2AC077-44C6-47C6-BC05-4C227F920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5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868643-A09C-4D86-8BED-66622358FC26}" type="datetimeFigureOut">
              <a:rPr lang="en-US" smtClean="0"/>
              <a:t>7/8/2024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AC077-44C6-47C6-BC05-4C227F920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42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宣道詩 </a:t>
            </a:r>
            <a:r>
              <a:rPr lang="en-US" altLang="zh-CN" sz="5333" b="1" u="sng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37</a:t>
            </a:r>
            <a:br>
              <a:rPr lang="en-US" altLang="zh-CN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</a:br>
            <a:r>
              <a:rPr lang="zh-CN" altLang="en-US" sz="80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寶血能力</a:t>
            </a:r>
            <a:endParaRPr lang="zh-TW" altLang="en-US" sz="80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2847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你願從你的罪擔釋放麼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在主寶貴血</a:t>
            </a:r>
            <a:r>
              <a:rPr lang="en-US" altLang="zh-CN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  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真有能力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054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你願得勝一切惡性情麼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耶穌寶血內有能力</a:t>
            </a:r>
            <a:endParaRPr 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( 1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462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真有能  能  奇哉大權能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在羔羊  寶血內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74587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真有能  能  奇哉大權能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顯明在羔羊寶血內</a:t>
            </a:r>
            <a:endParaRPr 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1917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你願從驕傲私慾釋放麼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在主寶血內  真有能力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65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你願在主血泉內洗淨麼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耶穌寶血內有能力</a:t>
            </a:r>
            <a:endParaRPr 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( 2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4809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真有能  能  奇哉大權能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在羔羊  寶血內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98694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真有能  能  奇哉大權能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顯明在羔羊寶血內</a:t>
            </a:r>
            <a:endParaRPr 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55157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你願潔淨比較雪還白麼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在主寶血內  真有能力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( 3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265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你願在生命泉洗淨罪麼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耶穌寶血內有能力</a:t>
            </a:r>
            <a:endParaRPr 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( 3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286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真有能  能  奇哉大權能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在羔羊  寶血內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84413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真有能  能  奇哉大權能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顯明在羔羊寶血內</a:t>
            </a:r>
            <a:endParaRPr 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13967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你願為主你君王做工麼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在主寶血內  真有能力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( 4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4689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你願日日唱得勝凱歌麼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耶穌寶血內有能力</a:t>
            </a:r>
            <a:endParaRPr 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06118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</a:rPr>
              <a:t>( 4 / 4 )</a:t>
            </a:r>
            <a:endParaRPr lang="vi-VN" sz="3600" b="1" dirty="0">
              <a:solidFill>
                <a:srgbClr val="6600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591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真有能  能  奇哉大權能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在羔羊  寶血內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6708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真有能  能  奇哉大權能</a:t>
            </a:r>
            <a:endParaRPr lang="en-US" altLang="zh-CN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algn="ctr">
              <a:buNone/>
            </a:pPr>
            <a:r>
              <a:rPr lang="zh-CN" altLang="en-US" sz="6400" b="1" dirty="0">
                <a:solidFill>
                  <a:srgbClr val="660033"/>
                </a:solidFill>
                <a:latin typeface="Microsoft JhengHei" pitchFamily="34" charset="-120"/>
                <a:ea typeface="Microsoft JhengHei" pitchFamily="34" charset="-120"/>
              </a:rPr>
              <a:t>顯明在羔羊寶血內</a:t>
            </a:r>
            <a:endParaRPr lang="en-US" sz="6400" b="1" dirty="0">
              <a:solidFill>
                <a:srgbClr val="660033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912089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44</TotalTime>
  <Words>325</Words>
  <Application>Microsoft Office PowerPoint</Application>
  <PresentationFormat>Widescreen</PresentationFormat>
  <Paragraphs>41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Microsoft JhengHei</vt:lpstr>
      <vt:lpstr>Microsoft JhengHei</vt:lpstr>
      <vt:lpstr>Arial</vt:lpstr>
      <vt:lpstr>Calibri</vt:lpstr>
      <vt:lpstr>Theme1</vt:lpstr>
      <vt:lpstr>宣道詩 37 寶血能力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寶血能力</dc:title>
  <dc:creator>Admin</dc:creator>
  <cp:lastModifiedBy>batisuoc</cp:lastModifiedBy>
  <cp:revision>5</cp:revision>
  <dcterms:created xsi:type="dcterms:W3CDTF">2013-02-28T12:57:19Z</dcterms:created>
  <dcterms:modified xsi:type="dcterms:W3CDTF">2024-07-08T07:49:05Z</dcterms:modified>
</cp:coreProperties>
</file>