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110" y="6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5DE7-6A17-44FC-86F1-EC2EE6B5147A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7EC6-B581-421C-945D-AD67D7BEE7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5DE7-6A17-44FC-86F1-EC2EE6B5147A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7EC6-B581-421C-945D-AD67D7BEE7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5DE7-6A17-44FC-86F1-EC2EE6B5147A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7EC6-B581-421C-945D-AD67D7BEE7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5DE7-6A17-44FC-86F1-EC2EE6B5147A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7EC6-B581-421C-945D-AD67D7BEE7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5DE7-6A17-44FC-86F1-EC2EE6B5147A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7EC6-B581-421C-945D-AD67D7BEE7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5DE7-6A17-44FC-86F1-EC2EE6B5147A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7EC6-B581-421C-945D-AD67D7BEE7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5DE7-6A17-44FC-86F1-EC2EE6B5147A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7EC6-B581-421C-945D-AD67D7BEE7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5DE7-6A17-44FC-86F1-EC2EE6B5147A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7EC6-B581-421C-945D-AD67D7BEE7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5DE7-6A17-44FC-86F1-EC2EE6B5147A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7EC6-B581-421C-945D-AD67D7BEE7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5DE7-6A17-44FC-86F1-EC2EE6B5147A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7EC6-B581-421C-945D-AD67D7BEE7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5DE7-6A17-44FC-86F1-EC2EE6B5147A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7EC6-B581-421C-945D-AD67D7BEE7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D5DE7-6A17-44FC-86F1-EC2EE6B5147A}" type="datetimeFigureOut">
              <a:rPr lang="zh-TW" altLang="en-US" smtClean="0"/>
              <a:t>2023/5/9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07EC6-B581-421C-945D-AD67D7BEE7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CN" altLang="en-US" sz="4000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4000" b="1" u="sng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</a:t>
            </a:r>
            <a:r>
              <a:rPr lang="en-US" altLang="zh-C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C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6000" b="1" dirty="0" smtClean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擁</a:t>
            </a:r>
            <a:r>
              <a:rPr lang="zh-TW" altLang="en-US" sz="6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戴為王</a:t>
            </a:r>
          </a:p>
        </p:txBody>
      </p:sp>
    </p:spTree>
    <p:extLst>
      <p:ext uri="{BB962C8B-B14F-4D97-AF65-F5344CB8AC3E}">
        <p14:creationId xmlns:p14="http://schemas.microsoft.com/office/powerpoint/2010/main" val="3543580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快來擁戴為王</a:t>
            </a:r>
            <a:r>
              <a:rPr lang="en-US" altLang="zh-TW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endParaRPr lang="en-US" altLang="zh-TW" sz="48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聖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羔在寶座</a:t>
            </a: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上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</a:rPr>
              <a:t>( </a:t>
            </a:r>
            <a:r>
              <a:rPr lang="en-US" sz="2800" b="1" dirty="0" smtClean="0">
                <a:solidFill>
                  <a:srgbClr val="660033"/>
                </a:solidFill>
              </a:rPr>
              <a:t>1 / 5 </a:t>
            </a:r>
            <a:r>
              <a:rPr lang="en-US" sz="2800" b="1" dirty="0">
                <a:solidFill>
                  <a:srgbClr val="660033"/>
                </a:solidFill>
              </a:rPr>
              <a:t>)</a:t>
            </a:r>
            <a:endParaRPr lang="vi-VN" sz="2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06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聽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啊好樂傳遍諸</a:t>
            </a: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</a:t>
            </a:r>
            <a:endParaRPr lang="en-US" altLang="zh-TW" sz="48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和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聲壓倒群響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</a:rPr>
              <a:t>( 1 / 5 )</a:t>
            </a:r>
            <a:endParaRPr lang="vi-VN" sz="2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455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醒啊我心同唱</a:t>
            </a:r>
            <a:r>
              <a:rPr lang="en-US" altLang="zh-TW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endParaRPr lang="en-US" altLang="zh-TW" sz="48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祂救恩浩蕩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</a:rPr>
              <a:t>( 1 / 5 )</a:t>
            </a:r>
            <a:endParaRPr lang="vi-VN" sz="2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444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歡呼為你受死之</a:t>
            </a: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</a:t>
            </a:r>
            <a:endParaRPr lang="en-US" altLang="zh-TW" sz="48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千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秋萬歲無疆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</a:rPr>
              <a:t>( 1 / 5 )</a:t>
            </a:r>
            <a:endParaRPr lang="vi-VN" sz="2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07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快來擁戴為</a:t>
            </a: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王</a:t>
            </a:r>
            <a:endParaRPr lang="en-US" altLang="zh-TW" sz="48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聖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潔至尊神子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</a:rPr>
              <a:t>( </a:t>
            </a:r>
            <a:r>
              <a:rPr lang="en-US" sz="2800" b="1" dirty="0">
                <a:solidFill>
                  <a:srgbClr val="660033"/>
                </a:solidFill>
              </a:rPr>
              <a:t>2 </a:t>
            </a:r>
            <a:r>
              <a:rPr lang="en-US" sz="2800" b="1" dirty="0">
                <a:solidFill>
                  <a:srgbClr val="660033"/>
                </a:solidFill>
              </a:rPr>
              <a:t>/ 5 )</a:t>
            </a:r>
            <a:endParaRPr lang="vi-VN" sz="2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4230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跟祂的人快樂擁</a:t>
            </a: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戴</a:t>
            </a:r>
            <a:endParaRPr lang="en-US" altLang="zh-TW" sz="48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祂亦是人子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</a:rPr>
              <a:t>( 2 / 5 )</a:t>
            </a:r>
            <a:endParaRPr lang="vi-VN" sz="2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798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塵世千萬憂</a:t>
            </a: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傷</a:t>
            </a:r>
            <a:endParaRPr lang="en-US" altLang="zh-TW" sz="48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切經祂親嘗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</a:rPr>
              <a:t>( 2 / 5 )</a:t>
            </a:r>
            <a:endParaRPr lang="vi-VN" sz="2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46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因祂決心擔負諸</a:t>
            </a: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累</a:t>
            </a:r>
            <a:endParaRPr lang="en-US" altLang="zh-TW" sz="48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群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生得享安康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</a:rPr>
              <a:t>( 2 / 5 )</a:t>
            </a:r>
            <a:endParaRPr lang="vi-VN" sz="2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206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快來擁戴為王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無對生命之王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</a:rPr>
              <a:t>( </a:t>
            </a:r>
            <a:r>
              <a:rPr lang="en-US" sz="2800" b="1" dirty="0">
                <a:solidFill>
                  <a:srgbClr val="660033"/>
                </a:solidFill>
              </a:rPr>
              <a:t>3 </a:t>
            </a:r>
            <a:r>
              <a:rPr lang="en-US" sz="2800" b="1" dirty="0">
                <a:solidFill>
                  <a:srgbClr val="660033"/>
                </a:solidFill>
              </a:rPr>
              <a:t>/ 5 )</a:t>
            </a:r>
            <a:endParaRPr lang="vi-VN" sz="2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98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萬邦民族都蒙救渡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因祂消滅死亡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</a:rPr>
              <a:t>( 3 / 5 )</a:t>
            </a:r>
            <a:endParaRPr lang="vi-VN" sz="2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024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快來歌頌歡欣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謝祂特殊宏恩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</a:rPr>
              <a:t>( 3 / 5 )</a:t>
            </a:r>
            <a:endParaRPr lang="vi-VN" sz="2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983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因祂一死戰勝萬死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永生普及群生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</a:rPr>
              <a:t>( 3 / 5 )</a:t>
            </a:r>
            <a:endParaRPr lang="vi-VN" sz="2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174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快來擁戴為王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永建和平之王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</a:rPr>
              <a:t>( </a:t>
            </a:r>
            <a:r>
              <a:rPr lang="en-US" sz="2800" b="1" dirty="0">
                <a:solidFill>
                  <a:srgbClr val="660033"/>
                </a:solidFill>
              </a:rPr>
              <a:t>4 </a:t>
            </a:r>
            <a:r>
              <a:rPr lang="en-US" sz="2800" b="1" dirty="0">
                <a:solidFill>
                  <a:srgbClr val="660033"/>
                </a:solidFill>
              </a:rPr>
              <a:t>/ 5 )</a:t>
            </a:r>
            <a:endParaRPr lang="vi-VN" sz="2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357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普天之下戰事止息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干戈化為頌揚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</a:rPr>
              <a:t>( 4 / 5 )</a:t>
            </a:r>
            <a:endParaRPr lang="vi-VN" sz="2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000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主治萬國萬方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主權地久天長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</a:rPr>
              <a:t>( 4 / 5 )</a:t>
            </a:r>
            <a:endParaRPr lang="vi-VN" sz="2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27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寶血所滋生命花放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薈成異彩天香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</a:rPr>
              <a:t>( 4 / 5 )</a:t>
            </a:r>
            <a:endParaRPr lang="vi-VN" sz="2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936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快來擁戴為</a:t>
            </a: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王</a:t>
            </a:r>
            <a:endParaRPr lang="en-US" altLang="zh-TW" sz="48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人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天共戴之王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</a:rPr>
              <a:t>( </a:t>
            </a:r>
            <a:r>
              <a:rPr lang="en-US" sz="2800" b="1" dirty="0">
                <a:solidFill>
                  <a:srgbClr val="660033"/>
                </a:solidFill>
              </a:rPr>
              <a:t>5 </a:t>
            </a:r>
            <a:r>
              <a:rPr lang="en-US" sz="2800" b="1" dirty="0">
                <a:solidFill>
                  <a:srgbClr val="660033"/>
                </a:solidFill>
              </a:rPr>
              <a:t>/ 5 )</a:t>
            </a:r>
            <a:endParaRPr lang="vi-VN" sz="2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955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萬靈稱祂奇妙愛</a:t>
            </a: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名</a:t>
            </a:r>
            <a:endParaRPr lang="en-US" altLang="zh-TW" sz="48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世尊祂至上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</a:rPr>
              <a:t>( 5 / 5 )</a:t>
            </a:r>
            <a:endParaRPr lang="vi-VN" sz="2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309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世界萬國之</a:t>
            </a: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君</a:t>
            </a:r>
            <a:endParaRPr lang="en-US" altLang="zh-TW" sz="48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卑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伏覲見至尊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</a:rPr>
              <a:t>( 5 / 5 )</a:t>
            </a:r>
            <a:endParaRPr lang="vi-VN" sz="2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589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齊摘華冠拋擲座</a:t>
            </a: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前</a:t>
            </a:r>
            <a:endParaRPr lang="en-US" altLang="zh-TW" sz="48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隨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眾昭事維寅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</a:rPr>
              <a:t>( 5 / 5 )</a:t>
            </a:r>
            <a:endParaRPr lang="vi-VN" sz="28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76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27</TotalTime>
  <Words>364</Words>
  <Application>Microsoft Office PowerPoint</Application>
  <PresentationFormat>On-screen Show (16:9)</PresentationFormat>
  <Paragraphs>61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微軟正黑體</vt:lpstr>
      <vt:lpstr>新細明體</vt:lpstr>
      <vt:lpstr>Arial</vt:lpstr>
      <vt:lpstr>Calibri</vt:lpstr>
      <vt:lpstr>佈景主題1</vt:lpstr>
      <vt:lpstr>宣道詩 1 擁戴為王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擁戴為王</dc:title>
  <dc:creator>大唐</dc:creator>
  <cp:lastModifiedBy>Windows User</cp:lastModifiedBy>
  <cp:revision>7</cp:revision>
  <dcterms:created xsi:type="dcterms:W3CDTF">2017-12-28T12:32:36Z</dcterms:created>
  <dcterms:modified xsi:type="dcterms:W3CDTF">2023-05-09T05:15:37Z</dcterms:modified>
</cp:coreProperties>
</file>