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4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0" y="43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CB419-7C73-4AB4-9860-2D9772FC8235}" type="datetimeFigureOut">
              <a:rPr lang="zh-TW" altLang="en-US" smtClean="0"/>
              <a:t>2025/9/12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8ED15-4E8A-4549-B5AB-FBA2967B2A83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CB419-7C73-4AB4-9860-2D9772FC8235}" type="datetimeFigureOut">
              <a:rPr lang="zh-TW" altLang="en-US" smtClean="0"/>
              <a:t>2025/9/12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8ED15-4E8A-4549-B5AB-FBA2967B2A83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CB419-7C73-4AB4-9860-2D9772FC8235}" type="datetimeFigureOut">
              <a:rPr lang="zh-TW" altLang="en-US" smtClean="0"/>
              <a:t>2025/9/12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8ED15-4E8A-4549-B5AB-FBA2967B2A83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CB419-7C73-4AB4-9860-2D9772FC8235}" type="datetimeFigureOut">
              <a:rPr lang="zh-TW" altLang="en-US" smtClean="0"/>
              <a:t>2025/9/12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8ED15-4E8A-4549-B5AB-FBA2967B2A83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CB419-7C73-4AB4-9860-2D9772FC8235}" type="datetimeFigureOut">
              <a:rPr lang="zh-TW" altLang="en-US" smtClean="0"/>
              <a:t>2025/9/12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8ED15-4E8A-4549-B5AB-FBA2967B2A83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CB419-7C73-4AB4-9860-2D9772FC8235}" type="datetimeFigureOut">
              <a:rPr lang="zh-TW" altLang="en-US" smtClean="0"/>
              <a:t>2025/9/12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8ED15-4E8A-4549-B5AB-FBA2967B2A83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CB419-7C73-4AB4-9860-2D9772FC8235}" type="datetimeFigureOut">
              <a:rPr lang="zh-TW" altLang="en-US" smtClean="0"/>
              <a:t>2025/9/12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8ED15-4E8A-4549-B5AB-FBA2967B2A83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CB419-7C73-4AB4-9860-2D9772FC8235}" type="datetimeFigureOut">
              <a:rPr lang="zh-TW" altLang="en-US" smtClean="0"/>
              <a:t>2025/9/12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8ED15-4E8A-4549-B5AB-FBA2967B2A83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CB419-7C73-4AB4-9860-2D9772FC8235}" type="datetimeFigureOut">
              <a:rPr lang="zh-TW" altLang="en-US" smtClean="0"/>
              <a:t>2025/9/12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8ED15-4E8A-4549-B5AB-FBA2967B2A83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CB419-7C73-4AB4-9860-2D9772FC8235}" type="datetimeFigureOut">
              <a:rPr lang="zh-TW" altLang="en-US" smtClean="0"/>
              <a:t>2025/9/12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8ED15-4E8A-4549-B5AB-FBA2967B2A83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CB419-7C73-4AB4-9860-2D9772FC8235}" type="datetimeFigureOut">
              <a:rPr lang="zh-TW" altLang="en-US" smtClean="0"/>
              <a:t>2025/9/12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8ED15-4E8A-4549-B5AB-FBA2967B2A83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FCB419-7C73-4AB4-9860-2D9772FC8235}" type="datetimeFigureOut">
              <a:rPr lang="zh-TW" altLang="en-US" smtClean="0"/>
              <a:t>2025/9/12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88ED15-4E8A-4549-B5AB-FBA2967B2A83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宣道詩 </a:t>
            </a:r>
            <a:r>
              <a:rPr lang="en-US" altLang="zh-CN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264</a:t>
            </a:r>
            <a:br>
              <a:rPr lang="en-US" altLang="zh-CN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CN" altLang="en-US" sz="80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基督化家庭</a:t>
            </a:r>
            <a:endParaRPr lang="zh-TW" altLang="en-US" sz="8000" b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66218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基督門徒家庭要和睦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父慈子孝夫妻無反目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</a:rPr>
              <a:t>( 1 / 4 )</a:t>
            </a:r>
            <a:endParaRPr lang="vi-VN" sz="48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0643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兄友弟恭  妯娌情誼篤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家庭要和睦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</a:rPr>
              <a:t>( 1 / 4 )</a:t>
            </a:r>
            <a:endParaRPr lang="vi-VN" sz="48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0562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家庭要和睦  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家庭要和睦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</a:rPr>
              <a:t>( 1 / 4 )</a:t>
            </a:r>
            <a:endParaRPr lang="vi-VN" sz="48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8740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合家相愛合家有真福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家庭要和睦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</a:rPr>
              <a:t>( 1 / 4 )</a:t>
            </a:r>
            <a:endParaRPr lang="vi-VN" sz="48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6186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基督門徒家庭要和睦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同心事主同心走天路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</a:rPr>
              <a:t>( 2 / 4 )</a:t>
            </a:r>
            <a:endParaRPr lang="vi-VN" sz="48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2755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詩歌同唱聖經也同讀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家庭要和睦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</a:rPr>
              <a:t>( 2 / 4 )</a:t>
            </a:r>
            <a:endParaRPr lang="vi-VN" sz="48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7341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家庭要和睦  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家庭要和睦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</a:rPr>
              <a:t>( 2 / 4 )</a:t>
            </a:r>
            <a:endParaRPr lang="vi-VN" sz="48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4300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合家禮拜禱告天上父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家庭要和睦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</a:rPr>
              <a:t>( 2 / 4 )</a:t>
            </a:r>
            <a:endParaRPr lang="vi-VN" sz="48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3917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基督門徒家庭要和睦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個個歡喜個個心滿足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</a:rPr>
              <a:t>( 3 / 4 )</a:t>
            </a:r>
            <a:endParaRPr lang="vi-VN" sz="48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7015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和睦同居忍耐第一步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家庭要和睦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</a:rPr>
              <a:t>( 3 / 4 )</a:t>
            </a:r>
            <a:endParaRPr lang="vi-VN" sz="48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0581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家庭要和睦  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家庭要和睦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</a:rPr>
              <a:t>( 3 / 4 )</a:t>
            </a:r>
            <a:endParaRPr lang="vi-VN" sz="48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6403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凡事相商大家無衝突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家庭要和睦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</a:rPr>
              <a:t>( 3 / 4 )</a:t>
            </a:r>
            <a:endParaRPr lang="vi-VN" sz="48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34501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基督門徒家庭要和睦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真善真美猶如郇山露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</a:rPr>
              <a:t>( 4 / 4 )</a:t>
            </a:r>
            <a:endParaRPr lang="vi-VN" sz="48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02313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合家老少效法主耶穌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家庭要和睦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</a:rPr>
              <a:t>( 4 / 4 )</a:t>
            </a:r>
            <a:endParaRPr lang="vi-VN" sz="48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51205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家庭要和睦  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家庭要和睦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</a:rPr>
              <a:t>( 4 / 4 )</a:t>
            </a:r>
            <a:endParaRPr lang="vi-VN" sz="48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66280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預備他年得享天堂福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家庭要和睦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</a:rPr>
              <a:t>( 4 / 4 )</a:t>
            </a:r>
            <a:endParaRPr lang="vi-VN" sz="48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1497288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31</TotalTime>
  <Words>314</Words>
  <Application>Microsoft Office PowerPoint</Application>
  <PresentationFormat>Widescreen</PresentationFormat>
  <Paragraphs>49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微軟正黑體</vt:lpstr>
      <vt:lpstr>Arial</vt:lpstr>
      <vt:lpstr>Calibri</vt:lpstr>
      <vt:lpstr>佈景主題1</vt:lpstr>
      <vt:lpstr>宣道詩 264 基督化家庭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基督化家庭</dc:title>
  <dc:creator>大唐</dc:creator>
  <cp:lastModifiedBy>batisuoc</cp:lastModifiedBy>
  <cp:revision>9</cp:revision>
  <dcterms:created xsi:type="dcterms:W3CDTF">2018-01-06T07:39:20Z</dcterms:created>
  <dcterms:modified xsi:type="dcterms:W3CDTF">2025-09-12T16:39:19Z</dcterms:modified>
</cp:coreProperties>
</file>