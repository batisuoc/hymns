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16" r:id="rId2"/>
    <p:sldId id="1617" r:id="rId3"/>
    <p:sldId id="1618" r:id="rId4"/>
    <p:sldId id="1619" r:id="rId5"/>
    <p:sldId id="1620" r:id="rId6"/>
    <p:sldId id="1621" r:id="rId7"/>
    <p:sldId id="1622" r:id="rId8"/>
    <p:sldId id="1623" r:id="rId9"/>
    <p:sldId id="1624" r:id="rId10"/>
    <p:sldId id="1625" r:id="rId11"/>
    <p:sldId id="1626" r:id="rId12"/>
    <p:sldId id="1627" r:id="rId13"/>
    <p:sldId id="1628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64" y="48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506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839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697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592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906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301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116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841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890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071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098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600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142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彼此代禱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695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我們眾信徒本分中之首要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即舉聖潔手為萬人常代禱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</a:t>
            </a:r>
            <a:r>
              <a:rPr lang="en-US" sz="4800" b="1" dirty="0" smtClean="0">
                <a:solidFill>
                  <a:srgbClr val="000066"/>
                </a:solidFill>
              </a:rPr>
              <a:t>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57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切莫要輕忽你為祭司之責任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果能盡此職必蒙主樂垂允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70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我今為你祈求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你也為我祈求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我們彼此代求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代求永不休</a:t>
            </a:r>
          </a:p>
        </p:txBody>
      </p:sp>
    </p:spTree>
    <p:extLst>
      <p:ext uri="{BB962C8B-B14F-4D97-AF65-F5344CB8AC3E}">
        <p14:creationId xmlns:p14="http://schemas.microsoft.com/office/powerpoint/2010/main" val="16094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既有主耶穌為我們作中保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在天父右邊替聖徒常禱告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</a:rPr>
              <a:t>2 </a:t>
            </a:r>
            <a:r>
              <a:rPr lang="en-US" sz="4800" b="1" dirty="0">
                <a:solidFill>
                  <a:srgbClr val="000066"/>
                </a:solidFill>
              </a:rPr>
              <a:t>/ </a:t>
            </a:r>
            <a:r>
              <a:rPr lang="en-US" sz="4800" b="1" dirty="0" smtClean="0">
                <a:solidFill>
                  <a:srgbClr val="000066"/>
                </a:solidFill>
              </a:rPr>
              <a:t>4 </a:t>
            </a:r>
            <a:r>
              <a:rPr lang="en-US" sz="4800" b="1" dirty="0">
                <a:solidFill>
                  <a:srgbClr val="000066"/>
                </a:solidFill>
              </a:rPr>
              <a:t>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45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我們為人代求效驗中有效驗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因與主祈禱同達到父面前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83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我今為你祈求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你也為我祈求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我們彼此代求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代求永不休</a:t>
            </a:r>
          </a:p>
        </p:txBody>
      </p:sp>
    </p:spTree>
    <p:extLst>
      <p:ext uri="{BB962C8B-B14F-4D97-AF65-F5344CB8AC3E}">
        <p14:creationId xmlns:p14="http://schemas.microsoft.com/office/powerpoint/2010/main" val="283910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願我眾信徒於主前常會面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大家憑祈禱在靈裏相通連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</a:rPr>
              <a:t>3 </a:t>
            </a:r>
            <a:r>
              <a:rPr lang="en-US" sz="4800" b="1" dirty="0">
                <a:solidFill>
                  <a:srgbClr val="000066"/>
                </a:solidFill>
              </a:rPr>
              <a:t>/ 4 )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1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奇哉聯名代禱所顯的大能力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彼此同蒙恩同進步樂無極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</a:rPr>
              <a:t>3 </a:t>
            </a:r>
            <a:r>
              <a:rPr lang="en-US" sz="4800" b="1" dirty="0">
                <a:solidFill>
                  <a:srgbClr val="000066"/>
                </a:solidFill>
              </a:rPr>
              <a:t>/ 4 )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36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我今為你祈求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你也為我祈求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我們彼此代求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代求永不休</a:t>
            </a:r>
          </a:p>
        </p:txBody>
      </p:sp>
    </p:spTree>
    <p:extLst>
      <p:ext uri="{BB962C8B-B14F-4D97-AF65-F5344CB8AC3E}">
        <p14:creationId xmlns:p14="http://schemas.microsoft.com/office/powerpoint/2010/main" val="333275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我今已深得在主内之豐富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實足快我意口歌唱心滿足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</a:t>
            </a:r>
            <a:r>
              <a:rPr lang="en-US" sz="4800" b="1" dirty="0" smtClean="0">
                <a:solidFill>
                  <a:srgbClr val="000066"/>
                </a:solidFill>
              </a:rPr>
              <a:t>4 </a:t>
            </a:r>
            <a:r>
              <a:rPr lang="en-US" sz="4800" b="1" dirty="0">
                <a:solidFill>
                  <a:srgbClr val="000066"/>
                </a:solidFill>
              </a:rPr>
              <a:t>/ 4 )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36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但願我眾親友於靈恩皆有分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同到恩座前取不竭用不盡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76572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en-US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59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我今為你祈求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你也為我祈求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我們彼此代求</a:t>
            </a:r>
            <a:r>
              <a:rPr lang="en-US" altLang="zh-CN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代求永不休</a:t>
            </a:r>
          </a:p>
        </p:txBody>
      </p:sp>
    </p:spTree>
    <p:extLst>
      <p:ext uri="{BB962C8B-B14F-4D97-AF65-F5344CB8AC3E}">
        <p14:creationId xmlns:p14="http://schemas.microsoft.com/office/powerpoint/2010/main" val="115117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</TotalTime>
  <Words>316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微軟正黑體</vt:lpstr>
      <vt:lpstr>微軟正黑體</vt:lpstr>
      <vt:lpstr>新細明體</vt:lpstr>
      <vt:lpstr>Arial</vt:lpstr>
      <vt:lpstr>Calibri</vt:lpstr>
      <vt:lpstr>Theme1</vt:lpstr>
      <vt:lpstr>宣道詩 142 彼此代禱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Joe Cheng</cp:lastModifiedBy>
  <cp:revision>140</cp:revision>
  <dcterms:created xsi:type="dcterms:W3CDTF">2015-05-17T04:39:00Z</dcterms:created>
  <dcterms:modified xsi:type="dcterms:W3CDTF">2025-06-07T02:24:00Z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