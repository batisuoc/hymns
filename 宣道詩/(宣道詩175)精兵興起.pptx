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93" r:id="rId2"/>
    <p:sldId id="412" r:id="rId3"/>
    <p:sldId id="413" r:id="rId4"/>
    <p:sldId id="414" r:id="rId5"/>
    <p:sldId id="415" r:id="rId6"/>
    <p:sldId id="416" r:id="rId7"/>
    <p:sldId id="417" r:id="rId8"/>
    <p:sldId id="418" r:id="rId9"/>
    <p:sldId id="419" r:id="rId10"/>
    <p:sldId id="420" r:id="rId11"/>
    <p:sldId id="421" r:id="rId12"/>
    <p:sldId id="422" r:id="rId13"/>
    <p:sldId id="423" r:id="rId1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48" y="138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F7F6-1145-4871-A3A6-04339E39674E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7BC5E-82BC-4BEC-98A8-777F1C9C43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6823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F7F6-1145-4871-A3A6-04339E39674E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7BC5E-82BC-4BEC-98A8-777F1C9C43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4678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F7F6-1145-4871-A3A6-04339E39674E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7BC5E-82BC-4BEC-98A8-777F1C9C43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5302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F7F6-1145-4871-A3A6-04339E39674E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7BC5E-82BC-4BEC-98A8-777F1C9C43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3229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F7F6-1145-4871-A3A6-04339E39674E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7BC5E-82BC-4BEC-98A8-777F1C9C43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1106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F7F6-1145-4871-A3A6-04339E39674E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7BC5E-82BC-4BEC-98A8-777F1C9C43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6414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F7F6-1145-4871-A3A6-04339E39674E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7BC5E-82BC-4BEC-98A8-777F1C9C43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416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F7F6-1145-4871-A3A6-04339E39674E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7BC5E-82BC-4BEC-98A8-777F1C9C43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0796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F7F6-1145-4871-A3A6-04339E39674E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7BC5E-82BC-4BEC-98A8-777F1C9C43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6804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F7F6-1145-4871-A3A6-04339E39674E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7BC5E-82BC-4BEC-98A8-777F1C9C43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9112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F7F6-1145-4871-A3A6-04339E39674E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7BC5E-82BC-4BEC-98A8-777F1C9C43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7612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BF7F6-1145-4871-A3A6-04339E39674E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7BC5E-82BC-4BEC-98A8-777F1C9C43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7353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175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精兵興起</a:t>
            </a:r>
          </a:p>
        </p:txBody>
      </p:sp>
    </p:spTree>
    <p:extLst>
      <p:ext uri="{BB962C8B-B14F-4D97-AF65-F5344CB8AC3E}">
        <p14:creationId xmlns:p14="http://schemas.microsoft.com/office/powerpoint/2010/main" val="372426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仇敵已接近  戰號急吹起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穿全副軍裝立敵前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( 1 / 3 )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00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69DAB-7DC7-ACCB-4742-C995C5092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5823D10-9E1F-BDB4-97D4-5E4C4B9D5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高舉主基督榮耀十字旗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得勝全然信靠主聖言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A7EAD9-1464-6FF7-9575-C887BD51BCAF}"/>
              </a:ext>
            </a:extLst>
          </p:cNvPr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( 1 / 3 )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465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2A56B-5482-9332-37EB-C7F25B5A0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FAE3080-5444-CE12-97E6-B4D5AF7C9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精兵興起  集隊主旌旗下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預備前進 將此令傳開</a:t>
            </a:r>
          </a:p>
        </p:txBody>
      </p:sp>
    </p:spTree>
    <p:extLst>
      <p:ext uri="{BB962C8B-B14F-4D97-AF65-F5344CB8AC3E}">
        <p14:creationId xmlns:p14="http://schemas.microsoft.com/office/powerpoint/2010/main" val="4136553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F9B0C-B27F-DE0B-725D-01C598E39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E3674A2-3C18-F8E9-6D86-AF76DD325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向前  向前  高聲唱和散那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基督為此雄師之元帥</a:t>
            </a:r>
          </a:p>
        </p:txBody>
      </p:sp>
    </p:spTree>
    <p:extLst>
      <p:ext uri="{BB962C8B-B14F-4D97-AF65-F5344CB8AC3E}">
        <p14:creationId xmlns:p14="http://schemas.microsoft.com/office/powerpoint/2010/main" val="2079118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B573F-8B5A-EBFA-BF26-261D2620C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577D791-4C7F-37A7-26AE-4B470062C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大家向前進  勇敢戰善戰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主義顯明必操勝算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8FF137-5407-4F11-C85A-929339BA4698}"/>
              </a:ext>
            </a:extLst>
          </p:cNvPr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( 2 / 3 )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864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2677F-EBDF-7EDC-9807-B7B25BC9B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0F588F5-2558-089E-F45C-FF8F0CB24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盾甲與旌旗照耀在光中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為主真理而戰必凱旋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A32A2-F350-0816-ED56-B456E27C5587}"/>
              </a:ext>
            </a:extLst>
          </p:cNvPr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( 2 / 3 )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2895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7E5D4-4A51-9519-A193-C8B13D418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2B5BC64-2802-959D-63E0-31873A5C5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精兵興起  集隊主旌旗下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預備前進 將此令傳開</a:t>
            </a:r>
          </a:p>
        </p:txBody>
      </p:sp>
    </p:spTree>
    <p:extLst>
      <p:ext uri="{BB962C8B-B14F-4D97-AF65-F5344CB8AC3E}">
        <p14:creationId xmlns:p14="http://schemas.microsoft.com/office/powerpoint/2010/main" val="2324760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9CD8F-5B69-976F-6F6F-5AF9077ED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2F37EFC-71E7-2FE8-7B84-878EED997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向前  向前  高聲唱和散那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基督為此雄師之元帥</a:t>
            </a:r>
          </a:p>
        </p:txBody>
      </p:sp>
    </p:spTree>
    <p:extLst>
      <p:ext uri="{BB962C8B-B14F-4D97-AF65-F5344CB8AC3E}">
        <p14:creationId xmlns:p14="http://schemas.microsoft.com/office/powerpoint/2010/main" val="414444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90372-3516-EFEF-1A01-85634FD57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DE2E23F-3D6A-D1BB-3594-5FE900F83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萬軍耶和華  聽我心呼籲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援助我們照主恩典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CAF37C-0E6D-1248-9649-8A9803B1B5A1}"/>
              </a:ext>
            </a:extLst>
          </p:cNvPr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( 3 / 3 )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912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CB52A-CACA-8C17-2A4A-5E1E931EF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39D580B-95AD-6D10-9E16-3EFF09EA5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戰爭過去後高聲唱凱歌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頭戴冠冕榮耀站主前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6EDED7-CEDE-6714-2B09-3EF4889805F0}"/>
              </a:ext>
            </a:extLst>
          </p:cNvPr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( 3 / 3 )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66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5CF44-D17C-6729-A4F0-1FB593131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9A388E8-2916-A0CD-9E63-A94A70DB8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精兵興起  集隊主旌旗下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預備前進 將此令傳開</a:t>
            </a:r>
          </a:p>
        </p:txBody>
      </p:sp>
    </p:spTree>
    <p:extLst>
      <p:ext uri="{BB962C8B-B14F-4D97-AF65-F5344CB8AC3E}">
        <p14:creationId xmlns:p14="http://schemas.microsoft.com/office/powerpoint/2010/main" val="183686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7E4EA-6465-F8AD-98CE-DDA019696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7A893E8-29CA-44E9-853C-2353C30B1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向前  向前  高聲唱和散那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基督為此雄師之元帥</a:t>
            </a:r>
          </a:p>
        </p:txBody>
      </p:sp>
    </p:spTree>
    <p:extLst>
      <p:ext uri="{BB962C8B-B14F-4D97-AF65-F5344CB8AC3E}">
        <p14:creationId xmlns:p14="http://schemas.microsoft.com/office/powerpoint/2010/main" val="225025089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13</TotalTime>
  <Words>264</Words>
  <Application>Microsoft Office PowerPoint</Application>
  <PresentationFormat>Widescreen</PresentationFormat>
  <Paragraphs>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微軟正黑體</vt:lpstr>
      <vt:lpstr>微軟正黑體</vt:lpstr>
      <vt:lpstr>Arial</vt:lpstr>
      <vt:lpstr>Calibri</vt:lpstr>
      <vt:lpstr>Theme1</vt:lpstr>
      <vt:lpstr>宣道詩 175 精兵興起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精兵興起</dc:title>
  <dc:creator>大唐</dc:creator>
  <cp:lastModifiedBy>batisuoc</cp:lastModifiedBy>
  <cp:revision>2</cp:revision>
  <dcterms:created xsi:type="dcterms:W3CDTF">2015-10-18T00:22:41Z</dcterms:created>
  <dcterms:modified xsi:type="dcterms:W3CDTF">2025-09-20T01:38:02Z</dcterms:modified>
</cp:coreProperties>
</file>