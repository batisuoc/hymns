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B0EF-A8FE-4F00-9107-1ABDA1E8633B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18C0-5FE5-423E-B66C-5718A0A709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3343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B0EF-A8FE-4F00-9107-1ABDA1E8633B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18C0-5FE5-423E-B66C-5718A0A709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0973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B0EF-A8FE-4F00-9107-1ABDA1E8633B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18C0-5FE5-423E-B66C-5718A0A709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5037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B0EF-A8FE-4F00-9107-1ABDA1E8633B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18C0-5FE5-423E-B66C-5718A0A709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24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B0EF-A8FE-4F00-9107-1ABDA1E8633B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18C0-5FE5-423E-B66C-5718A0A709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8311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B0EF-A8FE-4F00-9107-1ABDA1E8633B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18C0-5FE5-423E-B66C-5718A0A709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313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B0EF-A8FE-4F00-9107-1ABDA1E8633B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18C0-5FE5-423E-B66C-5718A0A709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267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B0EF-A8FE-4F00-9107-1ABDA1E8633B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18C0-5FE5-423E-B66C-5718A0A709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3497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B0EF-A8FE-4F00-9107-1ABDA1E8633B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18C0-5FE5-423E-B66C-5718A0A709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780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B0EF-A8FE-4F00-9107-1ABDA1E8633B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18C0-5FE5-423E-B66C-5718A0A709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346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B0EF-A8FE-4F00-9107-1ABDA1E8633B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18C0-5FE5-423E-B66C-5718A0A709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7532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AB0EF-A8FE-4F00-9107-1ABDA1E8633B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318C0-5FE5-423E-B66C-5718A0A709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9820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148</a:t>
            </a:r>
            <a:r>
              <a:rPr lang="en-US" altLang="zh-CN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CN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耶穌珍寶</a:t>
            </a:r>
            <a:endParaRPr lang="zh-TW" altLang="en-US" sz="8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240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等主回來  快要回來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Microsoft JhengHei" pitchFamily="34" charset="-120"/>
                <a:ea typeface="Microsoft JhengHei" pitchFamily="34" charset="-120"/>
              </a:rPr>
              <a:t>要凑聚他珍寶</a:t>
            </a:r>
            <a:endParaRPr lang="en-US" altLang="zh-CN" sz="6400" b="1" dirty="0">
              <a:solidFill>
                <a:srgbClr val="000066"/>
              </a:solidFill>
              <a:effectLst/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</a:t>
            </a:r>
            <a:r>
              <a:rPr lang="en-US" sz="4800" b="1" dirty="0" smtClean="0">
                <a:solidFill>
                  <a:srgbClr val="000066"/>
                </a:solidFill>
                <a:effectLst/>
              </a:rPr>
              <a:t>1 / 3 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9673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淨白珍寶  明亮珍寶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主心深喜愛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( 1 / 3 )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216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耶穌珍寶如星星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在其冠冕照明明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195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都在天堂的安寧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永與主同行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主要尋找  各處尋找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他國裏好珍寶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</a:t>
            </a:r>
            <a:r>
              <a:rPr lang="en-US" sz="4800" b="1" dirty="0" smtClean="0">
                <a:solidFill>
                  <a:srgbClr val="000066"/>
                </a:solidFill>
              </a:rPr>
              <a:t>2 </a:t>
            </a:r>
            <a:r>
              <a:rPr lang="en-US" sz="4800" b="1" dirty="0">
                <a:solidFill>
                  <a:srgbClr val="000066"/>
                </a:solidFill>
              </a:rPr>
              <a:t>/ 3 )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淨白珍寶  明亮珍寶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主心深喜愛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( 2 / 3 )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03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耶穌珍寶如星星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在其冠冕照明明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0801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都在天堂的安寧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永與主同行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88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好小孩子  愛主孩子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是耶穌好珍寶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( 3</a:t>
            </a:r>
            <a:r>
              <a:rPr lang="en-US" sz="4800" b="1" dirty="0" smtClean="0">
                <a:solidFill>
                  <a:srgbClr val="000066"/>
                </a:solidFill>
              </a:rPr>
              <a:t> </a:t>
            </a:r>
            <a:r>
              <a:rPr lang="en-US" sz="4800" b="1" dirty="0">
                <a:solidFill>
                  <a:srgbClr val="000066"/>
                </a:solidFill>
              </a:rPr>
              <a:t>/ 3 )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77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淨白珍寶  明亮珍寶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主心深喜愛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( 3 / 3 )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98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耶穌珍寶如星星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在其冠冕照明明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760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都在天堂的安寧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永與主同行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807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</TotalTime>
  <Words>193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微軟正黑體</vt:lpstr>
      <vt:lpstr>微軟正黑體</vt:lpstr>
      <vt:lpstr>新細明體</vt:lpstr>
      <vt:lpstr>Arial</vt:lpstr>
      <vt:lpstr>Calibri</vt:lpstr>
      <vt:lpstr>Theme1</vt:lpstr>
      <vt:lpstr>宣道詩 148 耶穌珍寶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耶穌珍寶</dc:title>
  <dc:creator>Windows User</dc:creator>
  <cp:lastModifiedBy>Joe Cheng</cp:lastModifiedBy>
  <cp:revision>5</cp:revision>
  <dcterms:created xsi:type="dcterms:W3CDTF">2020-06-19T19:39:02Z</dcterms:created>
  <dcterms:modified xsi:type="dcterms:W3CDTF">2026-02-13T12:48:48Z</dcterms:modified>
</cp:coreProperties>
</file>