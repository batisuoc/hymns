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595" r:id="rId2"/>
    <p:sldId id="412" r:id="rId3"/>
    <p:sldId id="596" r:id="rId4"/>
    <p:sldId id="597" r:id="rId5"/>
    <p:sldId id="598" r:id="rId6"/>
    <p:sldId id="599" r:id="rId7"/>
    <p:sldId id="600" r:id="rId8"/>
    <p:sldId id="603" r:id="rId9"/>
    <p:sldId id="604" r:id="rId10"/>
    <p:sldId id="601" r:id="rId11"/>
    <p:sldId id="602" r:id="rId12"/>
    <p:sldId id="605" r:id="rId13"/>
    <p:sldId id="606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2315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4104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663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2343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76731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2700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3630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6742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909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0652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6511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A452B-B727-42FC-BFF7-21198AC70BD9}" type="datetimeFigureOut">
              <a:rPr lang="zh-TW" altLang="en-US" smtClean="0"/>
              <a:t>2025/2/21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F9256-4AFC-4B9F-A997-551DBA682C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0505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30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基督滿足我心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以前我心苦楚悲傷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永生福氣無望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E0042-D3D3-752E-CB06-4C64A3E28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52338F8-9CE0-9105-4F85-1C86FF437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惟獨基督今為我主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充滿喜樂平康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910D37-43A9-79F0-7421-C95C979E99CF}"/>
              </a:ext>
            </a:extLst>
          </p:cNvPr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( 1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923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57E8A-ECCE-5B34-6B36-1A4E43D35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06848AD-1B1B-9206-0FED-82CBE5BDE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今主基督滿足我心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並無何人像祂</a:t>
            </a:r>
          </a:p>
        </p:txBody>
      </p:sp>
    </p:spTree>
    <p:extLst>
      <p:ext uri="{BB962C8B-B14F-4D97-AF65-F5344CB8AC3E}">
        <p14:creationId xmlns:p14="http://schemas.microsoft.com/office/powerpoint/2010/main" val="983371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F42C5-9798-C775-848C-D1F55873A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F240EED-9F3A-F4D9-DA47-D8B24877C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仁愛生命  永遠喜樂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都由耶穌賜下</a:t>
            </a:r>
          </a:p>
        </p:txBody>
      </p:sp>
    </p:spTree>
    <p:extLst>
      <p:ext uri="{BB962C8B-B14F-4D97-AF65-F5344CB8AC3E}">
        <p14:creationId xmlns:p14="http://schemas.microsoft.com/office/powerpoint/2010/main" val="365486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4FFF6-A7D5-1E7E-8432-94AA18093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DD82767-50FA-2877-E5EF-FA350534A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我嘗世間許多好味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飢渴仍然極深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DD4961-871B-444B-1489-4615426C4A0F}"/>
              </a:ext>
            </a:extLst>
          </p:cNvPr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6188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2A0DE-E515-9E4F-9A1F-AB7A4F853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D55A4A0-1D61-7185-39CC-3DAD70CF8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普天之下一切歡樂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都不滿足我心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51F091-0192-C212-55B1-3C387729446F}"/>
              </a:ext>
            </a:extLst>
          </p:cNvPr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( 2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024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8AC7-CC2B-25B2-E030-76989195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CC137DD-38BF-037C-D5FA-CFA0E7854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今主基督滿足我心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並無何人像祂</a:t>
            </a:r>
          </a:p>
        </p:txBody>
      </p:sp>
    </p:spTree>
    <p:extLst>
      <p:ext uri="{BB962C8B-B14F-4D97-AF65-F5344CB8AC3E}">
        <p14:creationId xmlns:p14="http://schemas.microsoft.com/office/powerpoint/2010/main" val="555533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D61CD-F364-3198-715B-DDE299AC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2F2798E-1E83-BFFB-0701-4838FCA0B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仁愛生命  永遠喜樂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都由耶穌賜下</a:t>
            </a:r>
          </a:p>
        </p:txBody>
      </p:sp>
    </p:spTree>
    <p:extLst>
      <p:ext uri="{BB962C8B-B14F-4D97-AF65-F5344CB8AC3E}">
        <p14:creationId xmlns:p14="http://schemas.microsoft.com/office/powerpoint/2010/main" val="3319465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5B04E-4DF4-DB49-4EC4-245881DFD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4DF37F8-9BDB-A16E-B758-053EA4CAF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以前看重世間百物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都未思慕基督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EC9DF3-C8DC-0559-E2C7-378832152EDA}"/>
              </a:ext>
            </a:extLst>
          </p:cNvPr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438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9144-5468-3E17-6DDD-683228AE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AF06EF5-8FF6-1B98-2FD8-6BF868706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蒙昧心目主替我開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始知主有萬福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B2F074-8ABA-40CC-DC9A-796D3395AF76}"/>
              </a:ext>
            </a:extLst>
          </p:cNvPr>
          <p:cNvSpPr txBox="1"/>
          <p:nvPr/>
        </p:nvSpPr>
        <p:spPr>
          <a:xfrm>
            <a:off x="0" y="5061183"/>
            <a:ext cx="121920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733" b="1" dirty="0">
                <a:solidFill>
                  <a:srgbClr val="660033"/>
                </a:solidFill>
              </a:rPr>
              <a:t>( 3 / 3 )</a:t>
            </a:r>
            <a:endParaRPr lang="vi-VN" sz="3733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4242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55D24-A4CD-A39C-CA61-4DD14D02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3C1858A-8067-4F17-8BB4-F77FE36C5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今主基督滿足我心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並無何人像祂</a:t>
            </a:r>
          </a:p>
        </p:txBody>
      </p:sp>
    </p:spTree>
    <p:extLst>
      <p:ext uri="{BB962C8B-B14F-4D97-AF65-F5344CB8AC3E}">
        <p14:creationId xmlns:p14="http://schemas.microsoft.com/office/powerpoint/2010/main" val="776522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7140A-B502-A50F-B8E1-89AEF134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E57F422-2EC3-0E58-73F2-ACB5C72DC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仁愛生命  永遠喜樂</a:t>
            </a:r>
            <a:endParaRPr lang="en-US" altLang="zh-TW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都由耶穌賜下</a:t>
            </a:r>
          </a:p>
        </p:txBody>
      </p:sp>
    </p:spTree>
    <p:extLst>
      <p:ext uri="{BB962C8B-B14F-4D97-AF65-F5344CB8AC3E}">
        <p14:creationId xmlns:p14="http://schemas.microsoft.com/office/powerpoint/2010/main" val="14775134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47</TotalTime>
  <Words>209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宣道詩 30 基督滿足我心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基督滿足我心</dc:title>
  <dc:creator>大唐</dc:creator>
  <cp:lastModifiedBy>batisuoc</cp:lastModifiedBy>
  <cp:revision>3</cp:revision>
  <dcterms:created xsi:type="dcterms:W3CDTF">2016-12-31T00:53:25Z</dcterms:created>
  <dcterms:modified xsi:type="dcterms:W3CDTF">2025-02-21T14:13:20Z</dcterms:modified>
</cp:coreProperties>
</file>