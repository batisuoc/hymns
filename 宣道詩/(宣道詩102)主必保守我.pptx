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611" r:id="rId2"/>
    <p:sldId id="1612" r:id="rId3"/>
    <p:sldId id="1613" r:id="rId4"/>
    <p:sldId id="1614" r:id="rId5"/>
    <p:sldId id="1615" r:id="rId6"/>
    <p:sldId id="1616" r:id="rId7"/>
    <p:sldId id="1617" r:id="rId8"/>
    <p:sldId id="1618" r:id="rId9"/>
    <p:sldId id="1619" r:id="rId10"/>
    <p:sldId id="1620" r:id="rId11"/>
    <p:sldId id="1621" r:id="rId12"/>
    <p:sldId id="1622" r:id="rId13"/>
    <p:sldId id="1623" r:id="rId14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726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12142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7892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909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2834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0386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6573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2326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2717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 dirty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4261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3439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2827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305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564904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102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主必保守我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937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有時我怕信心失喪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主能保守我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( 1 /</a:t>
            </a:r>
            <a:r>
              <a:rPr lang="zh-CN" altLang="en-US" sz="3600" b="1" dirty="0">
                <a:solidFill>
                  <a:srgbClr val="660033"/>
                </a:solidFill>
                <a:latin typeface="+mn-lt"/>
              </a:rPr>
              <a:t> </a:t>
            </a:r>
            <a:r>
              <a:rPr lang="en-US" altLang="zh-CN" sz="3600" b="1" dirty="0">
                <a:solidFill>
                  <a:srgbClr val="660033"/>
                </a:solidFill>
                <a:latin typeface="+mn-lt"/>
              </a:rPr>
              <a:t>4</a:t>
            </a:r>
            <a:r>
              <a:rPr lang="en-US" sz="3600" b="1" dirty="0">
                <a:solidFill>
                  <a:srgbClr val="660033"/>
                </a:solidFill>
                <a:latin typeface="+mn-lt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80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有時誘惑甚難抵擋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主能保守我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( 1 /</a:t>
            </a:r>
            <a:r>
              <a:rPr lang="zh-CN" altLang="en-US" sz="3600" b="1" dirty="0">
                <a:solidFill>
                  <a:srgbClr val="660033"/>
                </a:solidFill>
                <a:latin typeface="+mn-lt"/>
              </a:rPr>
              <a:t> </a:t>
            </a:r>
            <a:r>
              <a:rPr lang="en-US" altLang="zh-CN" sz="3600" b="1" dirty="0">
                <a:solidFill>
                  <a:srgbClr val="660033"/>
                </a:solidFill>
                <a:latin typeface="+mn-lt"/>
              </a:rPr>
              <a:t>4</a:t>
            </a:r>
            <a:r>
              <a:rPr lang="en-US" sz="3600" b="1" dirty="0">
                <a:solidFill>
                  <a:srgbClr val="660033"/>
                </a:solidFill>
                <a:latin typeface="+mn-lt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911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主必保守我  主必保守我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因我救主這樣愛我  主要保守我</a:t>
            </a:r>
          </a:p>
        </p:txBody>
      </p:sp>
    </p:spTree>
    <p:extLst>
      <p:ext uri="{BB962C8B-B14F-4D97-AF65-F5344CB8AC3E}">
        <p14:creationId xmlns:p14="http://schemas.microsoft.com/office/powerpoint/2010/main" val="288403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自己不能站立穩妥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主必保守我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( 2 /</a:t>
            </a:r>
            <a:r>
              <a:rPr lang="zh-CN" altLang="en-US" sz="3600" b="1" dirty="0">
                <a:solidFill>
                  <a:srgbClr val="660033"/>
                </a:solidFill>
                <a:latin typeface="+mn-lt"/>
              </a:rPr>
              <a:t> </a:t>
            </a:r>
            <a:r>
              <a:rPr lang="en-US" altLang="zh-CN" sz="3600" b="1" dirty="0">
                <a:solidFill>
                  <a:srgbClr val="660033"/>
                </a:solidFill>
                <a:latin typeface="+mn-lt"/>
              </a:rPr>
              <a:t>4</a:t>
            </a:r>
            <a:r>
              <a:rPr lang="en-US" sz="3600" b="1" dirty="0">
                <a:solidFill>
                  <a:srgbClr val="660033"/>
                </a:solidFill>
                <a:latin typeface="+mn-lt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6128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有時愛心冷落生疎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主必保守我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( 2 /</a:t>
            </a:r>
            <a:r>
              <a:rPr lang="zh-CN" altLang="en-US" sz="3600" b="1" dirty="0">
                <a:solidFill>
                  <a:srgbClr val="660033"/>
                </a:solidFill>
                <a:latin typeface="+mn-lt"/>
              </a:rPr>
              <a:t> </a:t>
            </a:r>
            <a:r>
              <a:rPr lang="en-US" altLang="zh-CN" sz="3600" b="1" dirty="0">
                <a:solidFill>
                  <a:srgbClr val="660033"/>
                </a:solidFill>
                <a:latin typeface="+mn-lt"/>
              </a:rPr>
              <a:t>4</a:t>
            </a:r>
            <a:r>
              <a:rPr lang="en-US" sz="3600" b="1" dirty="0">
                <a:solidFill>
                  <a:srgbClr val="660033"/>
                </a:solidFill>
                <a:latin typeface="+mn-lt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0484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主必保守我  主必保守我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因我救主這樣愛我  主要保守我</a:t>
            </a:r>
          </a:p>
        </p:txBody>
      </p:sp>
    </p:spTree>
    <p:extLst>
      <p:ext uri="{BB962C8B-B14F-4D97-AF65-F5344CB8AC3E}">
        <p14:creationId xmlns:p14="http://schemas.microsoft.com/office/powerpoint/2010/main" val="257771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我在主前猶如寶珠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主要保守我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( 3 /</a:t>
            </a:r>
            <a:r>
              <a:rPr lang="zh-CN" altLang="en-US" sz="3600" b="1" dirty="0">
                <a:solidFill>
                  <a:srgbClr val="660033"/>
                </a:solidFill>
                <a:latin typeface="+mn-lt"/>
              </a:rPr>
              <a:t> </a:t>
            </a:r>
            <a:r>
              <a:rPr lang="en-US" altLang="zh-CN" sz="3600" b="1" dirty="0">
                <a:solidFill>
                  <a:srgbClr val="660033"/>
                </a:solidFill>
                <a:latin typeface="+mn-lt"/>
              </a:rPr>
              <a:t>4</a:t>
            </a:r>
            <a:r>
              <a:rPr lang="en-US" sz="3600" b="1" dirty="0">
                <a:solidFill>
                  <a:srgbClr val="660033"/>
                </a:solidFill>
                <a:latin typeface="+mn-lt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909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蒙救恩者為主愛慕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主要保守我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( 3 /</a:t>
            </a:r>
            <a:r>
              <a:rPr lang="zh-CN" altLang="en-US" sz="3600" b="1" dirty="0">
                <a:solidFill>
                  <a:srgbClr val="660033"/>
                </a:solidFill>
                <a:latin typeface="+mn-lt"/>
              </a:rPr>
              <a:t> </a:t>
            </a:r>
            <a:r>
              <a:rPr lang="en-US" altLang="zh-CN" sz="3600" b="1" dirty="0">
                <a:solidFill>
                  <a:srgbClr val="660033"/>
                </a:solidFill>
                <a:latin typeface="+mn-lt"/>
              </a:rPr>
              <a:t>4</a:t>
            </a:r>
            <a:r>
              <a:rPr lang="en-US" sz="3600" b="1" dirty="0">
                <a:solidFill>
                  <a:srgbClr val="660033"/>
                </a:solidFill>
                <a:latin typeface="+mn-lt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1847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主必保守我  主必保守我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因我救主這樣愛我  主要保守我</a:t>
            </a:r>
          </a:p>
        </p:txBody>
      </p:sp>
    </p:spTree>
    <p:extLst>
      <p:ext uri="{BB962C8B-B14F-4D97-AF65-F5344CB8AC3E}">
        <p14:creationId xmlns:p14="http://schemas.microsoft.com/office/powerpoint/2010/main" val="1116589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主不願我靈魂失掉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主必保守我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( 4 /</a:t>
            </a:r>
            <a:r>
              <a:rPr lang="zh-CN" altLang="en-US" sz="3600" b="1" dirty="0">
                <a:solidFill>
                  <a:srgbClr val="660033"/>
                </a:solidFill>
                <a:latin typeface="+mn-lt"/>
              </a:rPr>
              <a:t> </a:t>
            </a:r>
            <a:r>
              <a:rPr lang="en-US" altLang="zh-CN" sz="3600" b="1" dirty="0">
                <a:solidFill>
                  <a:srgbClr val="660033"/>
                </a:solidFill>
                <a:latin typeface="+mn-lt"/>
              </a:rPr>
              <a:t>4</a:t>
            </a:r>
            <a:r>
              <a:rPr lang="en-US" sz="3600" b="1" dirty="0">
                <a:solidFill>
                  <a:srgbClr val="660033"/>
                </a:solidFill>
                <a:latin typeface="+mn-lt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6826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人人可靠罪債還了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主必保守我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( 4 /</a:t>
            </a:r>
            <a:r>
              <a:rPr lang="zh-CN" altLang="en-US" sz="3600" b="1" dirty="0">
                <a:solidFill>
                  <a:srgbClr val="660033"/>
                </a:solidFill>
                <a:latin typeface="+mn-lt"/>
              </a:rPr>
              <a:t> </a:t>
            </a:r>
            <a:r>
              <a:rPr lang="en-US" altLang="zh-CN" sz="3600" b="1" dirty="0">
                <a:solidFill>
                  <a:srgbClr val="660033"/>
                </a:solidFill>
                <a:latin typeface="+mn-lt"/>
              </a:rPr>
              <a:t>4</a:t>
            </a:r>
            <a:r>
              <a:rPr lang="en-US" sz="3600" b="1" dirty="0">
                <a:solidFill>
                  <a:srgbClr val="660033"/>
                </a:solidFill>
                <a:latin typeface="+mn-lt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0432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主必保守我  主必保守我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因我救主這樣愛我  主要保守我</a:t>
            </a:r>
          </a:p>
        </p:txBody>
      </p:sp>
    </p:spTree>
    <p:extLst>
      <p:ext uri="{BB962C8B-B14F-4D97-AF65-F5344CB8AC3E}">
        <p14:creationId xmlns:p14="http://schemas.microsoft.com/office/powerpoint/2010/main" val="132865859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40</TotalTime>
  <Words>246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宣道詩 102 主必保守我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143</cp:revision>
  <dcterms:created xsi:type="dcterms:W3CDTF">2015-05-17T04:39:00Z</dcterms:created>
  <dcterms:modified xsi:type="dcterms:W3CDTF">2024-08-23T10:11:27Z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