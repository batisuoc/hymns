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1625" r:id="rId2"/>
    <p:sldId id="1626" r:id="rId3"/>
    <p:sldId id="1627" r:id="rId4"/>
    <p:sldId id="1628" r:id="rId5"/>
    <p:sldId id="1629" r:id="rId6"/>
    <p:sldId id="1630" r:id="rId7"/>
    <p:sldId id="1631" r:id="rId8"/>
    <p:sldId id="1632" r:id="rId9"/>
    <p:sldId id="1633" r:id="rId10"/>
    <p:sldId id="1634" r:id="rId11"/>
    <p:sldId id="1635" r:id="rId12"/>
    <p:sldId id="1636" r:id="rId13"/>
    <p:sldId id="1637" r:id="rId14"/>
    <p:sldId id="1638" r:id="rId15"/>
    <p:sldId id="1639" r:id="rId16"/>
    <p:sldId id="1640" r:id="rId17"/>
    <p:sldId id="1641" r:id="rId18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648"/>
      </p:cViewPr>
      <p:guideLst>
        <p:guide orient="horz" pos="2305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453B0-9DF3-4847-AF80-E61FDDFE713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C4BEA-116E-4A46-BBD1-DB16043DE460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7931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1D29A9-78CF-43D9-96E6-EC61B25CAC04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8095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42490-7E29-4483-9A31-EFF80A070D56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5851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66FBA3-C5B6-4ABE-B006-3071EDE0865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9376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D6F40A-D4BD-4CFE-9F04-3E5B79AD6394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70853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6EE02C-5D35-4378-8340-C70FEDA343E6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18228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50ADB6-12FA-47A2-8F8B-679B72FFE344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70708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0F8A50-B2C4-4226-B3AC-3C570B2B9CE0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812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F35931-D635-4C49-A97E-2F28EAA6FE94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7728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7D3E4-89F3-4CED-A48A-023A05B8B9D6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7282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3267DE-EE7E-471A-A40B-FAAFF4920C61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7912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E0EF9-2ADF-4FFE-B22E-4DD3F4BA4B81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85430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00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00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163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速發光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千萬人寄生罪中如陷深海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速發光  速發光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38763"/>
            <a:ext cx="12192000" cy="73866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+mn-lt"/>
              </a:rPr>
              <a:t>( 1 / 4 )</a:t>
            </a:r>
            <a:endParaRPr lang="vi-VN" sz="40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046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彼哀呼求救豈可旁觀立待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速發光  須速發光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38763"/>
            <a:ext cx="12192000" cy="73866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+mn-lt"/>
              </a:rPr>
              <a:t>( 1 / 4 )</a:t>
            </a:r>
            <a:endParaRPr lang="vi-VN" sz="40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046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速發光  速發福音真光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速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照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亮  幽暗昏沉地方</a:t>
            </a:r>
          </a:p>
        </p:txBody>
      </p:sp>
    </p:spTree>
    <p:extLst>
      <p:ext uri="{BB962C8B-B14F-4D97-AF65-F5344CB8AC3E}">
        <p14:creationId xmlns:p14="http://schemas.microsoft.com/office/powerpoint/2010/main" val="399046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田禾成熟  宜收斂入倉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速發光  須速發光</a:t>
            </a:r>
          </a:p>
        </p:txBody>
      </p:sp>
    </p:spTree>
    <p:extLst>
      <p:ext uri="{BB962C8B-B14F-4D97-AF65-F5344CB8AC3E}">
        <p14:creationId xmlns:p14="http://schemas.microsoft.com/office/powerpoint/2010/main" val="399046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痛苦罪人急待福音施救濟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速發光  速發光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38763"/>
            <a:ext cx="12192000" cy="73866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+mn-lt"/>
              </a:rPr>
              <a:t>( 2 / 4 )</a:t>
            </a:r>
            <a:endParaRPr lang="vi-VN" sz="40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046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速傳真道拯救眾生切莫遲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速發光  須速發光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38763"/>
            <a:ext cx="12192000" cy="73866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+mn-lt"/>
              </a:rPr>
              <a:t>( 2 / 4 )</a:t>
            </a:r>
            <a:endParaRPr lang="vi-VN" sz="40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046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速發光  速發福音真光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速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照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亮  幽暗昏沉地方</a:t>
            </a:r>
          </a:p>
        </p:txBody>
      </p:sp>
    </p:spTree>
    <p:extLst>
      <p:ext uri="{BB962C8B-B14F-4D97-AF65-F5344CB8AC3E}">
        <p14:creationId xmlns:p14="http://schemas.microsoft.com/office/powerpoint/2010/main" val="399046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田禾成熟  宜收斂入倉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速發光  須速發光</a:t>
            </a:r>
          </a:p>
        </p:txBody>
      </p:sp>
    </p:spTree>
    <p:extLst>
      <p:ext uri="{BB962C8B-B14F-4D97-AF65-F5344CB8AC3E}">
        <p14:creationId xmlns:p14="http://schemas.microsoft.com/office/powerpoint/2010/main" val="399046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耶穌命我傳此福音大信息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速發光  速發光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38763"/>
            <a:ext cx="12192000" cy="73866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+mn-lt"/>
              </a:rPr>
              <a:t>( 3 / 4 )</a:t>
            </a:r>
            <a:endParaRPr lang="vi-VN" sz="40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046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苟不宣傳眾生何有得救時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速發光  須速發光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38763"/>
            <a:ext cx="12192000" cy="73866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+mn-lt"/>
              </a:rPr>
              <a:t>( 3 / 4 )</a:t>
            </a:r>
            <a:endParaRPr lang="vi-VN" sz="40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046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速發光  速發福音真光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速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照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亮  幽暗昏沉地方</a:t>
            </a:r>
          </a:p>
        </p:txBody>
      </p:sp>
    </p:spTree>
    <p:extLst>
      <p:ext uri="{BB962C8B-B14F-4D97-AF65-F5344CB8AC3E}">
        <p14:creationId xmlns:p14="http://schemas.microsoft.com/office/powerpoint/2010/main" val="399046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田禾成熟  宜收斂入倉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速發光  須速發光</a:t>
            </a:r>
          </a:p>
        </p:txBody>
      </p:sp>
    </p:spTree>
    <p:extLst>
      <p:ext uri="{BB962C8B-B14F-4D97-AF65-F5344CB8AC3E}">
        <p14:creationId xmlns:p14="http://schemas.microsoft.com/office/powerpoint/2010/main" val="399046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我們樂遵主命將福音傳開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速發光  速發光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38763"/>
            <a:ext cx="12192000" cy="73866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+mn-lt"/>
              </a:rPr>
              <a:t>( 4 / 4 )</a:t>
            </a:r>
            <a:endParaRPr lang="vi-VN" sz="40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046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發揚真神聖道顯基督仁愛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速發光  須速發光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38763"/>
            <a:ext cx="12192000" cy="73866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+mn-lt"/>
              </a:rPr>
              <a:t>( 4 / 4 )</a:t>
            </a:r>
            <a:endParaRPr lang="vi-VN" sz="40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046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速發光  速發福音真光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速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照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亮  幽暗昏沉地方</a:t>
            </a:r>
          </a:p>
        </p:txBody>
      </p:sp>
    </p:spTree>
    <p:extLst>
      <p:ext uri="{BB962C8B-B14F-4D97-AF65-F5344CB8AC3E}">
        <p14:creationId xmlns:p14="http://schemas.microsoft.com/office/powerpoint/2010/main" val="399046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田禾成熟  宜收斂入倉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  <a:sym typeface="+mn-ea"/>
              </a:rPr>
              <a:t>速發光  須速發光</a:t>
            </a:r>
          </a:p>
        </p:txBody>
      </p:sp>
    </p:spTree>
    <p:extLst>
      <p:ext uri="{BB962C8B-B14F-4D97-AF65-F5344CB8AC3E}">
        <p14:creationId xmlns:p14="http://schemas.microsoft.com/office/powerpoint/2010/main" val="39904605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14</TotalTime>
  <Words>324</Words>
  <Application>Microsoft Office PowerPoint</Application>
  <PresentationFormat>Widescreen</PresentationFormat>
  <Paragraphs>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Microsoft JhengHei</vt:lpstr>
      <vt:lpstr>Microsoft JhengHei</vt:lpstr>
      <vt:lpstr>Arial</vt:lpstr>
      <vt:lpstr>Calibri</vt:lpstr>
      <vt:lpstr>Theme1</vt:lpstr>
      <vt:lpstr>宣道詩 163 速發光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batisuoc</cp:lastModifiedBy>
  <cp:revision>142</cp:revision>
  <dcterms:created xsi:type="dcterms:W3CDTF">2015-05-17T04:39:00Z</dcterms:created>
  <dcterms:modified xsi:type="dcterms:W3CDTF">2024-09-28T06:07:59Z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1033-10.1.0.5507</vt:lpwstr>
  </property>
</Properties>
</file>