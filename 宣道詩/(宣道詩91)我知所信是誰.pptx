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72" y="1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440D-73A6-4284-860D-9AB8F0F2F29B}" type="datetimeFigureOut">
              <a:rPr lang="zh-TW" altLang="en-US" smtClean="0"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B182-4B21-48BC-9D10-5A64A3A21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57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440D-73A6-4284-860D-9AB8F0F2F29B}" type="datetimeFigureOut">
              <a:rPr lang="zh-TW" altLang="en-US" smtClean="0"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B182-4B21-48BC-9D10-5A64A3A21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463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440D-73A6-4284-860D-9AB8F0F2F29B}" type="datetimeFigureOut">
              <a:rPr lang="zh-TW" altLang="en-US" smtClean="0"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B182-4B21-48BC-9D10-5A64A3A21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2026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440D-73A6-4284-860D-9AB8F0F2F29B}" type="datetimeFigureOut">
              <a:rPr lang="zh-TW" altLang="en-US" smtClean="0"/>
              <a:t>2025/10/11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B182-4B21-48BC-9D10-5A64A3A21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4631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440D-73A6-4284-860D-9AB8F0F2F29B}" type="datetimeFigureOut">
              <a:rPr lang="zh-TW" altLang="en-US" smtClean="0"/>
              <a:t>2025/10/11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B182-4B21-48BC-9D10-5A64A3A21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0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440D-73A6-4284-860D-9AB8F0F2F29B}" type="datetimeFigureOut">
              <a:rPr lang="zh-TW" altLang="en-US" smtClean="0"/>
              <a:t>2025/10/11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B182-4B21-48BC-9D10-5A64A3A21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3397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440D-73A6-4284-860D-9AB8F0F2F29B}" type="datetimeFigureOut">
              <a:rPr lang="zh-TW" altLang="en-US" smtClean="0"/>
              <a:t>2025/10/11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B182-4B21-48BC-9D10-5A64A3A21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3535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440D-73A6-4284-860D-9AB8F0F2F29B}" type="datetimeFigureOut">
              <a:rPr lang="zh-TW" altLang="en-US" smtClean="0"/>
              <a:t>2025/10/11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B182-4B21-48BC-9D10-5A64A3A21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97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440D-73A6-4284-860D-9AB8F0F2F29B}" type="datetimeFigureOut">
              <a:rPr lang="zh-TW" altLang="en-US" smtClean="0"/>
              <a:t>2025/10/11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B182-4B21-48BC-9D10-5A64A3A21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5408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440D-73A6-4284-860D-9AB8F0F2F29B}" type="datetimeFigureOut">
              <a:rPr lang="zh-TW" altLang="en-US" smtClean="0"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B182-4B21-48BC-9D10-5A64A3A21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69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440D-73A6-4284-860D-9AB8F0F2F29B}" type="datetimeFigureOut">
              <a:rPr lang="zh-TW" altLang="en-US" smtClean="0"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B182-4B21-48BC-9D10-5A64A3A21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807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8440D-73A6-4284-860D-9AB8F0F2F29B}" type="datetimeFigureOut">
              <a:rPr lang="zh-TW" altLang="en-US" smtClean="0"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0B182-4B21-48BC-9D10-5A64A3A21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1647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91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我知所信是誰</a:t>
            </a:r>
            <a:endParaRPr lang="zh-TW" altLang="en-US" sz="8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08353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不知何以上主恩惠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待我如此深厚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7657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( 1 / 5 )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33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不堪如我亦蒙選召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主恩何等奇妙</a:t>
            </a:r>
            <a:endParaRPr lang="zh-TW" altLang="en-US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657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( 1 / 5 )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202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惟我深知所信的是誰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也深信主能保守我交付</a:t>
            </a:r>
          </a:p>
        </p:txBody>
      </p:sp>
    </p:spTree>
    <p:extLst>
      <p:ext uri="{BB962C8B-B14F-4D97-AF65-F5344CB8AC3E}">
        <p14:creationId xmlns:p14="http://schemas.microsoft.com/office/powerpoint/2010/main" val="2749555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與主的並主託我的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都全備直到那日</a:t>
            </a:r>
          </a:p>
        </p:txBody>
      </p:sp>
    </p:spTree>
    <p:extLst>
      <p:ext uri="{BB962C8B-B14F-4D97-AF65-F5344CB8AC3E}">
        <p14:creationId xmlns:p14="http://schemas.microsoft.com/office/powerpoint/2010/main" val="335933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不知何以因信得救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恩門向我放開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7657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( 2 / 5 )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580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不知何以一信主話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平安便滿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心懷</a:t>
            </a:r>
            <a:endParaRPr lang="zh-TW" altLang="en-US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657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( 2 / 5 )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739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惟我深知所信的是誰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也深信主能保守我交付</a:t>
            </a:r>
          </a:p>
        </p:txBody>
      </p:sp>
    </p:spTree>
    <p:extLst>
      <p:ext uri="{BB962C8B-B14F-4D97-AF65-F5344CB8AC3E}">
        <p14:creationId xmlns:p14="http://schemas.microsoft.com/office/powerpoint/2010/main" val="473766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與主的並主託我的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都全備直到那日</a:t>
            </a:r>
          </a:p>
        </p:txBody>
      </p:sp>
    </p:spTree>
    <p:extLst>
      <p:ext uri="{BB962C8B-B14F-4D97-AF65-F5344CB8AC3E}">
        <p14:creationId xmlns:p14="http://schemas.microsoft.com/office/powerpoint/2010/main" val="30053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不知如何聖靈感動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使人知己罪污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7657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( 3 / 5 )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85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由聖經中顯明耶穌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引人信靠救主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7657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( 3 / 5 )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537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惟我深知所信的是誰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也深信主能保守我交付</a:t>
            </a:r>
          </a:p>
        </p:txBody>
      </p:sp>
    </p:spTree>
    <p:extLst>
      <p:ext uri="{BB962C8B-B14F-4D97-AF65-F5344CB8AC3E}">
        <p14:creationId xmlns:p14="http://schemas.microsoft.com/office/powerpoint/2010/main" val="2898323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與主的並主託我的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都全備直到那日</a:t>
            </a:r>
          </a:p>
        </p:txBody>
      </p:sp>
    </p:spTree>
    <p:extLst>
      <p:ext uri="{BB962C8B-B14F-4D97-AF65-F5344CB8AC3E}">
        <p14:creationId xmlns:p14="http://schemas.microsoft.com/office/powerpoint/2010/main" val="1010065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不知明日將遇何事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前途或順或逆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7657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( 4 / 5 )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15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但主慈愛永不更改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主必看顧到底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7657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( 4 / 5 )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440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惟我深知所信的是誰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也深信主能保守我交付</a:t>
            </a:r>
          </a:p>
        </p:txBody>
      </p:sp>
    </p:spTree>
    <p:extLst>
      <p:ext uri="{BB962C8B-B14F-4D97-AF65-F5344CB8AC3E}">
        <p14:creationId xmlns:p14="http://schemas.microsoft.com/office/powerpoint/2010/main" val="2212915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與主的並主託我的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都全備直到那日</a:t>
            </a:r>
          </a:p>
        </p:txBody>
      </p:sp>
    </p:spTree>
    <p:extLst>
      <p:ext uri="{BB962C8B-B14F-4D97-AF65-F5344CB8AC3E}">
        <p14:creationId xmlns:p14="http://schemas.microsoft.com/office/powerpoint/2010/main" val="1746208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不知我主何時再臨</a:t>
            </a:r>
            <a:endParaRPr lang="zh-TW" altLang="en-US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如何與主相逢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7657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( 5 / 5 )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687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或將經過死蔭幽谷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或遇主於空中</a:t>
            </a:r>
            <a:endParaRPr lang="zh-TW" altLang="en-US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657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( 5 / 5 )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99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惟我深知所信的是誰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也深信主能保守我交付</a:t>
            </a:r>
          </a:p>
        </p:txBody>
      </p:sp>
    </p:spTree>
    <p:extLst>
      <p:ext uri="{BB962C8B-B14F-4D97-AF65-F5344CB8AC3E}">
        <p14:creationId xmlns:p14="http://schemas.microsoft.com/office/powerpoint/2010/main" val="3998066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與主的並主託我的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都全備直到那日</a:t>
            </a:r>
          </a:p>
        </p:txBody>
      </p:sp>
    </p:spTree>
    <p:extLst>
      <p:ext uri="{BB962C8B-B14F-4D97-AF65-F5344CB8AC3E}">
        <p14:creationId xmlns:p14="http://schemas.microsoft.com/office/powerpoint/2010/main" val="318245501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35</TotalTime>
  <Words>371</Words>
  <Application>Microsoft Office PowerPoint</Application>
  <PresentationFormat>Widescreen</PresentationFormat>
  <Paragraphs>51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微軟正黑體</vt:lpstr>
      <vt:lpstr>微軟正黑體</vt:lpstr>
      <vt:lpstr>Arial</vt:lpstr>
      <vt:lpstr>Calibri</vt:lpstr>
      <vt:lpstr>Theme1</vt:lpstr>
      <vt:lpstr>宣道詩 91 我知所信是誰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我知所信是誰</dc:title>
  <dc:creator>大唐</dc:creator>
  <cp:lastModifiedBy>batisuoc</cp:lastModifiedBy>
  <cp:revision>7</cp:revision>
  <dcterms:created xsi:type="dcterms:W3CDTF">2016-09-02T01:13:53Z</dcterms:created>
  <dcterms:modified xsi:type="dcterms:W3CDTF">2025-10-11T09:17:29Z</dcterms:modified>
</cp:coreProperties>
</file>