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3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19" r:id="rId10"/>
    <p:sldId id="426" r:id="rId11"/>
    <p:sldId id="427" r:id="rId12"/>
    <p:sldId id="420" r:id="rId13"/>
    <p:sldId id="421" r:id="rId14"/>
    <p:sldId id="422" r:id="rId15"/>
    <p:sldId id="428" r:id="rId16"/>
    <p:sldId id="429" r:id="rId17"/>
    <p:sldId id="423" r:id="rId18"/>
    <p:sldId id="424" r:id="rId19"/>
    <p:sldId id="425" r:id="rId20"/>
    <p:sldId id="430" r:id="rId21"/>
    <p:sldId id="431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5537E-FC53-4C84-BD1F-251E4CCC7059}" type="datetimeFigureOut">
              <a:rPr lang="zh-TW" altLang="en-US" smtClean="0"/>
              <a:pPr/>
              <a:t>2026/2/14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639F2-D122-469D-86BC-BAFAFA2AA4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5537E-FC53-4C84-BD1F-251E4CCC7059}" type="datetimeFigureOut">
              <a:rPr lang="zh-TW" altLang="en-US" smtClean="0"/>
              <a:pPr/>
              <a:t>2026/2/14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639F2-D122-469D-86BC-BAFAFA2AA4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5537E-FC53-4C84-BD1F-251E4CCC7059}" type="datetimeFigureOut">
              <a:rPr lang="zh-TW" altLang="en-US" smtClean="0"/>
              <a:pPr/>
              <a:t>2026/2/14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639F2-D122-469D-86BC-BAFAFA2AA4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5537E-FC53-4C84-BD1F-251E4CCC7059}" type="datetimeFigureOut">
              <a:rPr lang="zh-TW" altLang="en-US" smtClean="0"/>
              <a:pPr/>
              <a:t>2026/2/14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639F2-D122-469D-86BC-BAFAFA2AA4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5537E-FC53-4C84-BD1F-251E4CCC7059}" type="datetimeFigureOut">
              <a:rPr lang="zh-TW" altLang="en-US" smtClean="0"/>
              <a:pPr/>
              <a:t>2026/2/14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639F2-D122-469D-86BC-BAFAFA2AA4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5537E-FC53-4C84-BD1F-251E4CCC7059}" type="datetimeFigureOut">
              <a:rPr lang="zh-TW" altLang="en-US" smtClean="0"/>
              <a:pPr/>
              <a:t>2026/2/14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639F2-D122-469D-86BC-BAFAFA2AA4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5537E-FC53-4C84-BD1F-251E4CCC7059}" type="datetimeFigureOut">
              <a:rPr lang="zh-TW" altLang="en-US" smtClean="0"/>
              <a:pPr/>
              <a:t>2026/2/14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639F2-D122-469D-86BC-BAFAFA2AA4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5537E-FC53-4C84-BD1F-251E4CCC7059}" type="datetimeFigureOut">
              <a:rPr lang="zh-TW" altLang="en-US" smtClean="0"/>
              <a:pPr/>
              <a:t>2026/2/14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639F2-D122-469D-86BC-BAFAFA2AA4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5537E-FC53-4C84-BD1F-251E4CCC7059}" type="datetimeFigureOut">
              <a:rPr lang="zh-TW" altLang="en-US" smtClean="0"/>
              <a:pPr/>
              <a:t>2026/2/14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639F2-D122-469D-86BC-BAFAFA2AA4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5537E-FC53-4C84-BD1F-251E4CCC7059}" type="datetimeFigureOut">
              <a:rPr lang="zh-TW" altLang="en-US" smtClean="0"/>
              <a:pPr/>
              <a:t>2026/2/14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639F2-D122-469D-86BC-BAFAFA2AA4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5537E-FC53-4C84-BD1F-251E4CCC7059}" type="datetimeFigureOut">
              <a:rPr lang="zh-TW" altLang="en-US" smtClean="0"/>
              <a:pPr/>
              <a:t>2026/2/14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639F2-D122-469D-86BC-BAFAFA2AA4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5537E-FC53-4C84-BD1F-251E4CCC7059}" type="datetimeFigureOut">
              <a:rPr lang="zh-TW" altLang="en-US" smtClean="0"/>
              <a:pPr/>
              <a:t>2026/2/14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639F2-D122-469D-86BC-BAFAFA2AA4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250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往天行走</a:t>
            </a: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凡敬愛主的人  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可歡然來讚美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AFE29-1411-4D1A-EC35-D1A4896BC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A35FBD4-92CD-FCEC-FBFF-C2839FAF2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同心同聲頌揚主恩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同心同聲頌揚主恩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68809-D02A-DA91-244B-10EF2FB37C2B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899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110A8-D559-F422-D541-111341E68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C7C198B-36FD-E006-DC15-564C5DA87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皆環繞主座位 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皆環繞主座位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8EA208-6285-2DFC-89B8-7597249B8817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1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79EB4-0BF4-E777-16B6-EB5793475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36CC3ED-8889-AF05-503A-A998AD767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今同心往聖山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就是那佳美之錫安</a:t>
            </a:r>
          </a:p>
        </p:txBody>
      </p:sp>
    </p:spTree>
    <p:extLst>
      <p:ext uri="{BB962C8B-B14F-4D97-AF65-F5344CB8AC3E}">
        <p14:creationId xmlns:p14="http://schemas.microsoft.com/office/powerpoint/2010/main" val="3016240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1A67-9EAA-E47F-E1C0-8386B4D6F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83E5FC9-705F-9A32-D4B7-6EACBE059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大家齊步奔往聖山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仰望那佳美之聖城</a:t>
            </a:r>
          </a:p>
        </p:txBody>
      </p:sp>
    </p:spTree>
    <p:extLst>
      <p:ext uri="{BB962C8B-B14F-4D97-AF65-F5344CB8AC3E}">
        <p14:creationId xmlns:p14="http://schemas.microsoft.com/office/powerpoint/2010/main" val="1286926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9D8E3-D23B-272E-23EC-326375122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DA5DDE3-3CB0-5A03-64D1-19A142B78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若有人未識主 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頌主自然無味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D703F-82D0-5B63-FBA2-E7DC15414398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894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00646-43E4-8226-5080-305D7D36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390A926-3B52-4C1E-E5CC-B32095821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但全能主所收兒女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但全能主所收兒女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28C50D-8497-309A-E76D-559FA90038DD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593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28B8B-2291-7F1A-6263-92A94FD91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6937A32-F048-549A-E122-B007BB65F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總要歡然讚美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總要歡然讚美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36CCE-FD4D-4361-8031-390ABA240647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954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E9270-A866-9FBF-E368-31F079D46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A770B5F-3B6C-2FED-50AE-0F35735ED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今同心往聖山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就是那佳美之錫安</a:t>
            </a:r>
          </a:p>
        </p:txBody>
      </p:sp>
    </p:spTree>
    <p:extLst>
      <p:ext uri="{BB962C8B-B14F-4D97-AF65-F5344CB8AC3E}">
        <p14:creationId xmlns:p14="http://schemas.microsoft.com/office/powerpoint/2010/main" val="17409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445D6-3929-4075-51A3-F56D7C586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5FFCCF-2B2A-7C83-375D-C617FAE13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大家齊步奔往聖山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仰望那佳美之聖城</a:t>
            </a:r>
          </a:p>
        </p:txBody>
      </p:sp>
    </p:spTree>
    <p:extLst>
      <p:ext uri="{BB962C8B-B14F-4D97-AF65-F5344CB8AC3E}">
        <p14:creationId xmlns:p14="http://schemas.microsoft.com/office/powerpoint/2010/main" val="412378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EE60D-5064-4B79-E2EA-009EFE561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FF1389C-2432-9A91-EBBA-233F0B0F4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未走到天上城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未行那黃金路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EE4DC3-7BE4-2CFA-8CEA-AFAD5703A94D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( 3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353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4EC08-D43D-40A6-DEE9-12CD0AB4D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50683E1-CBDC-39CC-AF1E-46CC90D7F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從主的民已得太平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從主的民已得太平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C01A83-9B74-E055-66E7-F5CEAD0256FB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( 3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839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2414-2DC2-9E8E-C1AE-4B833AC6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0D3D92D-A63F-23E7-A713-182218175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一路蒙福無數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一路蒙福無數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C19675-E1C1-F6B1-A7CF-11662E14BEC5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( 3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646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95F57-0FA4-7C1C-A020-362B25B4D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AA3B05D-DFBE-431E-312A-CC04A19D6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今同心往聖山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就是那佳美之錫安</a:t>
            </a:r>
          </a:p>
        </p:txBody>
      </p:sp>
    </p:spTree>
    <p:extLst>
      <p:ext uri="{BB962C8B-B14F-4D97-AF65-F5344CB8AC3E}">
        <p14:creationId xmlns:p14="http://schemas.microsoft.com/office/powerpoint/2010/main" val="1704560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B0F53-6EEB-245C-6AD7-D2E4656CD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C57A021-31B2-633F-D32F-30B5CC3D9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大家齊步奔往聖山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仰望那佳美之聖城</a:t>
            </a:r>
          </a:p>
        </p:txBody>
      </p:sp>
    </p:spTree>
    <p:extLst>
      <p:ext uri="{BB962C8B-B14F-4D97-AF65-F5344CB8AC3E}">
        <p14:creationId xmlns:p14="http://schemas.microsoft.com/office/powerpoint/2010/main" val="1048487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AB7B0-272E-F0FE-8C94-8D1FEC88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E8278E8-2E2E-62B8-CA97-CB798622B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故此歡樂無窮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我眼淚都擦淨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4BC7C-5CEF-2BED-C327-24E3E5783CA2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( 4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570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0FB71-5E9D-1DC1-1A3D-5B11823D1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CF04BB7-8C0E-78ED-F045-72071A938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前面榮光就是明宮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前面榮光就是明宮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49E700-2170-5B21-FBFC-F068A9812AF6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( 4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446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EE17E-769B-591A-F42A-0B30FF178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F966E1A-066D-4D73-1B3E-CA86F29FE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過片時到樂境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過片時到樂境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4066E-3DDC-03D7-CDAF-6D7A9C0C42A2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( 4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36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30071-43CF-E0DA-3CA4-9C90AF69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C4F73A3-0B3B-5356-EF80-81D5909EE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今同心往聖山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就是那佳美之錫安</a:t>
            </a:r>
          </a:p>
        </p:txBody>
      </p:sp>
    </p:spTree>
    <p:extLst>
      <p:ext uri="{BB962C8B-B14F-4D97-AF65-F5344CB8AC3E}">
        <p14:creationId xmlns:p14="http://schemas.microsoft.com/office/powerpoint/2010/main" val="327012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38A27-874A-20E6-9E13-CFD103A3F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F119E08-396D-619F-7D40-25D30FDE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大家齊步奔往聖山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仰望那佳美之聖城</a:t>
            </a:r>
          </a:p>
        </p:txBody>
      </p:sp>
    </p:spTree>
    <p:extLst>
      <p:ext uri="{BB962C8B-B14F-4D97-AF65-F5344CB8AC3E}">
        <p14:creationId xmlns:p14="http://schemas.microsoft.com/office/powerpoint/2010/main" val="1328605199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14</TotalTime>
  <Words>349</Words>
  <Application>Microsoft Office PowerPoint</Application>
  <PresentationFormat>Widescreen</PresentationFormat>
  <Paragraphs>53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Microsoft JhengHei</vt:lpstr>
      <vt:lpstr>Microsoft JhengHei</vt:lpstr>
      <vt:lpstr>Arial</vt:lpstr>
      <vt:lpstr>Calibri</vt:lpstr>
      <vt:lpstr>佈景主題11</vt:lpstr>
      <vt:lpstr>宣道詩 250 往天行走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往天行走</dc:title>
  <dc:creator>User</dc:creator>
  <cp:lastModifiedBy>Uncle Jo</cp:lastModifiedBy>
  <cp:revision>7</cp:revision>
  <dcterms:created xsi:type="dcterms:W3CDTF">2017-07-23T00:23:28Z</dcterms:created>
  <dcterms:modified xsi:type="dcterms:W3CDTF">2026-02-14T09:09:35Z</dcterms:modified>
</cp:coreProperties>
</file>