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1607" r:id="rId2"/>
    <p:sldId id="1608" r:id="rId3"/>
    <p:sldId id="1609" r:id="rId4"/>
    <p:sldId id="1610" r:id="rId5"/>
    <p:sldId id="1611" r:id="rId6"/>
    <p:sldId id="1612" r:id="rId7"/>
    <p:sldId id="1613" r:id="rId8"/>
    <p:sldId id="1614" r:id="rId9"/>
    <p:sldId id="1615" r:id="rId10"/>
    <p:sldId id="1616" r:id="rId11"/>
    <p:sldId id="1617" r:id="rId12"/>
    <p:sldId id="1618" r:id="rId13"/>
    <p:sldId id="1619" r:id="rId14"/>
  </p:sldIdLst>
  <p:sldSz cx="12192000" cy="6858000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4" d="100"/>
          <a:sy n="44" d="100"/>
        </p:scale>
        <p:origin x="58" y="888"/>
      </p:cViewPr>
      <p:guideLst>
        <p:guide orient="horz" pos="226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9453B0-9DF3-4847-AF80-E61FDDFE713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smtClean="0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0C4BEA-116E-4A46-BBD1-DB16043DE460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54574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1D29A9-78CF-43D9-96E6-EC61B25CAC0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50727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642490-7E29-4483-9A31-EFF80A070D56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14642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66FBA3-C5B6-4ABE-B006-3071EDE08652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81217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0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D6F40A-D4BD-4CFE-9F04-3E5B79AD639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65455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6EE02C-5D35-4378-8340-C70FEDA343E6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7713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50ADB6-12FA-47A2-8F8B-679B72FFE34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9570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0F8A50-B2C4-4226-B3AC-3C570B2B9CE0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82705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zh-TW" smtClean="0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F35931-D635-4C49-A97E-2F28EAA6FE9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9514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E7D3E4-89F3-4CED-A48A-023A05B8B9D6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78066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3267DE-EE7E-471A-A40B-FAAFF4920C61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6537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24E0EF9-2ADF-4FFE-B22E-4DD3F4BA4B81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17279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宣道詩 </a:t>
            </a:r>
            <a:r>
              <a:rPr lang="en-US" altLang="zh-CN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119</a:t>
            </a:r>
            <a: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/>
            </a:r>
            <a:b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TW" altLang="en-US" sz="80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日光在心</a:t>
            </a:r>
            <a:endParaRPr lang="zh-TW" altLang="en-US" sz="8000" b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64773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今有日光照在我心内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極大榮耀輝煌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3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</a:t>
            </a:r>
            <a:r>
              <a:rPr lang="en-US" sz="3733" b="1" dirty="0">
                <a:solidFill>
                  <a:srgbClr val="660033"/>
                </a:solidFill>
              </a:rPr>
              <a:t>1 / 3 </a:t>
            </a:r>
            <a:r>
              <a:rPr lang="en-US" sz="3733" b="1" dirty="0">
                <a:solidFill>
                  <a:srgbClr val="660033"/>
                </a:solidFill>
              </a:rPr>
              <a:t>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81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世上微光不能比較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因耶穌是我光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3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</a:t>
            </a:r>
            <a:r>
              <a:rPr lang="en-US" sz="3733" b="1" dirty="0">
                <a:solidFill>
                  <a:srgbClr val="660033"/>
                </a:solidFill>
              </a:rPr>
              <a:t>1 / 3 </a:t>
            </a:r>
            <a:r>
              <a:rPr lang="en-US" sz="3733" b="1" dirty="0">
                <a:solidFill>
                  <a:srgbClr val="660033"/>
                </a:solidFill>
              </a:rPr>
              <a:t>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1243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快樂日光  有福日光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何時有這快樂平安來</a:t>
            </a:r>
          </a:p>
        </p:txBody>
      </p:sp>
    </p:spTree>
    <p:extLst>
      <p:ext uri="{BB962C8B-B14F-4D97-AF65-F5344CB8AC3E}">
        <p14:creationId xmlns:p14="http://schemas.microsoft.com/office/powerpoint/2010/main" val="1004797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就是耶穌歡笑時候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有日光照我心懷</a:t>
            </a:r>
          </a:p>
        </p:txBody>
      </p:sp>
    </p:spTree>
    <p:extLst>
      <p:ext uri="{BB962C8B-B14F-4D97-AF65-F5344CB8AC3E}">
        <p14:creationId xmlns:p14="http://schemas.microsoft.com/office/powerpoint/2010/main" val="1646973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今有音樂充滿我心内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向我君王頌揚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3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</a:t>
            </a:r>
            <a:r>
              <a:rPr lang="en-US" sz="3733" b="1" dirty="0">
                <a:solidFill>
                  <a:srgbClr val="660033"/>
                </a:solidFill>
              </a:rPr>
              <a:t>2 / 3 </a:t>
            </a:r>
            <a:r>
              <a:rPr lang="en-US" sz="3733" b="1" dirty="0">
                <a:solidFill>
                  <a:srgbClr val="660033"/>
                </a:solidFill>
              </a:rPr>
              <a:t>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8998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耶穌喜聽所有歌聲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雖我還未能唱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3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</a:t>
            </a:r>
            <a:r>
              <a:rPr lang="en-US" sz="3733" b="1" dirty="0">
                <a:solidFill>
                  <a:srgbClr val="660033"/>
                </a:solidFill>
              </a:rPr>
              <a:t>2 / 3 </a:t>
            </a:r>
            <a:r>
              <a:rPr lang="en-US" sz="3733" b="1" dirty="0">
                <a:solidFill>
                  <a:srgbClr val="660033"/>
                </a:solidFill>
              </a:rPr>
              <a:t>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7095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快樂日光  有福日光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何時有這快樂平安來</a:t>
            </a:r>
          </a:p>
        </p:txBody>
      </p:sp>
    </p:spTree>
    <p:extLst>
      <p:ext uri="{BB962C8B-B14F-4D97-AF65-F5344CB8AC3E}">
        <p14:creationId xmlns:p14="http://schemas.microsoft.com/office/powerpoint/2010/main" val="2533679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就是耶穌歡笑時候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有日光照我心懷</a:t>
            </a:r>
          </a:p>
        </p:txBody>
      </p:sp>
    </p:spTree>
    <p:extLst>
      <p:ext uri="{BB962C8B-B14F-4D97-AF65-F5344CB8AC3E}">
        <p14:creationId xmlns:p14="http://schemas.microsoft.com/office/powerpoint/2010/main" val="3898991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今有主耶穌與我同在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我心就有暢快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3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</a:t>
            </a:r>
            <a:r>
              <a:rPr lang="en-US" sz="3733" b="1" dirty="0">
                <a:solidFill>
                  <a:srgbClr val="660033"/>
                </a:solidFill>
              </a:rPr>
              <a:t>3 / 3 </a:t>
            </a:r>
            <a:r>
              <a:rPr lang="en-US" sz="3733" b="1" dirty="0">
                <a:solidFill>
                  <a:srgbClr val="660033"/>
                </a:solidFill>
              </a:rPr>
              <a:t>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6155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平安聖靈在我心内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唱出主大恩愛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3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</a:t>
            </a:r>
            <a:r>
              <a:rPr lang="en-US" sz="3733" b="1" dirty="0">
                <a:solidFill>
                  <a:srgbClr val="660033"/>
                </a:solidFill>
              </a:rPr>
              <a:t>3 / 3 </a:t>
            </a:r>
            <a:r>
              <a:rPr lang="en-US" sz="3733" b="1" dirty="0">
                <a:solidFill>
                  <a:srgbClr val="660033"/>
                </a:solidFill>
              </a:rPr>
              <a:t>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9641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快樂日光  有福日光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何時有這快樂平安來</a:t>
            </a:r>
          </a:p>
        </p:txBody>
      </p:sp>
    </p:spTree>
    <p:extLst>
      <p:ext uri="{BB962C8B-B14F-4D97-AF65-F5344CB8AC3E}">
        <p14:creationId xmlns:p14="http://schemas.microsoft.com/office/powerpoint/2010/main" val="1518188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就是耶穌歡笑時候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有日光照我心懷</a:t>
            </a:r>
          </a:p>
        </p:txBody>
      </p:sp>
    </p:spTree>
    <p:extLst>
      <p:ext uri="{BB962C8B-B14F-4D97-AF65-F5344CB8AC3E}">
        <p14:creationId xmlns:p14="http://schemas.microsoft.com/office/powerpoint/2010/main" val="332444647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12</TotalTime>
  <Words>217</Words>
  <Application>Microsoft Office PowerPoint</Application>
  <PresentationFormat>Widescreen</PresentationFormat>
  <Paragraphs>31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Microsoft JhengHei</vt:lpstr>
      <vt:lpstr>Microsoft JhengHei</vt:lpstr>
      <vt:lpstr>新細明體</vt:lpstr>
      <vt:lpstr>Arial</vt:lpstr>
      <vt:lpstr>Calibri</vt:lpstr>
      <vt:lpstr>Theme1</vt:lpstr>
      <vt:lpstr>宣道詩 119 日光在心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Joe Cheng</cp:lastModifiedBy>
  <cp:revision>138</cp:revision>
  <dcterms:created xsi:type="dcterms:W3CDTF">2015-05-17T04:39:00Z</dcterms:created>
  <dcterms:modified xsi:type="dcterms:W3CDTF">2025-08-16T07:47:39Z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1033-10.1.0.5507</vt:lpwstr>
  </property>
</Properties>
</file>