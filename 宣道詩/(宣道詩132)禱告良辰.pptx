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5300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530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7600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39040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5626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33644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557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8147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539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6114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266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EDBFF-0C8A-4DEA-813D-00C114090525}" type="datetimeFigureOut">
              <a:rPr lang="vi-VN" smtClean="0"/>
              <a:t>08/07/2024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5141C-5C51-4828-AC65-3E55BDA8C7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1074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132</a:t>
            </a:r>
            <a:br>
              <a:rPr lang="en-US" altLang="zh-CN" sz="7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禱告良辰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515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禱告良辰何等歡欣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能忘俗慮靜拜真神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( 1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82178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施恩座前誠敬下俯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諸般所欲祈求天父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684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昔時遇難主常保佑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心中憂患屢蒙解救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513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得此恩時即能敵魔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知他詭計不入網羅</a:t>
            </a:r>
            <a:endParaRPr lang="vi-V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32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禱告良辰何等歡欣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言入主耳如香上聞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12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上主誠信必然憐憫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給我降福賜恩無盡</a:t>
            </a:r>
            <a:endParaRPr lang="vi-V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047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昔曾命我求拜主面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信主言語靠主恩眷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803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今就恩座我跪主前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一切憂慮託主在天</a:t>
            </a:r>
            <a:endParaRPr lang="vi-V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160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禱告良辰何等歡欣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每逢求主安慰我心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980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臨危遙望迦南美地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喜脱塵世飛騰展翅</a:t>
            </a:r>
            <a:endParaRPr lang="vi-V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981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我必上升領主獎賞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畏懼消失神淸氣爽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05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將到天門半空歡呼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我禱靈驗立見耶穌</a:t>
            </a:r>
            <a:endParaRPr lang="vi-V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32997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49</TotalTime>
  <Words>261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宣道詩 132 禱告良辰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禱告良辰</dc:title>
  <dc:creator>Windows User</dc:creator>
  <cp:lastModifiedBy>batisuoc</cp:lastModifiedBy>
  <cp:revision>14</cp:revision>
  <dcterms:created xsi:type="dcterms:W3CDTF">2020-08-27T18:25:41Z</dcterms:created>
  <dcterms:modified xsi:type="dcterms:W3CDTF">2024-07-08T07:50:20Z</dcterms:modified>
</cp:coreProperties>
</file>