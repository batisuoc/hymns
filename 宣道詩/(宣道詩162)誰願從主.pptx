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72" y="1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14149-91C5-4D48-991E-D9859C4A7691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3EB6-EC7E-47E4-87C5-57209BD346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46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14149-91C5-4D48-991E-D9859C4A7691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3EB6-EC7E-47E4-87C5-57209BD346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224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14149-91C5-4D48-991E-D9859C4A7691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3EB6-EC7E-47E4-87C5-57209BD346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859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14149-91C5-4D48-991E-D9859C4A7691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3EB6-EC7E-47E4-87C5-57209BD346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8202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14149-91C5-4D48-991E-D9859C4A7691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3EB6-EC7E-47E4-87C5-57209BD346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4367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14149-91C5-4D48-991E-D9859C4A7691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3EB6-EC7E-47E4-87C5-57209BD346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372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14149-91C5-4D48-991E-D9859C4A7691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3EB6-EC7E-47E4-87C5-57209BD346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4480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14149-91C5-4D48-991E-D9859C4A7691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3EB6-EC7E-47E4-87C5-57209BD346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6180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14149-91C5-4D48-991E-D9859C4A7691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3EB6-EC7E-47E4-87C5-57209BD346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9042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14149-91C5-4D48-991E-D9859C4A7691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3EB6-EC7E-47E4-87C5-57209BD346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5889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14149-91C5-4D48-991E-D9859C4A7691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3EB6-EC7E-47E4-87C5-57209BD346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5678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14149-91C5-4D48-991E-D9859C4A7691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33EB6-EC7E-47E4-87C5-57209BD346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9826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/>
  </p:transition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162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誰願從主</a:t>
            </a:r>
          </a:p>
        </p:txBody>
      </p:sp>
    </p:spTree>
    <p:extLst>
      <p:ext uri="{BB962C8B-B14F-4D97-AF65-F5344CB8AC3E}">
        <p14:creationId xmlns:p14="http://schemas.microsoft.com/office/powerpoint/2010/main" val="187955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誰順從主耶穌  誰奉事我王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誰與主同勞苦  領人出死亡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( 1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621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誰願意離世俗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誰與惡抗拒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誰順從主耶穌  誰為主勁旅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( 1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927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因蒙救主召我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此恩厚無比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我順從主耶穌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主阿  我屬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祢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( 1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825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非圖得大榮耀  非圖得金冕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我順從主耶穌  主阿我屬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祢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( 2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81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凡蒙主所贖者  皆為主所愛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凡被主所召者  必順服元帥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( 2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450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主慈愛激勵我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此恩厚無比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我順從主耶穌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主阿  我屬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祢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( 2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565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主耶穌買贖我  原非用金錢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乃用生命寶血  贖我作子民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( 3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054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主既將我釋放  我心受感動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來到我主面前  恩賜就滿豐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( 3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869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主受死我得生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此恩厚無比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我順從主耶穌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主阿  我屬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祢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( 3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476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蒙主選召為軍  列陣在敵前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當奮勇而盡忠  隨主旗爭戰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( 4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94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能隨從我君王  心何能冷淡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要努力建大功  一時不怠慢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( 4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822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主助我作聖工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此恩厚無比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我順從主耶穌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主阿  我屬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祢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( 4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1526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DE8FE50-4117-462D-9201-EDB57F086D9C}" vid="{AFF313EB-5300-4EDF-B8E8-B08305447E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15</TotalTime>
  <Words>333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Theme1</vt:lpstr>
      <vt:lpstr>宣道詩 162 誰願從主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誰願從主</dc:title>
  <dc:creator>User</dc:creator>
  <cp:lastModifiedBy>batisuoc</cp:lastModifiedBy>
  <cp:revision>3</cp:revision>
  <dcterms:created xsi:type="dcterms:W3CDTF">2017-07-08T11:42:03Z</dcterms:created>
  <dcterms:modified xsi:type="dcterms:W3CDTF">2025-10-17T15:23:26Z</dcterms:modified>
</cp:coreProperties>
</file>