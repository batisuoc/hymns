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643" r:id="rId2"/>
    <p:sldId id="644" r:id="rId3"/>
    <p:sldId id="645" r:id="rId4"/>
    <p:sldId id="646" r:id="rId5"/>
    <p:sldId id="647" r:id="rId6"/>
    <p:sldId id="648" r:id="rId7"/>
    <p:sldId id="649" r:id="rId8"/>
    <p:sldId id="650" r:id="rId9"/>
    <p:sldId id="651" r:id="rId10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17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748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058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067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778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657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100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8409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5593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603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74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68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43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豈獨耶穌背十架</a:t>
            </a:r>
          </a:p>
        </p:txBody>
      </p:sp>
    </p:spTree>
    <p:extLst>
      <p:ext uri="{BB962C8B-B14F-4D97-AF65-F5344CB8AC3E}">
        <p14:creationId xmlns:p14="http://schemas.microsoft.com/office/powerpoint/2010/main" val="2735110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豈獨耶穌背十字架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世人竟都安然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( 1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1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不分你我普天之下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背架皆要心堅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( 1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047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聖徒在世不免憂苦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在天福樂無休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( 2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58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深蒙恩愛面見救主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歡欣永不淚流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( 2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30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聖十字架我願背負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至死方可自由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( 3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165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囘到天家受賞至厚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必得榮耀冕旒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( 3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255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榮哉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寶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架榮哉冠冕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榮哉復活之日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( 4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383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聖使快來接我升天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在彼永享安息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( 4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1522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164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宣道詩 43 豈獨耶穌背十架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138</cp:revision>
  <dcterms:created xsi:type="dcterms:W3CDTF">2015-05-17T04:39:00Z</dcterms:created>
  <dcterms:modified xsi:type="dcterms:W3CDTF">2024-07-05T16:00:58Z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