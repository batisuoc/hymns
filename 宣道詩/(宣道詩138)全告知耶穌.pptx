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103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9790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5795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8883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70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381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099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20908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644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6819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3728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C6D9B-8CE1-4066-A051-C4E0F63D835E}" type="datetimeFigureOut">
              <a:rPr lang="vi-VN" smtClean="0"/>
              <a:pPr/>
              <a:t>08/05/2026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4AD35-786D-456C-9167-75739E72744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745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138</a:t>
            </a:r>
            <a:br>
              <a:rPr lang="en-US" altLang="zh-CN" sz="72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全告知耶穌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295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今將我苦況  全告知耶穌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我不能獨自受此憂慮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188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0066"/>
                </a:solidFill>
              </a:rPr>
              <a:t>( 1 / 4 )</a:t>
            </a:r>
            <a:endParaRPr lang="vi-VN" sz="54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32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我於患難中  惟主能體恤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拭去我眼淚善於安撫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188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0066"/>
                </a:solidFill>
              </a:rPr>
              <a:t>( 1 / 4 )</a:t>
            </a:r>
            <a:endParaRPr lang="vi-VN" sz="54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117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必告知耶穌  全告知耶穌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將我心中事向主傾吐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9927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必告知耶穌  全告知耶穌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惟主知我心善於體恤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1514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今將我缺欠  全告知耶穌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我不能獨自補我不足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188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0066"/>
                </a:solidFill>
              </a:rPr>
              <a:t>( 2 / 4 )</a:t>
            </a:r>
            <a:endParaRPr lang="vi-VN" sz="54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312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我所有弱點  惟主能幫助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終必救我到完美地步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188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0066"/>
                </a:solidFill>
              </a:rPr>
              <a:t>( 2 / 4 )</a:t>
            </a:r>
            <a:endParaRPr lang="vi-VN" sz="54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481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必告知耶穌  全告知耶穌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將我心中事向主傾吐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9985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必告知耶穌  全告知耶穌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惟主知我心善於體恤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2903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今將我試誘  全告知耶穌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我不能獨自制勝罪慾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188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0066"/>
                </a:solidFill>
              </a:rPr>
              <a:t>( 3 / 4 )</a:t>
            </a:r>
            <a:endParaRPr lang="vi-VN" sz="54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975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主曾受試探  與我們無殊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樂助我膂力得勝有餘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188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0066"/>
                </a:solidFill>
              </a:rPr>
              <a:t>( 3 / 4 )</a:t>
            </a:r>
            <a:endParaRPr lang="vi-VN" sz="54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579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必告知耶穌  全告知耶穌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將我心中事向主傾吐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89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必告知耶穌  全告知耶穌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惟主知我心善於體恤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9364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今將我重担  全告知耶穌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我不能獨自勝此勞苦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188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0066"/>
                </a:solidFill>
              </a:rPr>
              <a:t>( 4 / 4 )</a:t>
            </a:r>
            <a:endParaRPr lang="vi-VN" sz="54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523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我一切事務  主樂於担負</a:t>
            </a:r>
            <a:endParaRPr lang="en-US" altLang="zh-C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甘作我密友時相幫助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7188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0066"/>
                </a:solidFill>
              </a:rPr>
              <a:t>( 4 / 4 )</a:t>
            </a:r>
            <a:endParaRPr lang="vi-VN" sz="54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748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必告知耶穌  全告知耶穌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將我心中事向主傾吐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6173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必告知耶穌  全告知耶穌</a:t>
            </a:r>
            <a:endParaRPr lang="en-US" altLang="zh-C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惟主知我心善於體恤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408425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35</TotalTime>
  <Words>354</Words>
  <Application>Microsoft Office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Microsoft JhengHei</vt:lpstr>
      <vt:lpstr>Microsoft JhengHei</vt:lpstr>
      <vt:lpstr>Arial</vt:lpstr>
      <vt:lpstr>Calibri</vt:lpstr>
      <vt:lpstr>Theme1</vt:lpstr>
      <vt:lpstr>宣道詩 138 全告知耶穌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全告知耶穌</dc:title>
  <dc:creator>Windows User</dc:creator>
  <cp:lastModifiedBy>Uncle Jo</cp:lastModifiedBy>
  <cp:revision>10</cp:revision>
  <dcterms:created xsi:type="dcterms:W3CDTF">2020-08-15T14:47:55Z</dcterms:created>
  <dcterms:modified xsi:type="dcterms:W3CDTF">2026-05-08T16:54:29Z</dcterms:modified>
</cp:coreProperties>
</file>