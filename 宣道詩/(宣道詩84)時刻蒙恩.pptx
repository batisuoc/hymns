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1620" r:id="rId2"/>
    <p:sldId id="1621" r:id="rId3"/>
    <p:sldId id="1622" r:id="rId4"/>
    <p:sldId id="1623" r:id="rId5"/>
    <p:sldId id="1624" r:id="rId6"/>
    <p:sldId id="1625" r:id="rId7"/>
    <p:sldId id="1626" r:id="rId8"/>
    <p:sldId id="1627" r:id="rId9"/>
    <p:sldId id="1628" r:id="rId10"/>
    <p:sldId id="1629" r:id="rId11"/>
    <p:sldId id="1630" r:id="rId12"/>
    <p:sldId id="1631" r:id="rId13"/>
    <p:sldId id="1632" r:id="rId14"/>
    <p:sldId id="1633" r:id="rId15"/>
    <p:sldId id="1634" r:id="rId16"/>
    <p:sldId id="1635" r:id="rId17"/>
    <p:sldId id="1636" r:id="rId1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726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976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198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852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1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339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203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222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562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90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714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668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593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84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時刻蒙恩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6513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與耶穌同死因死反得生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與耶穌同活因活恩日增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( 1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99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仰望我恩主榮光必照臨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每時每刻我都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主鴻恩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( 1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106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950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</p:spTree>
    <p:extLst>
      <p:ext uri="{BB962C8B-B14F-4D97-AF65-F5344CB8AC3E}">
        <p14:creationId xmlns:p14="http://schemas.microsoft.com/office/powerpoint/2010/main" val="1570723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無有一試探我主不開路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無有一重擔我主不擔當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( 2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986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無有一憂慮我主不與分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每時每刻我都得主鴻恩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( 2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514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792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</p:spTree>
    <p:extLst>
      <p:ext uri="{BB962C8B-B14F-4D97-AF65-F5344CB8AC3E}">
        <p14:creationId xmlns:p14="http://schemas.microsoft.com/office/powerpoint/2010/main" val="384868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無有一傷感我主不安慰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無有一眼淚我主不寶貴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( 3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477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無有一危險我主不同在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每時每刻我都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主恩愛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( 3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70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060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</p:spTree>
    <p:extLst>
      <p:ext uri="{BB962C8B-B14F-4D97-AF65-F5344CB8AC3E}">
        <p14:creationId xmlns:p14="http://schemas.microsoft.com/office/powerpoint/2010/main" val="10269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無有一懦弱我主不扶助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無有一病患我主不看顧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( 4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171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每時每刻我遇苦或遇福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耶穌我救主必時常保護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85184"/>
            <a:ext cx="12072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+mn-lt"/>
              </a:rPr>
              <a:t>( 4 / 4 )</a:t>
            </a:r>
            <a:endParaRPr lang="vi-VN" sz="48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5432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8356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</p:spTree>
    <p:extLst>
      <p:ext uri="{BB962C8B-B14F-4D97-AF65-F5344CB8AC3E}">
        <p14:creationId xmlns:p14="http://schemas.microsoft.com/office/powerpoint/2010/main" val="25537495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369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宣道詩 84 時刻蒙恩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141</cp:revision>
  <dcterms:created xsi:type="dcterms:W3CDTF">2015-05-17T04:39:00Z</dcterms:created>
  <dcterms:modified xsi:type="dcterms:W3CDTF">2024-08-31T10:32:49Z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