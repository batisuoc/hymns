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391" r:id="rId2"/>
    <p:sldId id="412" r:id="rId3"/>
    <p:sldId id="599" r:id="rId4"/>
    <p:sldId id="600" r:id="rId5"/>
    <p:sldId id="601" r:id="rId6"/>
    <p:sldId id="602" r:id="rId7"/>
    <p:sldId id="603" r:id="rId8"/>
    <p:sldId id="610" r:id="rId9"/>
    <p:sldId id="611" r:id="rId10"/>
    <p:sldId id="604" r:id="rId11"/>
    <p:sldId id="605" r:id="rId12"/>
    <p:sldId id="612" r:id="rId13"/>
    <p:sldId id="613" r:id="rId14"/>
    <p:sldId id="606" r:id="rId15"/>
    <p:sldId id="607" r:id="rId16"/>
    <p:sldId id="614" r:id="rId17"/>
    <p:sldId id="615" r:id="rId18"/>
    <p:sldId id="608" r:id="rId19"/>
    <p:sldId id="609" r:id="rId20"/>
    <p:sldId id="616" r:id="rId21"/>
    <p:sldId id="617" r:id="rId22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94"/>
      </p:cViewPr>
      <p:guideLst>
        <p:guide orient="horz" pos="226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453B0-9DF3-4847-AF80-E61FDDFE713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C4BEA-116E-4A46-BBD1-DB16043DE46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83821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1D29A9-78CF-43D9-96E6-EC61B25CAC0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9137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642490-7E29-4483-9A31-EFF80A070D5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93814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66FBA3-C5B6-4ABE-B006-3071EDE08652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8776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D6F40A-D4BD-4CFE-9F04-3E5B79AD63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87506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6EE02C-5D35-4378-8340-C70FEDA343E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92437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50ADB6-12FA-47A2-8F8B-679B72FFE34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633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0F8A50-B2C4-4226-B3AC-3C570B2B9CE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2284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F35931-D635-4C49-A97E-2F28EAA6FE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0982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7D3E4-89F3-4CED-A48A-023A05B8B9D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9563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3267DE-EE7E-471A-A40B-FAAFF4920C6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99263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4E0EF9-2ADF-4FFE-B22E-4DD3F4BA4B8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95667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202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救主的愛</a:t>
            </a:r>
            <a:endParaRPr lang="zh-TW" altLang="en-US" sz="80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拿撒勒人耶穌面前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我站立心便愕然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( 1 / 5 )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希奇他也把我愛憐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一切罪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污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蒙赦免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( 1 / 5 )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300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愛何等大  恩何等深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主如此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我罪人</a:t>
            </a:r>
          </a:p>
        </p:txBody>
      </p:sp>
    </p:spTree>
    <p:extLst>
      <p:ext uri="{BB962C8B-B14F-4D97-AF65-F5344CB8AC3E}">
        <p14:creationId xmlns:p14="http://schemas.microsoft.com/office/powerpoint/2010/main" val="393768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愛何等大  恩何等深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我要永遠讚主恩</a:t>
            </a:r>
          </a:p>
        </p:txBody>
      </p:sp>
    </p:spTree>
    <p:extLst>
      <p:ext uri="{BB962C8B-B14F-4D97-AF65-F5344CB8AC3E}">
        <p14:creationId xmlns:p14="http://schemas.microsoft.com/office/powerpoint/2010/main" val="644707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主為我在園中求祈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父阿願照祢旨意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( 2 / 5 )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253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並非自憐痛哭流涕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為我血汗流下地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( 2 / 5 )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2693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愛何等大  恩何等深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主如此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我罪人</a:t>
            </a:r>
          </a:p>
        </p:txBody>
      </p:sp>
    </p:spTree>
    <p:extLst>
      <p:ext uri="{BB962C8B-B14F-4D97-AF65-F5344CB8AC3E}">
        <p14:creationId xmlns:p14="http://schemas.microsoft.com/office/powerpoint/2010/main" val="3042315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愛何等大  恩何等深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我要永遠讚主恩</a:t>
            </a:r>
          </a:p>
        </p:txBody>
      </p:sp>
    </p:spTree>
    <p:extLst>
      <p:ext uri="{BB962C8B-B14F-4D97-AF65-F5344CB8AC3E}">
        <p14:creationId xmlns:p14="http://schemas.microsoft.com/office/powerpoint/2010/main" val="5707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主荷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重擔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在那夜靜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天使看見發慈心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( 3 / 5 )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285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從光明處毅然降臨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安慰主傷痛苦情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( 3 / 5 )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91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愛何等大  恩何等深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主如此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我罪人</a:t>
            </a:r>
          </a:p>
        </p:txBody>
      </p:sp>
    </p:spTree>
    <p:extLst>
      <p:ext uri="{BB962C8B-B14F-4D97-AF65-F5344CB8AC3E}">
        <p14:creationId xmlns:p14="http://schemas.microsoft.com/office/powerpoint/2010/main" val="2777514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愛何等大  恩何等深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我要永遠讚主恩</a:t>
            </a:r>
          </a:p>
        </p:txBody>
      </p:sp>
    </p:spTree>
    <p:extLst>
      <p:ext uri="{BB962C8B-B14F-4D97-AF65-F5344CB8AC3E}">
        <p14:creationId xmlns:p14="http://schemas.microsoft.com/office/powerpoint/2010/main" val="3362149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擔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當我罪並我苦愁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自己肩負不怨尤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( 4 / 5 )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483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十字架上主流寶血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由死復活勝一切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( 4 / 5 )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976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愛何等大  恩何等深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主如此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我罪人</a:t>
            </a:r>
          </a:p>
        </p:txBody>
      </p:sp>
    </p:spTree>
    <p:extLst>
      <p:ext uri="{BB962C8B-B14F-4D97-AF65-F5344CB8AC3E}">
        <p14:creationId xmlns:p14="http://schemas.microsoft.com/office/powerpoint/2010/main" val="3363043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愛何等大  恩何等深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我要永遠讚主恩</a:t>
            </a:r>
          </a:p>
        </p:txBody>
      </p:sp>
    </p:spTree>
    <p:extLst>
      <p:ext uri="{BB962C8B-B14F-4D97-AF65-F5344CB8AC3E}">
        <p14:creationId xmlns:p14="http://schemas.microsoft.com/office/powerpoint/2010/main" val="2216058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同救贖者在榮耀中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見主聖容樂無窮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( 5 / 5 )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673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平安愉快度此永年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高唱主恩愛無邊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( 5 / 5 )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442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愛何等大  恩何等深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主如此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我罪人</a:t>
            </a:r>
          </a:p>
        </p:txBody>
      </p:sp>
    </p:spTree>
    <p:extLst>
      <p:ext uri="{BB962C8B-B14F-4D97-AF65-F5344CB8AC3E}">
        <p14:creationId xmlns:p14="http://schemas.microsoft.com/office/powerpoint/2010/main" val="4040481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愛何等大  恩何等深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我要永遠讚主恩</a:t>
            </a:r>
          </a:p>
        </p:txBody>
      </p:sp>
    </p:spTree>
    <p:extLst>
      <p:ext uri="{BB962C8B-B14F-4D97-AF65-F5344CB8AC3E}">
        <p14:creationId xmlns:p14="http://schemas.microsoft.com/office/powerpoint/2010/main" val="383454395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</TotalTime>
  <Words>359</Words>
  <Application>Microsoft Office PowerPoint</Application>
  <PresentationFormat>Widescreen</PresentationFormat>
  <Paragraphs>51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Microsoft JhengHei</vt:lpstr>
      <vt:lpstr>Microsoft JhengHei</vt:lpstr>
      <vt:lpstr>Arial</vt:lpstr>
      <vt:lpstr>Calibri</vt:lpstr>
      <vt:lpstr>Theme1</vt:lpstr>
      <vt:lpstr>宣道詩 202 救主的愛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batisuoc</cp:lastModifiedBy>
  <cp:revision>139</cp:revision>
  <dcterms:created xsi:type="dcterms:W3CDTF">2015-05-17T04:39:00Z</dcterms:created>
  <dcterms:modified xsi:type="dcterms:W3CDTF">2024-07-05T15:35:01Z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1033-10.1.0.5507</vt:lpwstr>
  </property>
</Properties>
</file>