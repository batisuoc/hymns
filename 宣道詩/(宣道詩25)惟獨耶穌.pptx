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CDFD-BD6B-479F-B265-2C7EDA856D3D}" type="datetimeFigureOut">
              <a:rPr lang="vi-VN" smtClean="0"/>
              <a:t>19/10/2024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7738-E06B-4D16-B312-4BCA7000E2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9386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CDFD-BD6B-479F-B265-2C7EDA856D3D}" type="datetimeFigureOut">
              <a:rPr lang="vi-VN" smtClean="0"/>
              <a:t>19/10/2024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7738-E06B-4D16-B312-4BCA7000E2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5172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CDFD-BD6B-479F-B265-2C7EDA856D3D}" type="datetimeFigureOut">
              <a:rPr lang="vi-VN" smtClean="0"/>
              <a:t>19/10/2024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7738-E06B-4D16-B312-4BCA7000E2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8868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CDFD-BD6B-479F-B265-2C7EDA856D3D}" type="datetimeFigureOut">
              <a:rPr lang="vi-VN" smtClean="0"/>
              <a:t>19/10/2024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7738-E06B-4D16-B312-4BCA7000E2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75785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CDFD-BD6B-479F-B265-2C7EDA856D3D}" type="datetimeFigureOut">
              <a:rPr lang="vi-VN" smtClean="0"/>
              <a:t>19/10/2024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7738-E06B-4D16-B312-4BCA7000E2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432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CDFD-BD6B-479F-B265-2C7EDA856D3D}" type="datetimeFigureOut">
              <a:rPr lang="vi-VN" smtClean="0"/>
              <a:t>19/10/2024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7738-E06B-4D16-B312-4BCA7000E2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53735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CDFD-BD6B-479F-B265-2C7EDA856D3D}" type="datetimeFigureOut">
              <a:rPr lang="vi-VN" smtClean="0"/>
              <a:t>19/10/2024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7738-E06B-4D16-B312-4BCA7000E2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9935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CDFD-BD6B-479F-B265-2C7EDA856D3D}" type="datetimeFigureOut">
              <a:rPr lang="vi-VN" smtClean="0"/>
              <a:t>19/10/2024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7738-E06B-4D16-B312-4BCA7000E2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8311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CDFD-BD6B-479F-B265-2C7EDA856D3D}" type="datetimeFigureOut">
              <a:rPr lang="vi-VN" smtClean="0"/>
              <a:t>19/10/2024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7738-E06B-4D16-B312-4BCA7000E2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01346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CDFD-BD6B-479F-B265-2C7EDA856D3D}" type="datetimeFigureOut">
              <a:rPr lang="vi-VN" smtClean="0"/>
              <a:t>19/10/2024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7738-E06B-4D16-B312-4BCA7000E2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32336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CDFD-BD6B-479F-B265-2C7EDA856D3D}" type="datetimeFigureOut">
              <a:rPr lang="vi-VN" smtClean="0"/>
              <a:t>19/10/2024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7738-E06B-4D16-B312-4BCA7000E2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73810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5CDFD-BD6B-479F-B265-2C7EDA856D3D}" type="datetimeFigureOut">
              <a:rPr lang="vi-VN" smtClean="0"/>
              <a:t>19/10/2024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77738-E06B-4D16-B312-4BCA7000E2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4340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25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惟獨耶穌</a:t>
            </a:r>
            <a:endParaRPr lang="zh-TW" altLang="en-US" sz="8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5912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惟獨耶穌是我信息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我所講論就是耶穌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  <a:effectLst/>
              </a:rPr>
              <a:t>( 1</a:t>
            </a:r>
            <a:r>
              <a:rPr lang="en-US" sz="4800" b="1" dirty="0">
                <a:solidFill>
                  <a:srgbClr val="000066"/>
                </a:solidFill>
              </a:rPr>
              <a:t> / 5</a:t>
            </a:r>
            <a:r>
              <a:rPr lang="en-US" sz="4800" b="1" dirty="0">
                <a:solidFill>
                  <a:srgbClr val="000066"/>
                </a:solidFill>
                <a:effectLst/>
              </a:rPr>
              <a:t> )</a:t>
            </a:r>
            <a:endParaRPr lang="vi-VN" sz="48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18414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耶穌基督永遠舉起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我所仰望就是耶穌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  <a:effectLst/>
              </a:rPr>
              <a:t>( 1</a:t>
            </a:r>
            <a:r>
              <a:rPr lang="en-US" sz="4800" b="1" dirty="0">
                <a:solidFill>
                  <a:srgbClr val="000066"/>
                </a:solidFill>
              </a:rPr>
              <a:t> / 5</a:t>
            </a:r>
            <a:r>
              <a:rPr lang="en-US" sz="4800" b="1" dirty="0">
                <a:solidFill>
                  <a:srgbClr val="000066"/>
                </a:solidFill>
                <a:effectLst/>
              </a:rPr>
              <a:t> )</a:t>
            </a:r>
            <a:endParaRPr lang="vi-VN" sz="48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53110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惟獨耶穌  永遠耶穌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我心讚美  我口傳揚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03108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救我醫我使我成聖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榮耀救主再來之王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94207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惟獨耶穌是我救主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一切罪愆為我擔負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  <a:effectLst/>
              </a:rPr>
              <a:t>( 2</a:t>
            </a:r>
            <a:r>
              <a:rPr lang="en-US" sz="4800" b="1" dirty="0">
                <a:solidFill>
                  <a:srgbClr val="000066"/>
                </a:solidFill>
              </a:rPr>
              <a:t> / 5</a:t>
            </a:r>
            <a:r>
              <a:rPr lang="en-US" sz="4800" b="1" dirty="0">
                <a:solidFill>
                  <a:srgbClr val="000066"/>
                </a:solidFill>
                <a:effectLst/>
              </a:rPr>
              <a:t> )</a:t>
            </a:r>
            <a:endParaRPr lang="vi-VN" sz="48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36547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我得稱義全靠耶穌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賜我力量日日事主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  <a:effectLst/>
              </a:rPr>
              <a:t>( 2</a:t>
            </a:r>
            <a:r>
              <a:rPr lang="en-US" sz="4800" b="1" dirty="0">
                <a:solidFill>
                  <a:srgbClr val="000066"/>
                </a:solidFill>
              </a:rPr>
              <a:t> / 5</a:t>
            </a:r>
            <a:r>
              <a:rPr lang="en-US" sz="4800" b="1" dirty="0">
                <a:solidFill>
                  <a:srgbClr val="000066"/>
                </a:solidFill>
                <a:effectLst/>
              </a:rPr>
              <a:t> )</a:t>
            </a:r>
            <a:endParaRPr lang="vi-VN" sz="48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7705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惟獨耶穌  永遠耶穌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我心讚美  我口傳揚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85093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救我醫我使我成聖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榮耀救主再來之王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40918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惟獨耶穌使我成聖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除我舊人諸罪洗清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  <a:effectLst/>
              </a:rPr>
              <a:t>( 3</a:t>
            </a:r>
            <a:r>
              <a:rPr lang="en-US" sz="4800" b="1" dirty="0">
                <a:solidFill>
                  <a:srgbClr val="000066"/>
                </a:solidFill>
              </a:rPr>
              <a:t> / 5</a:t>
            </a:r>
            <a:r>
              <a:rPr lang="en-US" sz="4800" b="1" dirty="0">
                <a:solidFill>
                  <a:srgbClr val="000066"/>
                </a:solidFill>
                <a:effectLst/>
              </a:rPr>
              <a:t> )</a:t>
            </a:r>
            <a:endParaRPr lang="vi-VN" sz="48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68813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真理聖靈充滿我心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表彰基督豐富生命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  <a:effectLst/>
              </a:rPr>
              <a:t>( 3</a:t>
            </a:r>
            <a:r>
              <a:rPr lang="en-US" sz="4800" b="1" dirty="0">
                <a:solidFill>
                  <a:srgbClr val="000066"/>
                </a:solidFill>
              </a:rPr>
              <a:t> / 5</a:t>
            </a:r>
            <a:r>
              <a:rPr lang="en-US" sz="4800" b="1" dirty="0">
                <a:solidFill>
                  <a:srgbClr val="000066"/>
                </a:solidFill>
                <a:effectLst/>
              </a:rPr>
              <a:t> )</a:t>
            </a:r>
            <a:endParaRPr lang="vi-VN" sz="48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33674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惟獨耶穌  永遠耶穌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我心讚美  我口傳揚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33490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救我醫我使我成聖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榮耀救主再來之王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1027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惟獨耶穌醫我疾病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全能耶穌救我到底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  <a:effectLst/>
              </a:rPr>
              <a:t>( 4</a:t>
            </a:r>
            <a:r>
              <a:rPr lang="en-US" sz="4800" b="1" dirty="0">
                <a:solidFill>
                  <a:srgbClr val="000066"/>
                </a:solidFill>
              </a:rPr>
              <a:t> / 5</a:t>
            </a:r>
            <a:r>
              <a:rPr lang="en-US" sz="4800" b="1" dirty="0">
                <a:solidFill>
                  <a:srgbClr val="000066"/>
                </a:solidFill>
                <a:effectLst/>
              </a:rPr>
              <a:t> )</a:t>
            </a:r>
            <a:endParaRPr lang="vi-VN" sz="48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51657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復活救主為我生命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我屬耶穌是主肢體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  <a:effectLst/>
              </a:rPr>
              <a:t>( 4</a:t>
            </a:r>
            <a:r>
              <a:rPr lang="en-US" sz="4800" b="1" dirty="0">
                <a:solidFill>
                  <a:srgbClr val="000066"/>
                </a:solidFill>
              </a:rPr>
              <a:t> / 5</a:t>
            </a:r>
            <a:r>
              <a:rPr lang="en-US" sz="4800" b="1" dirty="0">
                <a:solidFill>
                  <a:srgbClr val="000066"/>
                </a:solidFill>
                <a:effectLst/>
              </a:rPr>
              <a:t> )</a:t>
            </a:r>
            <a:endParaRPr lang="vi-VN" sz="48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53309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惟獨耶穌  永遠耶穌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我心讚美  我口傳揚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94105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救我醫我使我成聖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榮耀救主再來之王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4616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惟獨耶穌再臨君王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儆醒等候主來之聲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  <a:effectLst/>
              </a:rPr>
              <a:t>( 5</a:t>
            </a:r>
            <a:r>
              <a:rPr lang="en-US" sz="4800" b="1" dirty="0">
                <a:solidFill>
                  <a:srgbClr val="000066"/>
                </a:solidFill>
              </a:rPr>
              <a:t> / 5</a:t>
            </a:r>
            <a:r>
              <a:rPr lang="en-US" sz="4800" b="1" dirty="0">
                <a:solidFill>
                  <a:srgbClr val="000066"/>
                </a:solidFill>
                <a:effectLst/>
              </a:rPr>
              <a:t> )</a:t>
            </a:r>
            <a:endParaRPr lang="vi-VN" sz="48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88695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接我昇天榮耀盼望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惟獨耶穌永生真神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  <a:effectLst/>
              </a:rPr>
              <a:t>( 5</a:t>
            </a:r>
            <a:r>
              <a:rPr lang="en-US" sz="4800" b="1" dirty="0">
                <a:solidFill>
                  <a:srgbClr val="000066"/>
                </a:solidFill>
              </a:rPr>
              <a:t> / 5</a:t>
            </a:r>
            <a:r>
              <a:rPr lang="en-US" sz="4800" b="1" dirty="0">
                <a:solidFill>
                  <a:srgbClr val="000066"/>
                </a:solidFill>
                <a:effectLst/>
              </a:rPr>
              <a:t> )</a:t>
            </a:r>
            <a:endParaRPr lang="vi-VN" sz="48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84113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惟獨耶穌  永遠耶穌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我心讚美  我口傳揚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5207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救我醫我使我成聖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榮耀救主再來之王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244225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25</TotalTime>
  <Words>379</Words>
  <Application>Microsoft Office PowerPoint</Application>
  <PresentationFormat>Widescreen</PresentationFormat>
  <Paragraphs>51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Microsoft JhengHei</vt:lpstr>
      <vt:lpstr>Microsoft JhengHei</vt:lpstr>
      <vt:lpstr>Arial</vt:lpstr>
      <vt:lpstr>Calibri</vt:lpstr>
      <vt:lpstr>Theme1</vt:lpstr>
      <vt:lpstr>宣道詩 25 惟獨耶穌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惟獨耶穌</dc:title>
  <dc:creator>Windows User</dc:creator>
  <cp:lastModifiedBy>Joe Cheng</cp:lastModifiedBy>
  <cp:revision>9</cp:revision>
  <dcterms:created xsi:type="dcterms:W3CDTF">2020-09-01T04:19:16Z</dcterms:created>
  <dcterms:modified xsi:type="dcterms:W3CDTF">2024-10-19T02:54:14Z</dcterms:modified>
</cp:coreProperties>
</file>