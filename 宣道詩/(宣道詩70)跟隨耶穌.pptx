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5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B267C-8ABF-4E90-A769-D7CEAE6F8AA0}" type="datetimeFigureOut">
              <a:rPr lang="zh-TW" altLang="en-US" smtClean="0"/>
              <a:pPr/>
              <a:t>2024/5/4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59914-E59B-4A17-B2E5-2C49925888D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B267C-8ABF-4E90-A769-D7CEAE6F8AA0}" type="datetimeFigureOut">
              <a:rPr lang="zh-TW" altLang="en-US" smtClean="0"/>
              <a:pPr/>
              <a:t>2024/5/4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59914-E59B-4A17-B2E5-2C49925888D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B267C-8ABF-4E90-A769-D7CEAE6F8AA0}" type="datetimeFigureOut">
              <a:rPr lang="zh-TW" altLang="en-US" smtClean="0"/>
              <a:pPr/>
              <a:t>2024/5/4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59914-E59B-4A17-B2E5-2C49925888D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B267C-8ABF-4E90-A769-D7CEAE6F8AA0}" type="datetimeFigureOut">
              <a:rPr lang="zh-TW" altLang="en-US" smtClean="0"/>
              <a:pPr/>
              <a:t>2024/5/4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59914-E59B-4A17-B2E5-2C49925888D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B267C-8ABF-4E90-A769-D7CEAE6F8AA0}" type="datetimeFigureOut">
              <a:rPr lang="zh-TW" altLang="en-US" smtClean="0"/>
              <a:pPr/>
              <a:t>2024/5/4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59914-E59B-4A17-B2E5-2C49925888D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B267C-8ABF-4E90-A769-D7CEAE6F8AA0}" type="datetimeFigureOut">
              <a:rPr lang="zh-TW" altLang="en-US" smtClean="0"/>
              <a:pPr/>
              <a:t>2024/5/4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59914-E59B-4A17-B2E5-2C49925888D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B267C-8ABF-4E90-A769-D7CEAE6F8AA0}" type="datetimeFigureOut">
              <a:rPr lang="zh-TW" altLang="en-US" smtClean="0"/>
              <a:pPr/>
              <a:t>2024/5/4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59914-E59B-4A17-B2E5-2C49925888D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B267C-8ABF-4E90-A769-D7CEAE6F8AA0}" type="datetimeFigureOut">
              <a:rPr lang="zh-TW" altLang="en-US" smtClean="0"/>
              <a:pPr/>
              <a:t>2024/5/4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59914-E59B-4A17-B2E5-2C49925888D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B267C-8ABF-4E90-A769-D7CEAE6F8AA0}" type="datetimeFigureOut">
              <a:rPr lang="zh-TW" altLang="en-US" smtClean="0"/>
              <a:pPr/>
              <a:t>2024/5/4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59914-E59B-4A17-B2E5-2C49925888D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B267C-8ABF-4E90-A769-D7CEAE6F8AA0}" type="datetimeFigureOut">
              <a:rPr lang="zh-TW" altLang="en-US" smtClean="0"/>
              <a:pPr/>
              <a:t>2024/5/4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59914-E59B-4A17-B2E5-2C49925888D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B267C-8ABF-4E90-A769-D7CEAE6F8AA0}" type="datetimeFigureOut">
              <a:rPr lang="zh-TW" altLang="en-US" smtClean="0"/>
              <a:pPr/>
              <a:t>2024/5/4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59914-E59B-4A17-B2E5-2C49925888D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1B267C-8ABF-4E90-A769-D7CEAE6F8AA0}" type="datetimeFigureOut">
              <a:rPr lang="zh-TW" altLang="en-US" smtClean="0"/>
              <a:pPr/>
              <a:t>2024/5/4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C59914-E59B-4A17-B2E5-2C49925888D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857513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宣道詩 </a:t>
            </a:r>
            <a:r>
              <a:rPr lang="en-US" altLang="zh-CN" sz="5333" b="1" u="sng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70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CN" altLang="en-US" sz="8000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跟隨耶穌</a:t>
            </a:r>
            <a:endParaRPr lang="zh-TW" altLang="en-US" sz="8000" b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56404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我願跟隨耶穌或走平坦道路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或在花木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茂盛清水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時常流處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( 1 / 3 )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4229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既有救主引導我真歡然跟隨主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一路走到天上總跟主腳步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( 1 / 3 )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8542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跟隨  跟隨  我願跟隨耶穌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不論往何地方  我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願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跟隨主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56804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跟隨  跟隨  我願跟隨耶穌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只望耶穌引導  我必跟隨主</a:t>
            </a:r>
          </a:p>
        </p:txBody>
      </p:sp>
    </p:spTree>
    <p:extLst>
      <p:ext uri="{BB962C8B-B14F-4D97-AF65-F5344CB8AC3E}">
        <p14:creationId xmlns:p14="http://schemas.microsoft.com/office/powerpoint/2010/main" val="23659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我願跟隨耶穌或走危險道路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或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遭風雨交作黑雲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把路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阻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住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( 2 / 3 )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9954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既有救主引導我心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永遠不受驚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總不懼怕危險因有主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相助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( 2 / 3 )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3959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跟隨  跟隨  我願跟隨耶穌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不論往何地方  我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願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跟隨主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28079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跟隨  跟隨  我願跟隨耶穌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只望耶穌引導  我必跟隨主</a:t>
            </a:r>
          </a:p>
        </p:txBody>
      </p:sp>
    </p:spTree>
    <p:extLst>
      <p:ext uri="{BB962C8B-B14F-4D97-AF65-F5344CB8AC3E}">
        <p14:creationId xmlns:p14="http://schemas.microsoft.com/office/powerpoint/2010/main" val="2683714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我願跟隨耶穌走高山或平路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我願常與主同走時蒙主保護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( 3 / 3 )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9628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今我走的路程主已為我早經過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主必領我進那應許榮光處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( 3 / 3 )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5894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跟隨  跟隨  我願跟隨耶穌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不論往何地方  我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願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跟隨主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12880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跟隨  跟隨  我願跟隨耶穌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只望耶穌引導  我必跟隨主</a:t>
            </a:r>
          </a:p>
        </p:txBody>
      </p:sp>
    </p:spTree>
    <p:extLst>
      <p:ext uri="{BB962C8B-B14F-4D97-AF65-F5344CB8AC3E}">
        <p14:creationId xmlns:p14="http://schemas.microsoft.com/office/powerpoint/2010/main" val="187046456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佈景主題11</Template>
  <TotalTime>30</TotalTime>
  <Words>309</Words>
  <Application>Microsoft Office PowerPoint</Application>
  <PresentationFormat>Widescreen</PresentationFormat>
  <Paragraphs>31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微軟正黑體</vt:lpstr>
      <vt:lpstr>Arial</vt:lpstr>
      <vt:lpstr>Calibri</vt:lpstr>
      <vt:lpstr>佈景主題11</vt:lpstr>
      <vt:lpstr>宣道詩 70 跟隨耶穌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跟隨耶穌</dc:title>
  <dc:creator>User</dc:creator>
  <cp:lastModifiedBy>batisuoc</cp:lastModifiedBy>
  <cp:revision>6</cp:revision>
  <dcterms:created xsi:type="dcterms:W3CDTF">2017-07-01T03:01:20Z</dcterms:created>
  <dcterms:modified xsi:type="dcterms:W3CDTF">2024-05-04T09:16:25Z</dcterms:modified>
</cp:coreProperties>
</file>