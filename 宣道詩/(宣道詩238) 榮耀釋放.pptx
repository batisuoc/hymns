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391" r:id="rId2"/>
    <p:sldId id="412" r:id="rId3"/>
    <p:sldId id="594" r:id="rId4"/>
    <p:sldId id="595" r:id="rId5"/>
    <p:sldId id="596" r:id="rId6"/>
    <p:sldId id="597" r:id="rId7"/>
    <p:sldId id="598" r:id="rId8"/>
    <p:sldId id="599" r:id="rId9"/>
    <p:sldId id="600" r:id="rId10"/>
    <p:sldId id="601" r:id="rId11"/>
    <p:sldId id="602" r:id="rId12"/>
    <p:sldId id="603" r:id="rId13"/>
    <p:sldId id="604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851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468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726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013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730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749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051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239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2487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787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354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108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238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榮耀釋放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我曾被罪惡鎖鏈之捆綁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像奴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不自由痛苦難當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7FF40-3814-AC2D-71B8-5FF74AEC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8DE0CC4-2AFF-BFDE-FF4C-A21649DCB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但耶穌斷開我一切鎖鏈</a:t>
            </a: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榮耀之救恩使我釋放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64CF1-284B-B2CA-BB8F-4121E49B008C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47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2ED2-EB58-1700-5992-97FE3D443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82A0771-12D3-03CD-2940-757EB836B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榮耀之釋放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奇妙之釋放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我再無罪惡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束縛痛苦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202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E249-4550-EE58-77E5-02C163B3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8170172-25C1-92F1-C0E9-DCE9B98A0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榮耀釋放者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是救主耶穌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從今到永遠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使我釋放</a:t>
            </a:r>
          </a:p>
        </p:txBody>
      </p:sp>
    </p:spTree>
    <p:extLst>
      <p:ext uri="{BB962C8B-B14F-4D97-AF65-F5344CB8AC3E}">
        <p14:creationId xmlns:p14="http://schemas.microsoft.com/office/powerpoint/2010/main" val="267360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6060F-1FA3-57EC-A495-752839DB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F20D876-0497-BCB5-E331-284A0FAA4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主使我脫離情慾和嗜好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脫離我妒忌恨惡狂傲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402B-C3BF-2E83-A943-C169F8007D5E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1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B4550-EE07-543F-A57F-6838D4EB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83C266-4F46-CD0B-E025-3FF759107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脫離我世俗虛空之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幻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想</a:t>
            </a:r>
          </a:p>
          <a:p>
            <a:pPr marL="0" indent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亦使我離去一切憂勞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76ADD-D572-8485-A118-2E98091D2201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57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FDA3-4D00-7B6C-BC55-C625EE84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FE36280-FF70-0CE8-8D7F-D7E02FF68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榮耀之釋放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奇妙之釋放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我再無罪惡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束縛痛苦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549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2670-6B20-52B0-BE13-A6133C52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EC5C4F-3A04-24ED-8655-F51089D26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榮耀釋放者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是救主耶穌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從今到永遠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使我釋放</a:t>
            </a:r>
          </a:p>
        </p:txBody>
      </p:sp>
    </p:spTree>
    <p:extLst>
      <p:ext uri="{BB962C8B-B14F-4D97-AF65-F5344CB8AC3E}">
        <p14:creationId xmlns:p14="http://schemas.microsoft.com/office/powerpoint/2010/main" val="234887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335C-F599-01A2-8A27-DA3B572E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F1627BC-2753-3CF1-60C3-76E16235D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主使我脫離驕傲和愚昧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脫離我溺愛金錢迷惑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126B3-BD3B-9D91-54B8-FC3F7EA347A7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03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46335-BD3B-2F42-4553-E5CBB66E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1409273-4EFF-1036-B49B-C0365C1FA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脫離我惱怒暴躁之性情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榮耀之釋放無窮喜樂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571FC-F1FB-A6E5-DD9D-8C6DA9B095AE}"/>
              </a:ext>
            </a:extLst>
          </p:cNvPr>
          <p:cNvSpPr txBox="1"/>
          <p:nvPr/>
        </p:nvSpPr>
        <p:spPr>
          <a:xfrm>
            <a:off x="0" y="506118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826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2F0A7-1314-CC14-4C61-51B5D985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1ADFF64-8DC0-89B0-AD84-4CDB84F5B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榮耀之釋放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奇妙之釋放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我再無罪惡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束縛痛苦</a:t>
            </a:r>
            <a:endParaRPr lang="en-US" altLang="zh-C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8035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D9A5D-F1C2-E598-AC65-239282DD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ECB0F84-2C50-BAF7-EBAC-0183570F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榮耀釋放者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是救主耶穌</a:t>
            </a:r>
          </a:p>
          <a:p>
            <a:pPr marL="0" indent="0" algn="ctr">
              <a:buNone/>
            </a:pP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從今到永遠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zh-TW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使我釋放</a:t>
            </a:r>
          </a:p>
        </p:txBody>
      </p:sp>
    </p:spTree>
    <p:extLst>
      <p:ext uri="{BB962C8B-B14F-4D97-AF65-F5344CB8AC3E}">
        <p14:creationId xmlns:p14="http://schemas.microsoft.com/office/powerpoint/2010/main" val="171593640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</TotalTime>
  <Words>267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宣道詩 238 榮耀釋放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139</cp:revision>
  <dcterms:created xsi:type="dcterms:W3CDTF">2015-05-17T04:39:00Z</dcterms:created>
  <dcterms:modified xsi:type="dcterms:W3CDTF">2024-11-16T15:13:04Z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