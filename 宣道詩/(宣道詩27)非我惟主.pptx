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412" r:id="rId3"/>
    <p:sldId id="595" r:id="rId4"/>
    <p:sldId id="596" r:id="rId5"/>
    <p:sldId id="597" r:id="rId6"/>
    <p:sldId id="598" r:id="rId7"/>
    <p:sldId id="599" r:id="rId8"/>
    <p:sldId id="600" r:id="rId9"/>
    <p:sldId id="601" r:id="rId10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3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11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702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4143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268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098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5548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729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710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281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004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5178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F902F-989C-42A4-990C-763F717649B2}" type="datetimeFigureOut">
              <a:rPr lang="vi-VN" smtClean="0"/>
              <a:t>02/08/2024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1A0F6-0224-44FD-96C8-FA7FF230B56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2065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27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非我惟主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被人高舉並愛敬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被人傳揚相信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顯在言語和步武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顯在思想態度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53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啊求主救我脫離自己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非我惟主我求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476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今後活着不再是我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乃主為我活着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926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憂傷時主施撫慰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擦去一切眼淚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44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將苦惱擔子挑起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消除一切畏懼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18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啊求主救我脫離自己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非我惟主我求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571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今後活着不再是我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乃主為我活着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16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今居我心裏為王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全無急忙聲響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12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全無高傲的氣槪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全無自我存在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405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啊求主救我脫離自己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非我惟主我求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6738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今後活着不再是我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乃主為我活着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0602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  供給我一切需用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康健能力滿豐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404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為我靈魂與身體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今我活著為你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77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啊求主救我脫離自己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非我惟主我求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5580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今後活着不再是我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乃主為我活着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2091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不久充滿我眼睛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不久就要顯明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( 5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942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一切所望都成全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主惟有主  永遠是我一切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( 5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23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啊求主救我脫離自己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非我惟主我求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1344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今後活着不再是我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乃主為我活着</a:t>
            </a:r>
            <a:endParaRPr lang="vi-VN" sz="64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39155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</TotalTime>
  <Words>414</Words>
  <Application>Microsoft Office PowerPoint</Application>
  <PresentationFormat>Widescreen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微軟正黑體</vt:lpstr>
      <vt:lpstr>微軟正黑體</vt:lpstr>
      <vt:lpstr>Arial</vt:lpstr>
      <vt:lpstr>Calibri</vt:lpstr>
      <vt:lpstr>Theme1</vt:lpstr>
      <vt:lpstr>宣道詩 27 非我惟主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非我惟主</dc:title>
  <dc:creator>Windows User</dc:creator>
  <cp:lastModifiedBy>batisuoc</cp:lastModifiedBy>
  <cp:revision>8</cp:revision>
  <dcterms:created xsi:type="dcterms:W3CDTF">2020-09-02T10:44:57Z</dcterms:created>
  <dcterms:modified xsi:type="dcterms:W3CDTF">2024-08-02T15:50:28Z</dcterms:modified>
</cp:coreProperties>
</file>