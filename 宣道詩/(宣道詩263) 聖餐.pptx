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handoutMasterIdLst>
    <p:handoutMasterId r:id="rId16"/>
  </p:handoutMasterIdLst>
  <p:sldIdLst>
    <p:sldId id="1613" r:id="rId2"/>
    <p:sldId id="1614" r:id="rId3"/>
    <p:sldId id="1615" r:id="rId4"/>
    <p:sldId id="1617" r:id="rId5"/>
    <p:sldId id="1618" r:id="rId6"/>
    <p:sldId id="1619" r:id="rId7"/>
    <p:sldId id="1620" r:id="rId8"/>
    <p:sldId id="1621" r:id="rId9"/>
    <p:sldId id="1622" r:id="rId10"/>
    <p:sldId id="1623" r:id="rId11"/>
    <p:sldId id="1624" r:id="rId12"/>
    <p:sldId id="1625" r:id="rId13"/>
    <p:sldId id="1626" r:id="rId14"/>
  </p:sldIdLst>
  <p:sldSz cx="12192000" cy="6858000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6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3" d="100"/>
          <a:sy n="73" d="100"/>
        </p:scale>
        <p:origin x="66" y="726"/>
      </p:cViewPr>
      <p:guideLst>
        <p:guide orient="horz" pos="2268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305E07-67EA-4042-A3F6-853A8AD8D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9453B0-9DF3-4847-AF80-E61FDDFE7134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B0C4BEA-116E-4A46-BBD1-DB16043DE460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011901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1D29A9-78CF-43D9-96E6-EC61B25CAC04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341974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8642490-7E29-4483-9A31-EFF80A070D56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2435873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66FBA3-C5B6-4ABE-B006-3071EDE08652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6479887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5"/>
            <a:ext cx="5386917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0" y="1535115"/>
            <a:ext cx="5389033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0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AD6F40A-D4BD-4CFE-9F04-3E5B79AD6394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9212778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76EE02C-5D35-4378-8340-C70FEDA343E6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749775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B50ADB6-12FA-47A2-8F8B-679B72FFE344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8401468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51"/>
            <a:ext cx="4011084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4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F0F8A50-B2C4-4226-B3AC-3C570B2B9CE0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9015860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2"/>
            <a:ext cx="73152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40"/>
            <a:ext cx="73152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8F35931-D635-4C49-A97E-2F28EAA6FE94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5157340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CE7D3E4-89F3-4CED-A48A-023A05B8B9D6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1311762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3267DE-EE7E-471A-A40B-FAAFF4920C61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7052441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24E0EF9-2ADF-4FFE-B22E-4DD3F4BA4B81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660378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378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92" indent="-342892" algn="l" defTabSz="914378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1" indent="-285743" algn="l" defTabSz="914378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8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defTabSz="914378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CN" altLang="en-US" sz="5333" b="1" u="sng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宣道詩 </a:t>
            </a:r>
            <a:r>
              <a:rPr lang="en-US" altLang="zh-CN" sz="5333" b="1" u="sng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263</a:t>
            </a:r>
            <a:br>
              <a:rPr lang="en-US" altLang="zh-CN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</a:br>
            <a:r>
              <a:rPr lang="zh-CN" altLang="en-US" sz="8000" b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聖餐</a:t>
            </a:r>
            <a:endParaRPr lang="zh-TW" altLang="en-US" sz="8000" b="1" dirty="0">
              <a:solidFill>
                <a:srgbClr val="6600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087709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zh-TW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哀哉基督受苦何深</a:t>
            </a:r>
            <a:endParaRPr lang="en-US" altLang="zh-CN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marL="0" indent="0" algn="ctr">
              <a:buNone/>
            </a:pPr>
            <a:r>
              <a:rPr lang="zh-CN" altLang="zh-TW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替我脫離重擔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061182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+mn-lt"/>
              </a:rPr>
              <a:t>( 1 / 4 )</a:t>
            </a:r>
            <a:endParaRPr lang="vi-VN" sz="3200" b="1" dirty="0">
              <a:solidFill>
                <a:srgbClr val="660033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914235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zh-TW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主替罪人獻上己身</a:t>
            </a:r>
            <a:endParaRPr lang="en-US" altLang="zh-CN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marL="0" indent="0" algn="ctr">
              <a:buNone/>
            </a:pPr>
            <a:r>
              <a:rPr lang="zh-CN" altLang="zh-TW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替我受苦受難</a:t>
            </a:r>
            <a:endParaRPr lang="en-US" altLang="zh-CN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061182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+mn-lt"/>
              </a:rPr>
              <a:t>( 1 / 4 )</a:t>
            </a:r>
            <a:endParaRPr lang="vi-VN" sz="3200" b="1" dirty="0">
              <a:solidFill>
                <a:srgbClr val="660033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275980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zh-TW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成為犧牲甘入死門</a:t>
            </a:r>
            <a:endParaRPr lang="en-US" altLang="zh-CN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marL="0" indent="0" algn="ctr">
              <a:buNone/>
            </a:pPr>
            <a:r>
              <a:rPr lang="zh-CN" altLang="zh-TW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今我無有罪擔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061182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+mn-lt"/>
                <a:ea typeface="Microsoft JhengHei" panose="020B0604030504040204" pitchFamily="34" charset="-120"/>
              </a:rPr>
              <a:t>( 1 / 4 )</a:t>
            </a:r>
            <a:r>
              <a:rPr lang="en-US" sz="28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( 2</a:t>
            </a:r>
            <a:r>
              <a:rPr lang="zh-CN" altLang="en-US" sz="28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次</a:t>
            </a:r>
            <a:r>
              <a:rPr lang="en-US" sz="28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398753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zh-TW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我等苦杯盛滿死亡</a:t>
            </a:r>
            <a:endParaRPr lang="en-US" altLang="zh-CN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marL="0" indent="0" algn="ctr">
              <a:buNone/>
            </a:pPr>
            <a:r>
              <a:rPr lang="zh-CN" altLang="zh-TW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救主曾替我喝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061182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+mn-lt"/>
              </a:rPr>
              <a:t>( 2 / 4 )</a:t>
            </a:r>
            <a:endParaRPr lang="vi-VN" sz="3200" b="1" dirty="0">
              <a:solidFill>
                <a:srgbClr val="660033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419156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zh-TW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哀哉苦杯主替我嘗</a:t>
            </a:r>
            <a:endParaRPr lang="en-US" altLang="zh-CN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marL="0" indent="0" algn="ctr">
              <a:buNone/>
            </a:pPr>
            <a:r>
              <a:rPr lang="zh-CN" altLang="zh-TW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只留空杯給我</a:t>
            </a:r>
            <a:endParaRPr lang="en-US" altLang="zh-CN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061182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+mn-lt"/>
              </a:rPr>
              <a:t>( 2 / 4 )</a:t>
            </a:r>
            <a:endParaRPr lang="vi-VN" sz="3200" b="1" dirty="0">
              <a:solidFill>
                <a:srgbClr val="660033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080025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zh-TW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苦杯主嘗身體受傷</a:t>
            </a:r>
            <a:endParaRPr lang="en-US" altLang="zh-CN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marL="0" indent="0" algn="ctr">
              <a:buNone/>
            </a:pPr>
            <a:r>
              <a:rPr lang="zh-CN" altLang="zh-TW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今賜福杯與我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061182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  <a:latin typeface="+mn-lt"/>
                <a:ea typeface="Microsoft JhengHei" panose="020B0604030504040204" pitchFamily="34" charset="-120"/>
              </a:rPr>
              <a:t>( 2 / 4 )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( 2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次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63674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zh-TW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主耶和華因罪動怒</a:t>
            </a:r>
            <a:endParaRPr lang="en-US" altLang="zh-CN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marL="0" indent="0" algn="ctr">
              <a:buNone/>
            </a:pPr>
            <a:r>
              <a:rPr lang="zh-CN" altLang="zh-TW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震怒落在主頭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061182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+mn-lt"/>
              </a:rPr>
              <a:t>( 3 / 4 )</a:t>
            </a:r>
            <a:endParaRPr lang="vi-VN" sz="3200" b="1" dirty="0">
              <a:solidFill>
                <a:srgbClr val="660033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18384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zh-TW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奇哉神怒都落在主</a:t>
            </a:r>
            <a:endParaRPr lang="en-US" altLang="zh-CN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marL="0" indent="0" algn="ctr">
              <a:buNone/>
            </a:pPr>
            <a:r>
              <a:rPr lang="zh-CN" altLang="zh-TW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今我蒙恩深厚</a:t>
            </a:r>
            <a:endParaRPr lang="en-US" altLang="zh-CN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061182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+mn-lt"/>
              </a:rPr>
              <a:t>( 3 / 4 )</a:t>
            </a:r>
            <a:endParaRPr lang="vi-VN" sz="3200" b="1" dirty="0">
              <a:solidFill>
                <a:srgbClr val="660033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893150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zh-TW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受這大苦寶血流出</a:t>
            </a:r>
            <a:endParaRPr lang="en-US" altLang="zh-CN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marL="0" indent="0" algn="ctr">
              <a:buNone/>
            </a:pPr>
            <a:r>
              <a:rPr lang="zh-CN" altLang="zh-TW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今我無苦可受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061182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  <a:latin typeface="+mn-lt"/>
                <a:ea typeface="Microsoft JhengHei" panose="020B0604030504040204" pitchFamily="34" charset="-120"/>
              </a:rPr>
              <a:t>( 3 / 4 )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( 2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次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6795782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zh-TW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我主耶穌為我受死</a:t>
            </a:r>
            <a:endParaRPr lang="en-US" altLang="zh-CN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marL="0" indent="0" algn="ctr">
              <a:buNone/>
            </a:pPr>
            <a:r>
              <a:rPr lang="zh-CN" altLang="zh-TW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我也和主同死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061182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+mn-lt"/>
              </a:rPr>
              <a:t>( 4 / 4 )</a:t>
            </a:r>
            <a:endParaRPr lang="vi-VN" sz="3200" b="1" dirty="0">
              <a:solidFill>
                <a:srgbClr val="660033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864584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zh-TW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主已復活為我後嗣</a:t>
            </a:r>
            <a:endParaRPr lang="en-US" altLang="zh-CN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marL="0" indent="0" algn="ctr">
              <a:buNone/>
            </a:pPr>
            <a:r>
              <a:rPr lang="zh-CN" altLang="zh-TW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我同主作後嗣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061182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+mn-lt"/>
              </a:rPr>
              <a:t>( 4 / 4 )</a:t>
            </a:r>
            <a:endParaRPr lang="vi-VN" sz="3200" b="1" dirty="0">
              <a:solidFill>
                <a:srgbClr val="660033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736764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zh-TW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將得升天永見主面</a:t>
            </a:r>
            <a:endParaRPr lang="en-US" altLang="zh-CN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marL="0" indent="0" algn="ctr">
              <a:buNone/>
            </a:pPr>
            <a:r>
              <a:rPr lang="zh-CN" altLang="zh-TW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同主享福萬年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061182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  <a:latin typeface="+mn-lt"/>
                <a:ea typeface="Microsoft JhengHei" panose="020B0604030504040204" pitchFamily="34" charset="-120"/>
              </a:rPr>
              <a:t>( 4 / 4 )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( 2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次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72491286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1A8DE197-990E-4893-BF04-3823FBB50F9A}" vid="{430B7048-5A04-4BDB-939A-C7E865DB887B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17</TotalTime>
  <Words>247</Words>
  <Application>Microsoft Office PowerPoint</Application>
  <PresentationFormat>Widescreen</PresentationFormat>
  <Paragraphs>37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微軟正黑體</vt:lpstr>
      <vt:lpstr>微軟正黑體</vt:lpstr>
      <vt:lpstr>Arial</vt:lpstr>
      <vt:lpstr>Calibri</vt:lpstr>
      <vt:lpstr>Theme1</vt:lpstr>
      <vt:lpstr>宣道詩 263 聖餐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batisuoc</cp:lastModifiedBy>
  <cp:revision>142</cp:revision>
  <dcterms:created xsi:type="dcterms:W3CDTF">2015-05-17T04:39:00Z</dcterms:created>
  <dcterms:modified xsi:type="dcterms:W3CDTF">2024-08-02T16:41:51Z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1033-10.1.0.5507</vt:lpwstr>
  </property>
</Properties>
</file>