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1" r:id="rId2"/>
    <p:sldId id="412" r:id="rId3"/>
    <p:sldId id="567" r:id="rId4"/>
    <p:sldId id="568" r:id="rId5"/>
    <p:sldId id="569" r:id="rId6"/>
    <p:sldId id="570" r:id="rId7"/>
    <p:sldId id="571" r:id="rId8"/>
    <p:sldId id="572" r:id="rId9"/>
    <p:sldId id="573" r:id="rId10"/>
    <p:sldId id="574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30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436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15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892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53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852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367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183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3084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36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615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99585-EC7B-4537-9B3D-1B0D66A726C9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B193-084F-4F0D-8326-C5DA805AA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94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208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愛拯救我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平安邊岸我遠離</a:t>
            </a:r>
            <a:r>
              <a:rPr lang="en-US" altLang="zh-TW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陷溺罪深海裡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習染污點日益深  再無望能得起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幸喜海洋大主宰  聽我絕望呼救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從海中將我舉起  蒙主拯救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9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愛拯救我  愛拯救我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當無別法可救  愛拯救我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6FC543-2A11-0EF9-9C1B-CA16B0C16421}"/>
              </a:ext>
            </a:extLst>
          </p:cNvPr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779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我今全心奉獻主  永遠歸主支配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我活著惟靠主恩  萬代歌唱讚美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57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愛力何大且何真  激發我靈頌揚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忠心服役愛救主  乃我該當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902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愛拯救我  愛拯救我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當無別法可救  愛拯救我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6FC543-2A11-0EF9-9C1B-CA16B0C16421}"/>
              </a:ext>
            </a:extLst>
          </p:cNvPr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832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危險中者朝上看  耶穌完全恩典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主要以愛拯救你  脫離波濤危險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85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大浪必須聽主命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是海洋主宰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是你永遠救主  救你現在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20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愛拯救我  愛拯救我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當無別法可救  愛拯救我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6FC543-2A11-0EF9-9C1B-CA16B0C16421}"/>
              </a:ext>
            </a:extLst>
          </p:cNvPr>
          <p:cNvSpPr txBox="1"/>
          <p:nvPr/>
        </p:nvSpPr>
        <p:spPr>
          <a:xfrm>
            <a:off x="0" y="5061181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362712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255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宣道詩 208 愛拯救我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愛拯救我</dc:title>
  <dc:creator>大唐</dc:creator>
  <cp:lastModifiedBy>batisuoc</cp:lastModifiedBy>
  <cp:revision>2</cp:revision>
  <dcterms:created xsi:type="dcterms:W3CDTF">2016-09-24T12:08:28Z</dcterms:created>
  <dcterms:modified xsi:type="dcterms:W3CDTF">2024-06-07T17:07:30Z</dcterms:modified>
</cp:coreProperties>
</file>