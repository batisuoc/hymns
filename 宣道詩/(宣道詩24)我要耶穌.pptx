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9" r:id="rId7"/>
    <p:sldId id="270" r:id="rId8"/>
    <p:sldId id="271" r:id="rId9"/>
    <p:sldId id="279" r:id="rId10"/>
    <p:sldId id="274" r:id="rId11"/>
    <p:sldId id="275" r:id="rId12"/>
    <p:sldId id="276" r:id="rId13"/>
    <p:sldId id="280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560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959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692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51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216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586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49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9290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77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5793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380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079F0-9A10-4680-8E05-B1ED70D41E13}" type="datetimeFigureOut">
              <a:rPr lang="vi-VN" smtClean="0"/>
              <a:t>27/07/2024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B6603-B4D7-43CC-A577-1282623502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567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58729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要耶穌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810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我深知道  我真需要耶穌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在憂愁時  無他朋友像主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44522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3 )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26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我今歡樂  因得所需耶穌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雖有人負自己重擔  惟我要耶穌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44522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3 )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7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我要耶穌  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我每日需要耶穌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54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光明時日我要祂  黑雲滿佈我要祂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每日在我生命中  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979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我需一友  有力量像耶穌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在幽暗中  主必引導保護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44522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3 )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946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靈慾相攻  惟獨需要耶穌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靠己我知必定失敗  故我要耶穌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44522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3 )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86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我要耶穌  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我每日需要耶穌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418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光明時日我要祂  黑雲滿佈我要祂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每日在我生命中  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80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自生至死  我必需要耶穌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無人像主  他是罪人朋友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44522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3 )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923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在急難詩  我更需要耶穌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全能救主憐憫看顧  我需要耶穌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44522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3 )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851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我要耶穌  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我每日需要耶穌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3870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光明時日我要祂  黑雲滿佈我要祂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每日在我生命中  我要耶穌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44425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20</TotalTime>
  <Words>288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宣道詩 24 我要耶穌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我要耶穌</dc:title>
  <dc:creator>Windows User</dc:creator>
  <cp:lastModifiedBy>batisuoc</cp:lastModifiedBy>
  <cp:revision>11</cp:revision>
  <dcterms:created xsi:type="dcterms:W3CDTF">2020-07-18T04:05:31Z</dcterms:created>
  <dcterms:modified xsi:type="dcterms:W3CDTF">2024-07-26T17:07:22Z</dcterms:modified>
</cp:coreProperties>
</file>