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3" r:id="rId2"/>
    <p:sldId id="264" r:id="rId3"/>
    <p:sldId id="265" r:id="rId4"/>
    <p:sldId id="266" r:id="rId5"/>
    <p:sldId id="267" r:id="rId6"/>
    <p:sldId id="269" r:id="rId7"/>
    <p:sldId id="270" r:id="rId8"/>
    <p:sldId id="271" r:id="rId9"/>
    <p:sldId id="279" r:id="rId10"/>
    <p:sldId id="274" r:id="rId11"/>
    <p:sldId id="275" r:id="rId12"/>
    <p:sldId id="276" r:id="rId13"/>
    <p:sldId id="280" r:id="rId1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-348" y="-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665604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45959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886925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12511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1442166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635862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854931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1192900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61770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995793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693803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079F0-9A10-4680-8E05-B1ED70D41E13}" type="datetimeFigureOut">
              <a:rPr lang="vi-VN" smtClean="0"/>
              <a:pPr/>
              <a:t>28/07/2024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B6603-B4D7-43CC-A577-12826235029E}" type="slidenum">
              <a:rPr lang="vi-VN" smtClean="0"/>
              <a:pPr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xmlns="" val="267567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58729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宣道詩 </a:t>
            </a:r>
            <a:r>
              <a:rPr lang="en-US" altLang="zh-CN" sz="5333" b="1" u="sng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24</a:t>
            </a:r>
            <a:r>
              <a:rPr lang="en-US" altLang="zh-CN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/>
            </a:r>
            <a:br>
              <a:rPr lang="en-US" altLang="zh-CN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</a:br>
            <a:r>
              <a:rPr lang="zh-TW" altLang="en-US" sz="8000" b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我</a:t>
            </a:r>
            <a:r>
              <a:rPr lang="zh-CN" altLang="en-US" sz="8000" b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要耶穌</a:t>
            </a:r>
            <a:endParaRPr lang="zh-TW" altLang="en-US" sz="8000" b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14810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我深知道  我真需要耶穌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在憂愁時  無他朋友像主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( 1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37260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我今歡樂  因得所需耶穌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雖有人負自己重擔  惟我要耶穌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( 1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87873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我要耶穌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我每日需要耶穌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23549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光明時日我要祂  黑雲滿佈我要祂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每日在我生命中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09796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我需一友  有力量像耶穌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在幽暗中  主必引導保護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( 2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989460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靈慾相攻  惟獨需要耶穌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靠己我知必定失敗  故我要耶穌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( 2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252186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我要耶穌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我每日需要耶穌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24183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光明時日我要祂  黑雲滿佈我要祂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每日在我生命中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38801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自生至死  我必需要耶穌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無人像主  他是罪人朋友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( 3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6079235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在</a:t>
            </a:r>
            <a:r>
              <a:rPr lang="zh-CN" altLang="en-US" sz="6400" b="1" smtClean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急難時  </a:t>
            </a: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我更需要耶穌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全能救主憐憫看顧  我需要耶穌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445224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660033"/>
                </a:solidFill>
              </a:rPr>
              <a:t>( 3 / 3 )</a:t>
            </a:r>
            <a:endParaRPr lang="vi-VN" sz="4267" b="1" dirty="0">
              <a:solidFill>
                <a:srgbClr val="66003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98851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我要耶穌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我每日需要耶穌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2387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光明時日我要祂  黑雲滿佈我要祂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0" indent="0"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每日在我生命中  我要耶穌</a:t>
            </a:r>
            <a:endParaRPr lang="en-US" altLang="zh-CN" sz="64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924442542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Theme1" id="{AFC7C034-021A-479F-A5B0-F4AE2AC2A6F8}" vid="{E4B01A5C-7C0B-4AB8-8973-047186F18E3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20</TotalTime>
  <Words>216</Words>
  <Application>Microsoft Office PowerPoint</Application>
  <PresentationFormat>自訂</PresentationFormat>
  <Paragraphs>31</Paragraphs>
  <Slides>13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4" baseType="lpstr">
      <vt:lpstr>Theme1</vt:lpstr>
      <vt:lpstr>宣道詩 24 我要耶穌</vt:lpstr>
      <vt:lpstr>投影片 2</vt:lpstr>
      <vt:lpstr>投影片 3</vt:lpstr>
      <vt:lpstr>投影片 4</vt:lpstr>
      <vt:lpstr>投影片 5</vt:lpstr>
      <vt:lpstr>投影片 6</vt:lpstr>
      <vt:lpstr>投影片 7</vt:lpstr>
      <vt:lpstr>投影片 8</vt:lpstr>
      <vt:lpstr>投影片 9</vt:lpstr>
      <vt:lpstr>投影片 10</vt:lpstr>
      <vt:lpstr>投影片 11</vt:lpstr>
      <vt:lpstr>投影片 12</vt:lpstr>
      <vt:lpstr>投影片 13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我要耶穌</dc:title>
  <dc:creator>Windows User</dc:creator>
  <cp:lastModifiedBy>PowerPoint</cp:lastModifiedBy>
  <cp:revision>12</cp:revision>
  <dcterms:created xsi:type="dcterms:W3CDTF">2020-07-18T04:05:31Z</dcterms:created>
  <dcterms:modified xsi:type="dcterms:W3CDTF">2024-07-28T03:22:06Z</dcterms:modified>
</cp:coreProperties>
</file>