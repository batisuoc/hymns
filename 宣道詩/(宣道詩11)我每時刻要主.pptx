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14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675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12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13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5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42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46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52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335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79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11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77B96-F9F7-49A4-8A65-F97968A0E7AB}" type="datetimeFigureOut">
              <a:rPr lang="zh-TW" altLang="en-US" smtClean="0"/>
              <a:t>2024/6/22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5E5DD-099E-47F0-9D61-D562B13972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36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11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我每時刻要主</a:t>
            </a:r>
          </a:p>
        </p:txBody>
      </p:sp>
    </p:spTree>
    <p:extLst>
      <p:ext uri="{BB962C8B-B14F-4D97-AF65-F5344CB8AC3E}">
        <p14:creationId xmlns:p14="http://schemas.microsoft.com/office/powerpoint/2010/main" val="87991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我每時刻要祢  救主恩深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誰有柔聲似祢  足慰我心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5 )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80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我要祢主我要祢  每時刻我要祢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望主隨時施恩惠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我來就祢</a:t>
            </a:r>
          </a:p>
        </p:txBody>
      </p:sp>
    </p:spTree>
    <p:extLst>
      <p:ext uri="{BB962C8B-B14F-4D97-AF65-F5344CB8AC3E}">
        <p14:creationId xmlns:p14="http://schemas.microsoft.com/office/powerpoint/2010/main" val="360335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我每時刻要祢  與我親近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魔鬼若來試探  使我得勝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5 )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80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我要祢主我要祢  每時刻我要祢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望主隨時施恩惠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我來就祢</a:t>
            </a:r>
          </a:p>
        </p:txBody>
      </p:sp>
    </p:spTree>
    <p:extLst>
      <p:ext uri="{BB962C8B-B14F-4D97-AF65-F5344CB8AC3E}">
        <p14:creationId xmlns:p14="http://schemas.microsoft.com/office/powerpoint/2010/main" val="327851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我每時刻要祢  或憂或樂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主若不來同居  我就枉活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5 )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52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我要祢主我要祢  每時刻我要祢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望主隨時施恩惠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我來就祢</a:t>
            </a:r>
          </a:p>
        </p:txBody>
      </p:sp>
    </p:spTree>
    <p:extLst>
      <p:ext uri="{BB962C8B-B14F-4D97-AF65-F5344CB8AC3E}">
        <p14:creationId xmlns:p14="http://schemas.microsoft.com/office/powerpoint/2010/main" val="79851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我每時刻要祢  賜我恩言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願主寶貝應許  於我成全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( 4 / 5 )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51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我要祢主我要祢  每時刻我要祢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望主隨時施恩惠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我來就祢</a:t>
            </a:r>
          </a:p>
        </p:txBody>
      </p:sp>
    </p:spTree>
    <p:extLst>
      <p:ext uri="{BB962C8B-B14F-4D97-AF65-F5344CB8AC3E}">
        <p14:creationId xmlns:p14="http://schemas.microsoft.com/office/powerpoint/2010/main" val="2131069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我每時刻要祢  主旨遵行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天天查考聖經  到主再臨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( 5 / 5 )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67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我要祢主我要祢  每時刻我要祢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望主隨時施恩惠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我來就祢</a:t>
            </a:r>
          </a:p>
        </p:txBody>
      </p:sp>
    </p:spTree>
    <p:extLst>
      <p:ext uri="{BB962C8B-B14F-4D97-AF65-F5344CB8AC3E}">
        <p14:creationId xmlns:p14="http://schemas.microsoft.com/office/powerpoint/2010/main" val="295723381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16</TotalTime>
  <Words>256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Theme1</vt:lpstr>
      <vt:lpstr>宣道詩 11 我每時刻要主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我每時刻要主</dc:title>
  <dc:creator>大唐</dc:creator>
  <cp:lastModifiedBy>batisuoc</cp:lastModifiedBy>
  <cp:revision>5</cp:revision>
  <dcterms:created xsi:type="dcterms:W3CDTF">2016-03-05T08:27:26Z</dcterms:created>
  <dcterms:modified xsi:type="dcterms:W3CDTF">2024-06-22T08:31:18Z</dcterms:modified>
</cp:coreProperties>
</file>