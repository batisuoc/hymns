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66" d="100"/>
          <a:sy n="66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標竿人生旅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憑信以愛來互對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裡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學習  相勉勵常同聚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DC5C-7074-E4BD-B502-DFC40D84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A848CEE-766A-A7B3-EBE8-79350FF83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前行蒙恩  謙卑作戰駒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揮發芳香憑主帥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77A7F-4CAF-9EEA-A7FC-BF3FFE74E67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3443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585C0-BE12-54A3-74C2-34145062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021AEC-0E2D-19ED-74FD-0863A6A40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神兒女   世界那可跟隨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願靠我主將錯做對   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066EE6-2834-225F-97DD-6D1E9206480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044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3922-0F2C-E11B-3C43-01B8E5535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E567A8-9275-BACC-C406-4C8FA694C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靈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裡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誠實向標竿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信心百煉錘   惡者能擊退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B844A-6298-E37D-D30A-C8677420E13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989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2BB8-C1FF-AF99-586A-EA18F72D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D8ADC69-B69B-18C3-B628-63B640F67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憑信以愛來互對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裡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實習   相敬重除疑懼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C7657-E8ED-0A60-374E-688E907072A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201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8C31B-05D6-932F-7A01-DE03C0647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59782A8-3CFF-C049-C9AE-F83EAF0AA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前行同心  謙卑作戰駒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得勝精兵無壁壘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27E66-9F97-9244-DF6B-974405A25E9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476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0BA1-4CE3-C9B7-9B4E-1D5C0B9F9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0F102B1-DCCE-3E76-7784-1001EB6BB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神兒女   世界那許追隨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效法我主必會做對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73D5B-4753-7B17-6ADD-CB7719515C0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6018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0AC63-6288-443B-EA74-6F000799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7DBBA61-4E8A-7B68-10B5-FB2E50F19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靈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裡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步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向標竿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要經百煉錘   莫使神心碎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61065-5E6B-7B21-AD3D-EF34F0C8614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6048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1C1F2-C083-CCDC-5DF8-5E9099F13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A196C9-5B90-C9DB-3B56-BAC484C1F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神兒女  滿有恩典相隨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為主發光  一意盡粹   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9F234-1A96-BC60-D4F1-DABBD204B3E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057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7674-2841-4F94-6D03-4FD67945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F3A1AAB-62FF-02E9-F392-547AD6BD1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全性榮耀救主恩</a:t>
            </a:r>
            <a:r>
              <a:rPr lang="zh-CN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那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驚百煉錘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標竿人生旅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3E47F-AE48-859C-75B3-4FFBBB957D9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302852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11</TotalTime>
  <Words>235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微軟正黑體</vt:lpstr>
      <vt:lpstr>微軟正黑體</vt:lpstr>
      <vt:lpstr>Arial</vt:lpstr>
      <vt:lpstr>Calibri</vt:lpstr>
      <vt:lpstr>Theme1</vt:lpstr>
      <vt:lpstr>標竿人生旅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9</cp:revision>
  <dcterms:created xsi:type="dcterms:W3CDTF">2026-06-12T16:30:26Z</dcterms:created>
  <dcterms:modified xsi:type="dcterms:W3CDTF">2026-06-12T16:41:30Z</dcterms:modified>
</cp:coreProperties>
</file>