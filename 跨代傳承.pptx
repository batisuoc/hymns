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75" d="100"/>
          <a:sy n="75" d="100"/>
        </p:scale>
        <p:origin x="-108" y="-105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 smtClean="0"/>
              <a:t>按一下圖示以新增圖片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CB83EB-EB33-4DFA-9BDA-78308EC18029}" type="datetimeFigureOut">
              <a:rPr lang="zh-TW" altLang="en-US" smtClean="0"/>
              <a:t>2024/9/24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1995686"/>
            <a:ext cx="9144000" cy="857250"/>
          </a:xfrm>
        </p:spPr>
        <p:txBody>
          <a:bodyPr>
            <a:noAutofit/>
          </a:bodyPr>
          <a:lstStyle/>
          <a:p>
            <a:r>
              <a:rPr lang="zh-CN" altLang="en-US" sz="5400" b="1" i="1" dirty="0" smtClean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跨代傳承</a:t>
            </a:r>
            <a:endParaRPr lang="zh-TW" altLang="en-US" sz="54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立志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效法基督 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忠於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所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托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齊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奔標竿 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舉目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觀看莊稼已熟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願意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被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更新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身心擺上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深知偉大使命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唯盼薪火相傳此生不退縮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別懼怕  別震驚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作主精兵終會得勝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前副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興起我  差遣我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末後世代靈魂  盼見著神恩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前副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上主信實慈愛  觸動每個世代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是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所</a:t>
            </a: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愛從不丟棄輕看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傳承我主使命  跨代神恩印證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人人看見  榮耀彰顯  到永遠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站在美好應許  跨代同聲宣告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 smtClean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至於我 和我家  必定事奉祢</a:t>
            </a:r>
            <a:endParaRPr lang="en-US" altLang="zh-TW" sz="4800" b="1" dirty="0" smtClean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尾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sz="24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佈景主題2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佈景主題20</Template>
  <TotalTime>13</TotalTime>
  <Words>130</Words>
  <Application>Microsoft Office PowerPoint</Application>
  <PresentationFormat>如螢幕大小 (16:9)</PresentationFormat>
  <Paragraphs>25</Paragraphs>
  <Slides>9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0" baseType="lpstr">
      <vt:lpstr>佈景主題20</vt:lpstr>
      <vt:lpstr>跨代傳承</vt:lpstr>
      <vt:lpstr>投影片 2</vt:lpstr>
      <vt:lpstr>投影片 3</vt:lpstr>
      <vt:lpstr>投影片 4</vt:lpstr>
      <vt:lpstr>投影片 5</vt:lpstr>
      <vt:lpstr>投影片 6</vt:lpstr>
      <vt:lpstr>投影片 7</vt:lpstr>
      <vt:lpstr>投影片 8</vt:lpstr>
      <vt:lpstr>投影片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跨代傳承</dc:title>
  <dc:creator>PowerPoint</dc:creator>
  <cp:lastModifiedBy>PowerPoint</cp:lastModifiedBy>
  <cp:revision>3</cp:revision>
  <dcterms:created xsi:type="dcterms:W3CDTF">2024-09-24T13:34:21Z</dcterms:created>
  <dcterms:modified xsi:type="dcterms:W3CDTF">2024-09-24T13:48:10Z</dcterms:modified>
</cp:coreProperties>
</file>