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</p:sldIdLst>
  <p:sldSz cx="9144000" cy="5143500" type="screen16x9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7" d="100"/>
          <a:sy n="97" d="100"/>
        </p:scale>
        <p:origin x="78" y="65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83EB-EB33-4DFA-9BDA-78308EC18029}" type="datetimeFigureOut">
              <a:rPr lang="zh-TW" altLang="en-US" smtClean="0"/>
              <a:t>2024/10/12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D554-0045-4758-8F54-D410D7A435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83EB-EB33-4DFA-9BDA-78308EC18029}" type="datetimeFigureOut">
              <a:rPr lang="zh-TW" altLang="en-US" smtClean="0"/>
              <a:t>2024/10/12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D554-0045-4758-8F54-D410D7A435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83EB-EB33-4DFA-9BDA-78308EC18029}" type="datetimeFigureOut">
              <a:rPr lang="zh-TW" altLang="en-US" smtClean="0"/>
              <a:t>2024/10/12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D554-0045-4758-8F54-D410D7A435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83EB-EB33-4DFA-9BDA-78308EC18029}" type="datetimeFigureOut">
              <a:rPr lang="zh-TW" altLang="en-US" smtClean="0"/>
              <a:t>2024/10/12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D554-0045-4758-8F54-D410D7A435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83EB-EB33-4DFA-9BDA-78308EC18029}" type="datetimeFigureOut">
              <a:rPr lang="zh-TW" altLang="en-US" smtClean="0"/>
              <a:t>2024/10/12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D554-0045-4758-8F54-D410D7A435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83EB-EB33-4DFA-9BDA-78308EC18029}" type="datetimeFigureOut">
              <a:rPr lang="zh-TW" altLang="en-US" smtClean="0"/>
              <a:t>2024/10/12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D554-0045-4758-8F54-D410D7A435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83EB-EB33-4DFA-9BDA-78308EC18029}" type="datetimeFigureOut">
              <a:rPr lang="zh-TW" altLang="en-US" smtClean="0"/>
              <a:t>2024/10/12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D554-0045-4758-8F54-D410D7A435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83EB-EB33-4DFA-9BDA-78308EC18029}" type="datetimeFigureOut">
              <a:rPr lang="zh-TW" altLang="en-US" smtClean="0"/>
              <a:t>2024/10/12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D554-0045-4758-8F54-D410D7A435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83EB-EB33-4DFA-9BDA-78308EC18029}" type="datetimeFigureOut">
              <a:rPr lang="zh-TW" altLang="en-US" smtClean="0"/>
              <a:t>2024/10/12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D554-0045-4758-8F54-D410D7A435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83EB-EB33-4DFA-9BDA-78308EC18029}" type="datetimeFigureOut">
              <a:rPr lang="zh-TW" altLang="en-US" smtClean="0"/>
              <a:t>2024/10/12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D554-0045-4758-8F54-D410D7A435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B83EB-EB33-4DFA-9BDA-78308EC18029}" type="datetimeFigureOut">
              <a:rPr lang="zh-TW" altLang="en-US" smtClean="0"/>
              <a:t>2024/10/12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50D554-0045-4758-8F54-D410D7A435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CB83EB-EB33-4DFA-9BDA-78308EC18029}" type="datetimeFigureOut">
              <a:rPr lang="zh-TW" altLang="en-US" smtClean="0"/>
              <a:t>2024/10/12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50D554-0045-4758-8F54-D410D7A4354A}" type="slidenum">
              <a:rPr lang="zh-TW" altLang="en-US" smtClean="0"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1995686"/>
            <a:ext cx="9144000" cy="857250"/>
          </a:xfrm>
        </p:spPr>
        <p:txBody>
          <a:bodyPr>
            <a:noAutofit/>
          </a:bodyPr>
          <a:lstStyle/>
          <a:p>
            <a:r>
              <a:rPr lang="zh-CN" altLang="en-US" sz="54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跨代傳承</a:t>
            </a:r>
            <a:endParaRPr lang="zh-TW" altLang="en-US" sz="5400" b="1" i="1" dirty="0">
              <a:solidFill>
                <a:srgbClr val="66003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軟正黑體" pitchFamily="34" charset="-120"/>
              <a:ea typeface="微軟正黑體" pitchFamily="34" charset="-12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立志效法基督  忠於所托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齊奔標竿  舉目觀看莊稼已熟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願意被祢更新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身心擺上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深知偉大使命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唯盼薪火相傳此生不退縮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別懼怕  別震驚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作主精兵終會得勝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興起我  差遣我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末後世代靈魂  盼見著神恩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前副歌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上主信實慈愛  觸動每個世代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是祢所愛從不丟棄輕看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傳承我主使命  跨代神恩印證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人人看見  榮耀彰顯到永遠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1563638"/>
            <a:ext cx="9144000" cy="1803647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站在美好應許  跨代同聲宣告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buNone/>
            </a:pPr>
            <a:r>
              <a:rPr lang="zh-TW" altLang="en-US" sz="4800" b="1" dirty="0">
                <a:solidFill>
                  <a:srgbClr val="660033"/>
                </a:solidFill>
                <a:latin typeface="微軟正黑體" pitchFamily="34" charset="-120"/>
                <a:ea typeface="微軟正黑體" pitchFamily="34" charset="-120"/>
              </a:rPr>
              <a:t>至於我和我家  必定事奉祢</a:t>
            </a:r>
            <a:endParaRPr lang="en-US" altLang="zh-TW" sz="4800" b="1" dirty="0">
              <a:solidFill>
                <a:srgbClr val="660033"/>
              </a:solidFill>
              <a:latin typeface="微軟正黑體" pitchFamily="34" charset="-120"/>
              <a:ea typeface="微軟正黑體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3867894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24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尾句</a:t>
            </a:r>
            <a:r>
              <a:rPr lang="en-US" sz="2400" b="1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2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24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佈景主題20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佈景主題20</Template>
  <TotalTime>13</TotalTime>
  <Words>186</Words>
  <Application>Microsoft Office PowerPoint</Application>
  <PresentationFormat>On-screen Show (16:9)</PresentationFormat>
  <Paragraphs>25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Microsoft JhengHei</vt:lpstr>
      <vt:lpstr>Microsoft JhengHei</vt:lpstr>
      <vt:lpstr>Arial</vt:lpstr>
      <vt:lpstr>Calibri</vt:lpstr>
      <vt:lpstr>佈景主題20</vt:lpstr>
      <vt:lpstr>跨代傳承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跨代傳承</dc:title>
  <dc:creator>PowerPoint</dc:creator>
  <cp:lastModifiedBy>batisuoc</cp:lastModifiedBy>
  <cp:revision>5</cp:revision>
  <dcterms:created xsi:type="dcterms:W3CDTF">2024-09-24T13:34:21Z</dcterms:created>
  <dcterms:modified xsi:type="dcterms:W3CDTF">2024-10-12T04:52:32Z</dcterms:modified>
</cp:coreProperties>
</file>