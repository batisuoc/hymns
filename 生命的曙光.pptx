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1627" r:id="rId2"/>
    <p:sldId id="1628" r:id="rId3"/>
    <p:sldId id="1629" r:id="rId4"/>
    <p:sldId id="1630" r:id="rId5"/>
    <p:sldId id="1631" r:id="rId6"/>
    <p:sldId id="1632" r:id="rId7"/>
    <p:sldId id="1633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84" y="111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F4D5-C392-4366-A465-2AEE9951F9FD}" type="datetimeFigureOut">
              <a:rPr lang="zh-TW" altLang="en-US" smtClean="0"/>
              <a:pPr/>
              <a:t>2024/8/23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E152-1ABB-46D5-B35E-1DB5833DC6F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387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F4D5-C392-4366-A465-2AEE9951F9FD}" type="datetimeFigureOut">
              <a:rPr lang="zh-TW" altLang="en-US" smtClean="0"/>
              <a:pPr/>
              <a:t>2024/8/23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E152-1ABB-46D5-B35E-1DB5833DC6F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66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F4D5-C392-4366-A465-2AEE9951F9FD}" type="datetimeFigureOut">
              <a:rPr lang="zh-TW" altLang="en-US" smtClean="0"/>
              <a:pPr/>
              <a:t>2024/8/23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E152-1ABB-46D5-B35E-1DB5833DC6F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6169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F4D5-C392-4366-A465-2AEE9951F9FD}" type="datetimeFigureOut">
              <a:rPr lang="zh-TW" altLang="en-US" smtClean="0"/>
              <a:pPr/>
              <a:t>2024/8/23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E152-1ABB-46D5-B35E-1DB5833DC6F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4918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F4D5-C392-4366-A465-2AEE9951F9FD}" type="datetimeFigureOut">
              <a:rPr lang="zh-TW" altLang="en-US" smtClean="0"/>
              <a:pPr/>
              <a:t>2024/8/23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E152-1ABB-46D5-B35E-1DB5833DC6F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833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F4D5-C392-4366-A465-2AEE9951F9FD}" type="datetimeFigureOut">
              <a:rPr lang="zh-TW" altLang="en-US" smtClean="0"/>
              <a:pPr/>
              <a:t>2024/8/23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E152-1ABB-46D5-B35E-1DB5833DC6F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8806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F4D5-C392-4366-A465-2AEE9951F9FD}" type="datetimeFigureOut">
              <a:rPr lang="zh-TW" altLang="en-US" smtClean="0"/>
              <a:pPr/>
              <a:t>2024/8/23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E152-1ABB-46D5-B35E-1DB5833DC6F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9733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F4D5-C392-4366-A465-2AEE9951F9FD}" type="datetimeFigureOut">
              <a:rPr lang="zh-TW" altLang="en-US" smtClean="0"/>
              <a:pPr/>
              <a:t>2024/8/23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E152-1ABB-46D5-B35E-1DB5833DC6F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1022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F4D5-C392-4366-A465-2AEE9951F9FD}" type="datetimeFigureOut">
              <a:rPr lang="zh-TW" altLang="en-US" smtClean="0"/>
              <a:pPr/>
              <a:t>2024/8/23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E152-1ABB-46D5-B35E-1DB5833DC6F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8553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F4D5-C392-4366-A465-2AEE9951F9FD}" type="datetimeFigureOut">
              <a:rPr lang="zh-TW" altLang="en-US" smtClean="0"/>
              <a:pPr/>
              <a:t>2024/8/23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E152-1ABB-46D5-B35E-1DB5833DC6F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2194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F4D5-C392-4366-A465-2AEE9951F9FD}" type="datetimeFigureOut">
              <a:rPr lang="zh-TW" altLang="en-US" smtClean="0"/>
              <a:pPr/>
              <a:t>2024/8/23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E152-1ABB-46D5-B35E-1DB5833DC6F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6793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9F4D5-C392-4366-A465-2AEE9951F9FD}" type="datetimeFigureOut">
              <a:rPr lang="zh-TW" altLang="en-US" smtClean="0"/>
              <a:pPr/>
              <a:t>2024/8/23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E152-1ABB-46D5-B35E-1DB5833DC6F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2470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生命的曙光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來親近耶穌是何等奇妙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親近耶穌是何等榮耀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在黑暗痛苦絕望深淵中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一線曙光在我心照耀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96322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在我一生有多少風和浪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黑暗中浮沉多少淚和傷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02954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我們一生中有許多失望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信靠耶穌人生有方向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27896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只要我們肯誠心接受祂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多少坎坷路也會有平安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1393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主阿我願將一生獻給你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願主永遠在我的前方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5856196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</TotalTime>
  <Words>149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Theme1</vt:lpstr>
      <vt:lpstr>生命的曙光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生命的曙光</dc:title>
  <dc:creator>DAIDUONG</dc:creator>
  <cp:lastModifiedBy>batisuoc</cp:lastModifiedBy>
  <cp:revision>4</cp:revision>
  <dcterms:created xsi:type="dcterms:W3CDTF">2013-07-02T08:56:37Z</dcterms:created>
  <dcterms:modified xsi:type="dcterms:W3CDTF">2024-08-23T10:18:05Z</dcterms:modified>
</cp:coreProperties>
</file>