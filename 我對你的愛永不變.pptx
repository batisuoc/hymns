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684" r:id="rId4"/>
    <p:sldId id="685" r:id="rId5"/>
    <p:sldId id="686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5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84126-158D-41CC-83FE-CADDC65CCDDB}" type="datetimeFigureOut">
              <a:rPr lang="zh-TW" altLang="en-US" smtClean="0"/>
              <a:pPr/>
              <a:t>2024/7/6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29AC4-59EB-42C9-BAC6-1C36D01CF3B6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我對</a:t>
            </a:r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的愛永不變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開了我的耳我的眼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我的嘴將稱頌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到永遠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的意念高過我的思想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如同天高過地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31110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全地都要來讚美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我跪拜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面前稱頌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4780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山雖動搖   地雖改變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我對</a:t>
            </a: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的愛永不變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89168451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</TotalTime>
  <Words>92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</vt:lpstr>
      <vt:lpstr>我對祢的愛永不變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我對你的愛永不變</dc:title>
  <dc:creator>大唐</dc:creator>
  <cp:lastModifiedBy>batisuoc</cp:lastModifiedBy>
  <cp:revision>4</cp:revision>
  <dcterms:created xsi:type="dcterms:W3CDTF">2018-07-24T12:38:26Z</dcterms:created>
  <dcterms:modified xsi:type="dcterms:W3CDTF">2024-07-05T17:07:43Z</dcterms:modified>
</cp:coreProperties>
</file>