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02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0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27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62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87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38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02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8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2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96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4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4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9346A-0155-43D7-AE55-B681116147B4}" type="datetimeFigureOut">
              <a:rPr lang="en-US" smtClean="0"/>
              <a:t>4/18/2024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5C59A-B3C2-4CC5-A769-18E3CB1E0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6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當我偶遇你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昨天  流落冰天雪地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無光線  沒有生機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當我偶遇人間一個你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才真正發覺熱愛滋味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73390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你的手  能令孤單遠離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還給我太多驚喜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285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於這浩瀚人海找到你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如昏暗世界  重見希冀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4818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今天我決定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承諾將心給你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639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同行一生  同嚐歡欣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同心分享痛苦傷悲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9053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今天以後  牽手走到白頭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窮這生全力愛你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18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也許  前路荊棘遍地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狂風裡白雪紛飛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71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只要在路途中緊靠你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陽光變晦暗  仍覺很美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1730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請聽這誓言  忠貞的愛從無變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能遇著你是我福氣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4488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215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Theme1</vt:lpstr>
      <vt:lpstr>當我偶遇你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當我偶遇你</dc:title>
  <dc:creator>batisuoc</dc:creator>
  <cp:lastModifiedBy>batisuoc</cp:lastModifiedBy>
  <cp:revision>1</cp:revision>
  <dcterms:created xsi:type="dcterms:W3CDTF">2024-04-18T04:24:05Z</dcterms:created>
  <dcterms:modified xsi:type="dcterms:W3CDTF">2024-04-18T04:30:42Z</dcterms:modified>
</cp:coreProperties>
</file>