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616" r:id="rId2"/>
    <p:sldId id="617" r:id="rId3"/>
    <p:sldId id="618" r:id="rId4"/>
    <p:sldId id="619" r:id="rId5"/>
    <p:sldId id="620" r:id="rId6"/>
    <p:sldId id="621" r:id="rId7"/>
    <p:sldId id="622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A608-7224-4CE8-8283-282EDC8021C2}" type="datetimeFigureOut">
              <a:rPr lang="zh-TW" altLang="en-US" smtClean="0"/>
              <a:t>2025/4/16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BDFD0-99D4-44A5-A06A-7B0304E279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1111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A608-7224-4CE8-8283-282EDC8021C2}" type="datetimeFigureOut">
              <a:rPr lang="zh-TW" altLang="en-US" smtClean="0"/>
              <a:t>2025/4/16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BDFD0-99D4-44A5-A06A-7B0304E279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815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A608-7224-4CE8-8283-282EDC8021C2}" type="datetimeFigureOut">
              <a:rPr lang="zh-TW" altLang="en-US" smtClean="0"/>
              <a:t>2025/4/16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BDFD0-99D4-44A5-A06A-7B0304E279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8380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A608-7224-4CE8-8283-282EDC8021C2}" type="datetimeFigureOut">
              <a:rPr lang="zh-TW" altLang="en-US" smtClean="0"/>
              <a:t>2025/4/16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BDFD0-99D4-44A5-A06A-7B0304E279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9949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A608-7224-4CE8-8283-282EDC8021C2}" type="datetimeFigureOut">
              <a:rPr lang="zh-TW" altLang="en-US" smtClean="0"/>
              <a:t>2025/4/16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BDFD0-99D4-44A5-A06A-7B0304E279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368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A608-7224-4CE8-8283-282EDC8021C2}" type="datetimeFigureOut">
              <a:rPr lang="zh-TW" altLang="en-US" smtClean="0"/>
              <a:t>2025/4/16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BDFD0-99D4-44A5-A06A-7B0304E279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359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A608-7224-4CE8-8283-282EDC8021C2}" type="datetimeFigureOut">
              <a:rPr lang="zh-TW" altLang="en-US" smtClean="0"/>
              <a:t>2025/4/16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BDFD0-99D4-44A5-A06A-7B0304E279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277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A608-7224-4CE8-8283-282EDC8021C2}" type="datetimeFigureOut">
              <a:rPr lang="zh-TW" altLang="en-US" smtClean="0"/>
              <a:t>2025/4/16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BDFD0-99D4-44A5-A06A-7B0304E279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194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A608-7224-4CE8-8283-282EDC8021C2}" type="datetimeFigureOut">
              <a:rPr lang="zh-TW" altLang="en-US" smtClean="0"/>
              <a:t>2025/4/16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BDFD0-99D4-44A5-A06A-7B0304E279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1663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A608-7224-4CE8-8283-282EDC8021C2}" type="datetimeFigureOut">
              <a:rPr lang="zh-TW" altLang="en-US" smtClean="0"/>
              <a:t>2025/4/16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BDFD0-99D4-44A5-A06A-7B0304E279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606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A608-7224-4CE8-8283-282EDC8021C2}" type="datetimeFigureOut">
              <a:rPr lang="zh-TW" altLang="en-US" smtClean="0"/>
              <a:t>2025/4/16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BDFD0-99D4-44A5-A06A-7B0304E279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501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EA608-7224-4CE8-8283-282EDC8021C2}" type="datetimeFigureOut">
              <a:rPr lang="zh-TW" altLang="en-US" smtClean="0"/>
              <a:t>2025/4/16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BDFD0-99D4-44A5-A06A-7B0304E279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81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神羔羊</a:t>
            </a:r>
          </a:p>
        </p:txBody>
      </p:sp>
    </p:spTree>
    <p:extLst>
      <p:ext uri="{BB962C8B-B14F-4D97-AF65-F5344CB8AC3E}">
        <p14:creationId xmlns:p14="http://schemas.microsoft.com/office/powerpoint/2010/main" val="247508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至高權柄  至高神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超越全地  一切被造萬物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1796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CCB31-4357-FD49-1A3E-3808F9711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4C831B6-27B4-2B0C-6A92-4C244D71B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至高智慧  高過人的道路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唯有祢是  全知權能神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B262A-80D8-D17B-7FD1-77A179B70D40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893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D735A-1BA7-B58E-1C01-855EDEE4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058B361-6F69-D383-E6FE-5231573CA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至高國度  至高君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超越全地  一切奇妙豐富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399160-C520-7314-7582-0683E7CD6A7A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4749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D21FE-786E-4059-97F7-42E2A6C88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E8A179A-4D5D-8975-F250-452FFE59F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至尊至貴  勝過世界財富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天上地下  唯一的愛慕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3EA1B-31ED-1274-57AD-8934EA785C53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29630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59B23-A086-4A2F-7962-6389FA3FC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6FB26F-17D8-8BDD-5E18-83EB07C9F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神羔羊  寶血為我流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勝死亡  榮耀地復活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30C04F-9E42-A251-3E6E-46F580B76C73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6575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BE5D3-0752-7FA9-BBF7-AA3EF3685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322F97A-0B7C-89A3-58BB-95FC467E6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  寶貴神羔羊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為我受死  為我復活  神羔羊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C99DD-D942-12A2-C961-9969D1BEC8D1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617801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</TotalTime>
  <Words>133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神羔羊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神羔羊</dc:title>
  <dc:creator>DAIDUONG</dc:creator>
  <cp:lastModifiedBy>batisuoc</cp:lastModifiedBy>
  <cp:revision>2</cp:revision>
  <dcterms:created xsi:type="dcterms:W3CDTF">2014-07-19T11:13:27Z</dcterms:created>
  <dcterms:modified xsi:type="dcterms:W3CDTF">2025-04-16T15:16:06Z</dcterms:modified>
</cp:coreProperties>
</file>