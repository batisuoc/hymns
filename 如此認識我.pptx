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669" r:id="rId2"/>
    <p:sldId id="670" r:id="rId3"/>
    <p:sldId id="671" r:id="rId4"/>
    <p:sldId id="672" r:id="rId5"/>
    <p:sldId id="673" r:id="rId6"/>
    <p:sldId id="674" r:id="rId7"/>
    <p:sldId id="675" r:id="rId8"/>
    <p:sldId id="676" r:id="rId9"/>
    <p:sldId id="677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623A-A244-4575-9D50-703C9D557BC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B5FC6-E6A0-4059-9CBD-344636B6EF9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623A-A244-4575-9D50-703C9D557BC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B5FC6-E6A0-4059-9CBD-344636B6EF9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623A-A244-4575-9D50-703C9D557BC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B5FC6-E6A0-4059-9CBD-344636B6EF9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623A-A244-4575-9D50-703C9D557BC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B5FC6-E6A0-4059-9CBD-344636B6EF9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623A-A244-4575-9D50-703C9D557BC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B5FC6-E6A0-4059-9CBD-344636B6EF9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623A-A244-4575-9D50-703C9D557BC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B5FC6-E6A0-4059-9CBD-344636B6EF9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623A-A244-4575-9D50-703C9D557BC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B5FC6-E6A0-4059-9CBD-344636B6EF9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623A-A244-4575-9D50-703C9D557BC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B5FC6-E6A0-4059-9CBD-344636B6EF9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623A-A244-4575-9D50-703C9D557BC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B5FC6-E6A0-4059-9CBD-344636B6EF9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623A-A244-4575-9D50-703C9D557BC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B5FC6-E6A0-4059-9CBD-344636B6EF9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6623A-A244-4575-9D50-703C9D557BC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B5FC6-E6A0-4059-9CBD-344636B6EF9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6623A-A244-4575-9D50-703C9D557BCC}" type="datetimeFigureOut">
              <a:rPr lang="zh-TW" altLang="en-US" smtClean="0"/>
              <a:t>2026/3/14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B5FC6-E6A0-4059-9CBD-344636B6EF9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如此認識我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誰像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如此認識我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在我四周前後環繞我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3A5C4-33CA-C05F-4727-B577068C94A8}"/>
              </a:ext>
            </a:extLst>
          </p:cNvPr>
          <p:cNvSpPr txBox="1"/>
          <p:nvPr/>
        </p:nvSpPr>
        <p:spPr>
          <a:xfrm>
            <a:off x="0" y="5013176"/>
            <a:ext cx="12192000" cy="667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marL="342900" indent="-342900" algn="ctr">
              <a:spcBef>
                <a:spcPct val="20000"/>
              </a:spcBef>
              <a:buFont typeface="Arial" panose="02080604020202020204" pitchFamily="34" charset="0"/>
              <a:buNone/>
              <a:defRPr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9pPr>
          </a:lstStyle>
          <a:p>
            <a:r>
              <a:rPr lang="en-US" sz="3600" dirty="0"/>
              <a:t>( </a:t>
            </a:r>
            <a:r>
              <a:rPr lang="zh-CN" altLang="en-US" sz="3600" dirty="0"/>
              <a:t>正歌</a:t>
            </a:r>
            <a:r>
              <a:rPr lang="en-US" sz="3600" dirty="0"/>
              <a:t> )</a:t>
            </a:r>
            <a:endParaRPr lang="vi-VN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我奔跑  我躺臥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我坐下  我起來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也細察清楚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8FF25A-8B94-1642-26EF-0620A9C41BED}"/>
              </a:ext>
            </a:extLst>
          </p:cNvPr>
          <p:cNvSpPr txBox="1"/>
          <p:nvPr/>
        </p:nvSpPr>
        <p:spPr>
          <a:xfrm>
            <a:off x="0" y="5013176"/>
            <a:ext cx="12192000" cy="667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marL="342900" indent="-342900" algn="ctr">
              <a:spcBef>
                <a:spcPct val="20000"/>
              </a:spcBef>
              <a:buFont typeface="Arial" panose="02080604020202020204" pitchFamily="34" charset="0"/>
              <a:buNone/>
              <a:defRPr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9pPr>
          </a:lstStyle>
          <a:p>
            <a:r>
              <a:rPr lang="en-US" sz="3600" dirty="0"/>
              <a:t>( </a:t>
            </a:r>
            <a:r>
              <a:rPr lang="zh-CN" altLang="en-US" sz="3600" dirty="0"/>
              <a:t>正歌</a:t>
            </a:r>
            <a:r>
              <a:rPr lang="en-US" sz="3600" dirty="0"/>
              <a:t> )</a:t>
            </a:r>
            <a:endParaRPr lang="vi-VN" sz="3600" dirty="0"/>
          </a:p>
        </p:txBody>
      </p:sp>
    </p:spTree>
    <p:extLst>
      <p:ext uri="{BB962C8B-B14F-4D97-AF65-F5344CB8AC3E}">
        <p14:creationId xmlns:p14="http://schemas.microsoft.com/office/powerpoint/2010/main" val="87084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年月有如閃電飛過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的手從未離開過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F7C036-3CD4-4846-EC5F-F0970D577ED7}"/>
              </a:ext>
            </a:extLst>
          </p:cNvPr>
          <p:cNvSpPr txBox="1"/>
          <p:nvPr/>
        </p:nvSpPr>
        <p:spPr>
          <a:xfrm>
            <a:off x="0" y="5013176"/>
            <a:ext cx="12192000" cy="667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marL="342900" indent="-342900" algn="ctr">
              <a:spcBef>
                <a:spcPct val="20000"/>
              </a:spcBef>
              <a:buFont typeface="Arial" panose="02080604020202020204" pitchFamily="34" charset="0"/>
              <a:buNone/>
              <a:defRPr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9pPr>
          </a:lstStyle>
          <a:p>
            <a:r>
              <a:rPr lang="en-US" sz="3600" dirty="0"/>
              <a:t>( </a:t>
            </a:r>
            <a:r>
              <a:rPr lang="zh-CN" altLang="en-US" sz="3600" dirty="0"/>
              <a:t>正歌</a:t>
            </a:r>
            <a:r>
              <a:rPr lang="en-US" sz="3600" dirty="0"/>
              <a:t> )</a:t>
            </a:r>
            <a:endParaRPr lang="vi-VN" sz="3600" dirty="0"/>
          </a:p>
        </p:txBody>
      </p:sp>
    </p:spTree>
    <p:extLst>
      <p:ext uri="{BB962C8B-B14F-4D97-AF65-F5344CB8AC3E}">
        <p14:creationId xmlns:p14="http://schemas.microsoft.com/office/powerpoint/2010/main" val="3196445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看春光  看艷陽  看落葉  看冰河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右手總晝夜扶持著我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CDF484-DE04-3270-9C46-DDE161DDF058}"/>
              </a:ext>
            </a:extLst>
          </p:cNvPr>
          <p:cNvSpPr txBox="1"/>
          <p:nvPr/>
        </p:nvSpPr>
        <p:spPr>
          <a:xfrm>
            <a:off x="0" y="5013176"/>
            <a:ext cx="12192000" cy="667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marL="342900" indent="-342900" algn="ctr">
              <a:spcBef>
                <a:spcPct val="20000"/>
              </a:spcBef>
              <a:buFont typeface="Arial" panose="02080604020202020204" pitchFamily="34" charset="0"/>
              <a:buNone/>
              <a:defRPr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9pPr>
          </a:lstStyle>
          <a:p>
            <a:r>
              <a:rPr lang="en-US" sz="3600" dirty="0"/>
              <a:t>( </a:t>
            </a:r>
            <a:r>
              <a:rPr lang="zh-CN" altLang="en-US" sz="3600" dirty="0"/>
              <a:t>正歌</a:t>
            </a:r>
            <a:r>
              <a:rPr lang="en-US" sz="3600" dirty="0"/>
              <a:t> )</a:t>
            </a:r>
            <a:endParaRPr lang="vi-VN" sz="3600" dirty="0"/>
          </a:p>
        </p:txBody>
      </p:sp>
    </p:spTree>
    <p:extLst>
      <p:ext uri="{BB962C8B-B14F-4D97-AF65-F5344CB8AC3E}">
        <p14:creationId xmlns:p14="http://schemas.microsoft.com/office/powerpoint/2010/main" val="1756357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我在地上年日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已經數算過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心底的意念如海沙那麼多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F7EE7A-4B7D-7BD4-EE8E-A790B711F075}"/>
              </a:ext>
            </a:extLst>
          </p:cNvPr>
          <p:cNvSpPr txBox="1"/>
          <p:nvPr/>
        </p:nvSpPr>
        <p:spPr>
          <a:xfrm>
            <a:off x="0" y="5013176"/>
            <a:ext cx="12192000" cy="667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marL="342900" indent="-342900" algn="ctr">
              <a:spcBef>
                <a:spcPct val="20000"/>
              </a:spcBef>
              <a:buFont typeface="Arial" panose="02080604020202020204" pitchFamily="34" charset="0"/>
              <a:buNone/>
              <a:defRPr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9pPr>
          </a:lstStyle>
          <a:p>
            <a:r>
              <a:rPr lang="en-US" sz="3600" dirty="0"/>
              <a:t>( </a:t>
            </a:r>
            <a:r>
              <a:rPr lang="zh-CN" altLang="en-US" sz="3600" dirty="0"/>
              <a:t>副歌</a:t>
            </a:r>
            <a:r>
              <a:rPr lang="en-US" sz="3600" dirty="0"/>
              <a:t> )</a:t>
            </a:r>
            <a:endParaRPr lang="vi-VN" sz="3600" dirty="0"/>
          </a:p>
        </p:txBody>
      </p:sp>
    </p:spTree>
    <p:extLst>
      <p:ext uri="{BB962C8B-B14F-4D97-AF65-F5344CB8AC3E}">
        <p14:creationId xmlns:p14="http://schemas.microsoft.com/office/powerpoint/2010/main" val="3091118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我在地極與天涯仍舊看顧著我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這高深的愛可測得透麼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682839-8AC5-1B52-D24C-C68748F75AEE}"/>
              </a:ext>
            </a:extLst>
          </p:cNvPr>
          <p:cNvSpPr txBox="1"/>
          <p:nvPr/>
        </p:nvSpPr>
        <p:spPr>
          <a:xfrm>
            <a:off x="0" y="5013176"/>
            <a:ext cx="12192000" cy="667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marL="342900" indent="-342900" algn="ctr">
              <a:spcBef>
                <a:spcPct val="20000"/>
              </a:spcBef>
              <a:buFont typeface="Arial" panose="02080604020202020204" pitchFamily="34" charset="0"/>
              <a:buNone/>
              <a:defRPr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9pPr>
          </a:lstStyle>
          <a:p>
            <a:r>
              <a:rPr lang="en-US" sz="3600" dirty="0"/>
              <a:t>( </a:t>
            </a:r>
            <a:r>
              <a:rPr lang="zh-CN" altLang="en-US" sz="3600" dirty="0"/>
              <a:t>副歌</a:t>
            </a:r>
            <a:r>
              <a:rPr lang="en-US" sz="3600" dirty="0"/>
              <a:t> )</a:t>
            </a:r>
            <a:endParaRPr lang="vi-VN" sz="3600" dirty="0"/>
          </a:p>
        </p:txBody>
      </p:sp>
    </p:spTree>
    <p:extLst>
      <p:ext uri="{BB962C8B-B14F-4D97-AF65-F5344CB8AC3E}">
        <p14:creationId xmlns:p14="http://schemas.microsoft.com/office/powerpoint/2010/main" val="3622615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迎面障礙雖避不過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但我有主同在能衝破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0390EA-BB33-091A-C394-7F1B9210FA9B}"/>
              </a:ext>
            </a:extLst>
          </p:cNvPr>
          <p:cNvSpPr txBox="1"/>
          <p:nvPr/>
        </p:nvSpPr>
        <p:spPr>
          <a:xfrm>
            <a:off x="0" y="5013176"/>
            <a:ext cx="12192000" cy="667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marL="342900" indent="-342900" algn="ctr">
              <a:spcBef>
                <a:spcPct val="20000"/>
              </a:spcBef>
              <a:buFont typeface="Arial" panose="02080604020202020204" pitchFamily="34" charset="0"/>
              <a:buNone/>
              <a:defRPr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9pPr>
          </a:lstStyle>
          <a:p>
            <a:r>
              <a:rPr lang="en-US" sz="3600" dirty="0"/>
              <a:t>( </a:t>
            </a:r>
            <a:r>
              <a:rPr lang="zh-CN" altLang="en-US" sz="3600" dirty="0"/>
              <a:t>副歌</a:t>
            </a:r>
            <a:r>
              <a:rPr lang="en-US" sz="3600" dirty="0"/>
              <a:t> )</a:t>
            </a:r>
            <a:endParaRPr lang="vi-VN" sz="3600" dirty="0"/>
          </a:p>
        </p:txBody>
      </p:sp>
    </p:spTree>
    <p:extLst>
      <p:ext uri="{BB962C8B-B14F-4D97-AF65-F5344CB8AC3E}">
        <p14:creationId xmlns:p14="http://schemas.microsoft.com/office/powerpoint/2010/main" val="3096491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有北風  有巨浪  有禍患  有艱難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我藏身主蔭下昂然步過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094E00-03BE-6729-43CB-C92964AA4153}"/>
              </a:ext>
            </a:extLst>
          </p:cNvPr>
          <p:cNvSpPr txBox="1"/>
          <p:nvPr/>
        </p:nvSpPr>
        <p:spPr>
          <a:xfrm>
            <a:off x="0" y="5013176"/>
            <a:ext cx="12192000" cy="6678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TW"/>
            </a:defPPr>
            <a:lvl1pPr marL="342900" indent="-342900" algn="ctr">
              <a:spcBef>
                <a:spcPct val="20000"/>
              </a:spcBef>
              <a:buFont typeface="Arial" panose="02080604020202020204" pitchFamily="34" charset="0"/>
              <a:buNone/>
              <a:defRPr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742950" indent="-285750">
              <a:spcBef>
                <a:spcPct val="20000"/>
              </a:spcBef>
              <a:buFont typeface="Arial" panose="0208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8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8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80604020202020204" pitchFamily="34" charset="0"/>
              <a:buChar char="•"/>
              <a:defRPr sz="2000"/>
            </a:lvl9pPr>
          </a:lstStyle>
          <a:p>
            <a:r>
              <a:rPr lang="en-US" sz="3600" dirty="0"/>
              <a:t>( </a:t>
            </a:r>
            <a:r>
              <a:rPr lang="zh-CN" altLang="en-US" sz="3600" dirty="0"/>
              <a:t>副歌</a:t>
            </a:r>
            <a:r>
              <a:rPr lang="en-US" sz="3600" dirty="0"/>
              <a:t> )</a:t>
            </a:r>
            <a:endParaRPr lang="vi-VN" sz="3600" dirty="0"/>
          </a:p>
        </p:txBody>
      </p:sp>
    </p:spTree>
    <p:extLst>
      <p:ext uri="{BB962C8B-B14F-4D97-AF65-F5344CB8AC3E}">
        <p14:creationId xmlns:p14="http://schemas.microsoft.com/office/powerpoint/2010/main" val="2622851468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3</TotalTime>
  <Words>199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佈景主題1</vt:lpstr>
      <vt:lpstr>如此認識我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如此認識我</dc:title>
  <dc:creator>DaTang</dc:creator>
  <cp:lastModifiedBy>Uncle Jo</cp:lastModifiedBy>
  <cp:revision>7</cp:revision>
  <dcterms:created xsi:type="dcterms:W3CDTF">2019-12-28T13:27:30Z</dcterms:created>
  <dcterms:modified xsi:type="dcterms:W3CDTF">2026-03-14T14:54:08Z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1033-11.1.0.8865</vt:lpwstr>
  </property>
</Properties>
</file>