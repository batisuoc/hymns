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800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-28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smtClean="0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507C-E303-491D-9BD5-658D9E88C63E}" type="datetimeFigureOut">
              <a:rPr lang="vi-VN" smtClean="0"/>
              <a:pPr/>
              <a:t>20/08/2024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32A0-C03C-4E0B-B580-F67C3BD9DEC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776534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507C-E303-491D-9BD5-658D9E88C63E}" type="datetimeFigureOut">
              <a:rPr lang="vi-VN" smtClean="0"/>
              <a:pPr/>
              <a:t>20/08/2024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32A0-C03C-4E0B-B580-F67C3BD9DEC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4183725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507C-E303-491D-9BD5-658D9E88C63E}" type="datetimeFigureOut">
              <a:rPr lang="vi-VN" smtClean="0"/>
              <a:pPr/>
              <a:t>20/08/2024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32A0-C03C-4E0B-B580-F67C3BD9DEC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8289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507C-E303-491D-9BD5-658D9E88C63E}" type="datetimeFigureOut">
              <a:rPr lang="vi-VN" smtClean="0"/>
              <a:pPr/>
              <a:t>20/08/2024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32A0-C03C-4E0B-B580-F67C3BD9DEC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95168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507C-E303-491D-9BD5-658D9E88C63E}" type="datetimeFigureOut">
              <a:rPr lang="vi-VN" smtClean="0"/>
              <a:pPr/>
              <a:t>20/08/2024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32A0-C03C-4E0B-B580-F67C3BD9DEC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701931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507C-E303-491D-9BD5-658D9E88C63E}" type="datetimeFigureOut">
              <a:rPr lang="vi-VN" smtClean="0"/>
              <a:pPr/>
              <a:t>20/08/2024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32A0-C03C-4E0B-B580-F67C3BD9DEC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460946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507C-E303-491D-9BD5-658D9E88C63E}" type="datetimeFigureOut">
              <a:rPr lang="vi-VN" smtClean="0"/>
              <a:pPr/>
              <a:t>20/08/2024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32A0-C03C-4E0B-B580-F67C3BD9DEC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4216760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507C-E303-491D-9BD5-658D9E88C63E}" type="datetimeFigureOut">
              <a:rPr lang="vi-VN" smtClean="0"/>
              <a:pPr/>
              <a:t>20/08/2024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32A0-C03C-4E0B-B580-F67C3BD9DEC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446051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smtClean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 smtClean="0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507C-E303-491D-9BD5-658D9E88C63E}" type="datetimeFigureOut">
              <a:rPr lang="vi-VN" smtClean="0"/>
              <a:pPr/>
              <a:t>20/08/2024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32A0-C03C-4E0B-B580-F67C3BD9DEC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1168682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507C-E303-491D-9BD5-658D9E88C63E}" type="datetimeFigureOut">
              <a:rPr lang="vi-VN" smtClean="0"/>
              <a:pPr/>
              <a:t>20/08/2024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32A0-C03C-4E0B-B580-F67C3BD9DEC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180970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 smtClean="0"/>
              <a:t>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5507C-E303-491D-9BD5-658D9E88C63E}" type="datetimeFigureOut">
              <a:rPr lang="vi-VN" smtClean="0"/>
              <a:pPr/>
              <a:t>20/08/2024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132A0-C03C-4E0B-B580-F67C3BD9DEC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307584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5507C-E303-491D-9BD5-658D9E88C63E}" type="datetimeFigureOut">
              <a:rPr lang="vi-VN" smtClean="0"/>
              <a:pPr/>
              <a:t>20/08/2024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132A0-C03C-4E0B-B580-F67C3BD9DEC7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72937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袮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是我的一切</a:t>
            </a:r>
          </a:p>
        </p:txBody>
      </p:sp>
    </p:spTree>
    <p:extLst>
      <p:ext uri="{BB962C8B-B14F-4D97-AF65-F5344CB8AC3E}">
        <p14:creationId xmlns:p14="http://schemas.microsoft.com/office/powerpoint/2010/main" xmlns="" val="890596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是我倚靠的力量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是我尋求的寶藏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( 1 )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6098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是我的一切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( 1 )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9167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袮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好比</a:t>
            </a: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珍貴</a:t>
            </a: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珠</a:t>
            </a: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寶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我怎能放棄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( 1 )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54483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是我的一切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( 1 )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27609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神羔羊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配得大讚美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神羔羊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配得大讚美</a:t>
            </a:r>
          </a:p>
        </p:txBody>
      </p:sp>
    </p:spTree>
    <p:extLst>
      <p:ext uri="{BB962C8B-B14F-4D97-AF65-F5344CB8AC3E}">
        <p14:creationId xmlns:p14="http://schemas.microsoft.com/office/powerpoint/2010/main" xmlns="" val="2757792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擔當我罪債和羞辱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死裡復活我蒙救贖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( 2 )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57452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是我的一切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( 2 )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03102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</a:t>
            </a:r>
            <a:r>
              <a:rPr lang="zh-CN" altLang="en-US" sz="6400" b="1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跌倒</a:t>
            </a:r>
            <a:r>
              <a:rPr lang="zh-CN" altLang="en-US" sz="6400" b="1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袮</a:t>
            </a:r>
            <a:r>
              <a:rPr lang="zh-CN" altLang="en-US" sz="6400" b="1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扶</a:t>
            </a:r>
            <a:r>
              <a:rPr lang="zh-CN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起</a:t>
            </a:r>
            <a:r>
              <a:rPr lang="zh-TW" altLang="en-US" sz="6400" b="1" dirty="0" smtClean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當我乾渴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充滿我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( 2 )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17197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袮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是我的一切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660033"/>
                </a:solidFill>
                <a:effectLst/>
              </a:rPr>
              <a:t>( 2 )</a:t>
            </a:r>
            <a:endParaRPr lang="vi-VN" sz="4800" b="1" dirty="0">
              <a:solidFill>
                <a:srgbClr val="660033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6169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神羔羊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配得大讚美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耶穌  神羔羊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配得大讚美</a:t>
            </a:r>
          </a:p>
        </p:txBody>
      </p:sp>
    </p:spTree>
    <p:extLst>
      <p:ext uri="{BB962C8B-B14F-4D97-AF65-F5344CB8AC3E}">
        <p14:creationId xmlns:p14="http://schemas.microsoft.com/office/powerpoint/2010/main" xmlns="" val="174013609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1A8DE197-990E-4893-BF04-3823FBB50F9A}" vid="{430B7048-5A04-4BDB-939A-C7E865DB88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</TotalTime>
  <Words>125</Words>
  <Application>Microsoft Office PowerPoint</Application>
  <PresentationFormat>自訂</PresentationFormat>
  <Paragraphs>25</Paragraphs>
  <Slides>11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2" baseType="lpstr">
      <vt:lpstr>Theme1</vt:lpstr>
      <vt:lpstr>袮是我的一切</vt:lpstr>
      <vt:lpstr>投影片 2</vt:lpstr>
      <vt:lpstr>投影片 3</vt:lpstr>
      <vt:lpstr>投影片 4</vt:lpstr>
      <vt:lpstr>投影片 5</vt:lpstr>
      <vt:lpstr>投影片 6</vt:lpstr>
      <vt:lpstr>投影片 7</vt:lpstr>
      <vt:lpstr>投影片 8</vt:lpstr>
      <vt:lpstr>投影片 9</vt:lpstr>
      <vt:lpstr>投影片 10</vt:lpstr>
      <vt:lpstr>投影片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袮是我的一切</dc:title>
  <dc:creator>Windows User</dc:creator>
  <cp:lastModifiedBy>PowerPoint</cp:lastModifiedBy>
  <cp:revision>3</cp:revision>
  <dcterms:created xsi:type="dcterms:W3CDTF">2021-07-04T01:45:01Z</dcterms:created>
  <dcterms:modified xsi:type="dcterms:W3CDTF">2024-08-20T12:03:51Z</dcterms:modified>
</cp:coreProperties>
</file>