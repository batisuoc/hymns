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72" y="18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40AC-92D7-480D-97D1-79286808B11F}" type="datetimeFigureOut">
              <a:rPr lang="zh-TW" altLang="en-US" smtClean="0"/>
              <a:pPr/>
              <a:t>2025/10/31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D5F8B-3067-4256-B571-2CCE29135E3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40AC-92D7-480D-97D1-79286808B11F}" type="datetimeFigureOut">
              <a:rPr lang="zh-TW" altLang="en-US" smtClean="0"/>
              <a:pPr/>
              <a:t>2025/10/31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D5F8B-3067-4256-B571-2CCE29135E3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40AC-92D7-480D-97D1-79286808B11F}" type="datetimeFigureOut">
              <a:rPr lang="zh-TW" altLang="en-US" smtClean="0"/>
              <a:pPr/>
              <a:t>2025/10/31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D5F8B-3067-4256-B571-2CCE29135E3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40AC-92D7-480D-97D1-79286808B11F}" type="datetimeFigureOut">
              <a:rPr lang="zh-TW" altLang="en-US" smtClean="0"/>
              <a:pPr/>
              <a:t>2025/10/31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D5F8B-3067-4256-B571-2CCE29135E3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40AC-92D7-480D-97D1-79286808B11F}" type="datetimeFigureOut">
              <a:rPr lang="zh-TW" altLang="en-US" smtClean="0"/>
              <a:pPr/>
              <a:t>2025/10/31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D5F8B-3067-4256-B571-2CCE29135E3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40AC-92D7-480D-97D1-79286808B11F}" type="datetimeFigureOut">
              <a:rPr lang="zh-TW" altLang="en-US" smtClean="0"/>
              <a:pPr/>
              <a:t>2025/10/31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D5F8B-3067-4256-B571-2CCE29135E3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40AC-92D7-480D-97D1-79286808B11F}" type="datetimeFigureOut">
              <a:rPr lang="zh-TW" altLang="en-US" smtClean="0"/>
              <a:pPr/>
              <a:t>2025/10/31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D5F8B-3067-4256-B571-2CCE29135E3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40AC-92D7-480D-97D1-79286808B11F}" type="datetimeFigureOut">
              <a:rPr lang="zh-TW" altLang="en-US" smtClean="0"/>
              <a:pPr/>
              <a:t>2025/10/31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D5F8B-3067-4256-B571-2CCE29135E3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40AC-92D7-480D-97D1-79286808B11F}" type="datetimeFigureOut">
              <a:rPr lang="zh-TW" altLang="en-US" smtClean="0"/>
              <a:pPr/>
              <a:t>2025/10/31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D5F8B-3067-4256-B571-2CCE29135E3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40AC-92D7-480D-97D1-79286808B11F}" type="datetimeFigureOut">
              <a:rPr lang="zh-TW" altLang="en-US" smtClean="0"/>
              <a:pPr/>
              <a:t>2025/10/31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D5F8B-3067-4256-B571-2CCE29135E3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40AC-92D7-480D-97D1-79286808B11F}" type="datetimeFigureOut">
              <a:rPr lang="zh-TW" altLang="en-US" smtClean="0"/>
              <a:pPr/>
              <a:t>2025/10/31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D5F8B-3067-4256-B571-2CCE29135E3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F40AC-92D7-480D-97D1-79286808B11F}" type="datetimeFigureOut">
              <a:rPr lang="zh-TW" altLang="en-US" smtClean="0"/>
              <a:pPr/>
              <a:t>2025/10/31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D5F8B-3067-4256-B571-2CCE29135E3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CN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祢愛永不變</a:t>
            </a:r>
            <a:endParaRPr lang="zh-TW" altLang="en-US" sz="54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57657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流出寶血   洗淨我污穢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將我的生命贖回</a:t>
            </a:r>
            <a:endParaRPr lang="en-US" altLang="zh-TW" sz="48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13889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12161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為了我的罪</a:t>
            </a:r>
            <a:r>
              <a:rPr lang="en-US" altLang="zh-TW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犧牲永不悔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顯明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極大恩惠</a:t>
            </a:r>
            <a:endParaRPr lang="vi-VN" sz="4800" b="1" dirty="0">
              <a:solidFill>
                <a:srgbClr val="000066"/>
              </a:solidFill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13889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47191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我深深體會  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愛的寶貴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獻上自己永追隨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13889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2 )</a:t>
            </a:r>
            <a:endParaRPr lang="vi-VN" sz="32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12877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或傷心或氣餒</a:t>
            </a:r>
            <a:r>
              <a:rPr lang="en-US" altLang="zh-TW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或生離或死別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願剛強壯膽永遠不後退</a:t>
            </a:r>
            <a:endParaRPr lang="vi-VN" sz="4800" b="1" dirty="0">
              <a:solidFill>
                <a:srgbClr val="000066"/>
              </a:solidFill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13889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2 )</a:t>
            </a:r>
            <a:endParaRPr lang="vi-VN" sz="32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96977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哦  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愛永不變</a:t>
            </a:r>
            <a:r>
              <a:rPr lang="en-US" altLang="zh-TW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從今直到永遠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深深澆灌我心田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13889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65357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或傷心或氣餒</a:t>
            </a:r>
            <a:r>
              <a:rPr lang="en-US" altLang="zh-TW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或生離或死別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願剛強壯膽永遠不後退</a:t>
            </a:r>
            <a:endParaRPr lang="vi-VN" sz="4800" b="1" dirty="0">
              <a:solidFill>
                <a:srgbClr val="000066"/>
              </a:solidFill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13889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85174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哦  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愛永不變</a:t>
            </a:r>
            <a:r>
              <a:rPr lang="en-US" altLang="zh-TW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從今直到永遠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深深澆灌我心田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13889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36992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或天旋或地轉</a:t>
            </a:r>
            <a:r>
              <a:rPr lang="en-US" altLang="zh-TW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經滄海歷桑田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都不能叫我與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愛隔絕</a:t>
            </a:r>
            <a:endParaRPr lang="vi-VN" sz="4800" b="1" dirty="0">
              <a:solidFill>
                <a:srgbClr val="000066"/>
              </a:solidFill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13889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23494746"/>
      </p:ext>
    </p:extLst>
  </p:cSld>
  <p:clrMapOvr>
    <a:masterClrMapping/>
  </p:clrMapOvr>
</p:sld>
</file>

<file path=ppt/theme/theme1.xml><?xml version="1.0" encoding="utf-8"?>
<a:theme xmlns:a="http://schemas.openxmlformats.org/drawingml/2006/main" name="chongba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chongbai</Template>
  <TotalTime>105</TotalTime>
  <Words>197</Words>
  <Application>Microsoft Office PowerPoint</Application>
  <PresentationFormat>On-screen Show (16:9)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chongbai</vt:lpstr>
      <vt:lpstr>祢愛永不變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你愛永不變</dc:title>
  <dc:creator>User</dc:creator>
  <cp:lastModifiedBy>batisuoc</cp:lastModifiedBy>
  <cp:revision>16</cp:revision>
  <dcterms:created xsi:type="dcterms:W3CDTF">2017-03-21T13:38:28Z</dcterms:created>
  <dcterms:modified xsi:type="dcterms:W3CDTF">2025-10-31T14:00:53Z</dcterms:modified>
</cp:coreProperties>
</file>