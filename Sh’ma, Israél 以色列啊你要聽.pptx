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92" r:id="rId2"/>
    <p:sldId id="793" r:id="rId3"/>
    <p:sldId id="794" r:id="rId4"/>
    <p:sldId id="795" r:id="rId5"/>
    <p:sldId id="796" r:id="rId6"/>
    <p:sldId id="797" r:id="rId7"/>
    <p:sldId id="798" r:id="rId8"/>
    <p:sldId id="799" r:id="rId9"/>
    <p:sldId id="800" r:id="rId10"/>
    <p:sldId id="801" r:id="rId11"/>
    <p:sldId id="802" r:id="rId12"/>
    <p:sldId id="803" r:id="rId13"/>
    <p:sldId id="804" r:id="rId14"/>
    <p:sldId id="805" r:id="rId15"/>
    <p:sldId id="806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7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6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8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5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9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3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9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0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1ACDF-0856-4EE7-A121-D0E2E9B68845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11969-D1AA-4C3A-A174-3ABFB0965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6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64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Sh’ma, Israél</a:t>
            </a:r>
            <a:endParaRPr lang="zh-TW" altLang="en-US" sz="64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-2048" y="312420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以色列啊  你要聽</a:t>
            </a:r>
            <a:endParaRPr lang="zh-TW" altLang="en-US" sz="5333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Sh’ma, Israél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以色列啊  你要聽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F2B8-A104-988B-CDDB-B55A4135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56AF5F4-6D56-91DD-4A95-DE3ED7E85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Adonái Elohéynua 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Adonái echád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C0EE644-4855-0FB3-CF01-8D891155DF0D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耶和華我們神是獨一的主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31275-7656-9036-E33E-92C506A42857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608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FD44-64B7-EA5C-7929-0390F694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D8E6D02-BF8A-AE45-78FD-24D70BFED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Elohim Chayim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C7734B4-08C9-BFAA-E778-51BF5CAD8E8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永生神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8EEB6-C0B7-8251-E462-0CACD15BEA79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579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56D2-9996-AFBF-6FE9-9843F31B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2F43ECE-0E20-D614-04FF-1BB42B0D4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Veahavtá et Adonái Elohécha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0894835-CFB1-05CC-FD01-E8D5F0CAC5CD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你要愛耶和華你的神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BE989-C77F-986D-2227-DD4D591BC368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881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08564-0A4D-52E3-CDE0-3D50189C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5E314F7-60AB-6DE8-46CF-4CB1C7222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Bechol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-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levavchá, oovechol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-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nafshechá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F8ED24F-0B15-FE12-8BB3-C0F91C1633C3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盡心，盡性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0282F-C47F-2D47-0412-E7DD581B60B4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566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5349-D568-8723-E4AF-50E0771B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E3C1605-AC28-9108-04C1-279401141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Oovechol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–</a:t>
            </a:r>
            <a:r>
              <a:rPr 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meodécha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111192C-F848-1020-84FA-7C749B3D459C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盡力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D621F-7856-EFEE-11FA-61F118295E4C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005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7461-92A3-B061-1182-43A140A64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AE32D4C-07AD-A52B-15FB-52122BFA0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Ki Adonái hoo ha Elohim bashamáyím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9EE3D7F-6449-4101-6A2F-2E313804198E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天上地下   惟有耶和華他是神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0BE5F-4FCF-BF6B-3F0A-40EAF3B76486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473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65EE-713C-5BCF-C95A-16A01F41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027ED21-B852-D802-DF98-3935CF6B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vi-VN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Mímáal veal-haáretz mítáchat eyn od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C9D46A8-9595-5F3D-AC0A-3E828131DE09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除祂以外   在無別神</a:t>
            </a:r>
            <a:endParaRPr lang="en-US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F93F5-2C31-D978-11F1-227EA9E3A614}"/>
              </a:ext>
            </a:extLst>
          </p:cNvPr>
          <p:cNvSpPr txBox="1"/>
          <p:nvPr/>
        </p:nvSpPr>
        <p:spPr>
          <a:xfrm>
            <a:off x="0" y="535482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515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065C-5DF7-67CB-2B4B-6C26A14A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CE89F-9F4E-BBD8-71C8-25EDA3B39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altLang="zh-TW" sz="5333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Sh’ma</a:t>
            </a:r>
            <a:r>
              <a:rPr lang="en-US" altLang="zh-TW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, </a:t>
            </a:r>
            <a:r>
              <a:rPr lang="en-US" altLang="zh-TW" sz="5333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Israél</a:t>
            </a:r>
            <a:r>
              <a:rPr lang="en-US" altLang="zh-TW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!</a:t>
            </a:r>
            <a:r>
              <a:rPr lang="en-US" altLang="zh-TW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你要聽啊以色列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耶和華我們的神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A6905-C513-FA95-5EF5-C4B96509E1C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342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E93C-9480-73F0-DB00-3EA5BC87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EECCA41-BA9F-B6E8-AB8B-2AFE224F9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是獨一的神</a:t>
            </a:r>
            <a:r>
              <a:rPr lang="zh-CN" altLang="en-US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5333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Yaweh</a:t>
            </a:r>
            <a:endParaRPr lang="en-US" altLang="zh-TW" sz="5333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en-US" altLang="zh-TW" sz="5333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Sh’ma</a:t>
            </a:r>
            <a:r>
              <a:rPr lang="en-US" altLang="zh-TW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, </a:t>
            </a:r>
            <a:r>
              <a:rPr lang="en-US" altLang="zh-TW" sz="5333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Israél</a:t>
            </a:r>
            <a:r>
              <a:rPr lang="en-US" altLang="zh-TW" sz="5333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! 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你要聽啊以色列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C1CD1-8154-0770-FE54-1A19DF43893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747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15511-A135-247E-D272-4F8FFF90C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47FCCD9-7387-F40A-98E3-BE58A72B2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耶和華我們的神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是獨一的神 </a:t>
            </a:r>
            <a:r>
              <a:rPr lang="en-US" altLang="zh-TW" sz="64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Yaweh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AF463-057F-52B7-B397-24F3321280F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2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D0F4-2F99-2A41-B92C-AFF13694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B8B4DB-65A5-CBB0-FB3D-941AD4E06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天上地下唯有耶和華他是神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E1F0C-DF05-58F7-856C-71008C9B70B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9356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0F3F-450E-D596-2E23-A02571E3A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B0FABEE-7475-2232-7319-C87E878A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除祂以外  在沒有別神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像主耶和華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94BAB-DFE2-77EC-EF85-05218B44E6A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1702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A150-25E9-2C8A-F436-0A7930F4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F813343-9383-5B4C-3BB2-5FA805BB2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你要盡心  你要進性  你要盡力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全心全意愛主耶和華 </a:t>
            </a:r>
            <a:r>
              <a:rPr lang="en-US" altLang="zh-TW" sz="64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Yaweh</a:t>
            </a:r>
            <a:endParaRPr lang="zh-TW" altLang="en-US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CABCA-238A-FB11-66BF-70C999A9BC6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80700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253</Words>
  <Application>Microsoft Office PowerPoint</Application>
  <PresentationFormat>Widescreen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Microsoft JhengHei</vt:lpstr>
      <vt:lpstr>Microsoft JhengHei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2025-03-14T14:53:05Z</dcterms:created>
  <dcterms:modified xsi:type="dcterms:W3CDTF">2025-03-14T14:53:39Z</dcterms:modified>
</cp:coreProperties>
</file>