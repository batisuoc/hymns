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7" d="100"/>
          <a:sy n="97" d="100"/>
        </p:scale>
        <p:origin x="78" y="60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9D944-54CB-47B0-9464-FA766A8DDC46}" type="datetimeFigureOut">
              <a:rPr lang="zh-TW" altLang="en-US" smtClean="0"/>
              <a:t>2024/7/27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48218-C322-45BE-9FDC-C54B13FA027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9D944-54CB-47B0-9464-FA766A8DDC46}" type="datetimeFigureOut">
              <a:rPr lang="zh-TW" altLang="en-US" smtClean="0"/>
              <a:t>2024/7/27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48218-C322-45BE-9FDC-C54B13FA027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9D944-54CB-47B0-9464-FA766A8DDC46}" type="datetimeFigureOut">
              <a:rPr lang="zh-TW" altLang="en-US" smtClean="0"/>
              <a:t>2024/7/27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48218-C322-45BE-9FDC-C54B13FA027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9D944-54CB-47B0-9464-FA766A8DDC46}" type="datetimeFigureOut">
              <a:rPr lang="zh-TW" altLang="en-US" smtClean="0"/>
              <a:t>2024/7/27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48218-C322-45BE-9FDC-C54B13FA027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9D944-54CB-47B0-9464-FA766A8DDC46}" type="datetimeFigureOut">
              <a:rPr lang="zh-TW" altLang="en-US" smtClean="0"/>
              <a:t>2024/7/27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48218-C322-45BE-9FDC-C54B13FA027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9D944-54CB-47B0-9464-FA766A8DDC46}" type="datetimeFigureOut">
              <a:rPr lang="zh-TW" altLang="en-US" smtClean="0"/>
              <a:t>2024/7/27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48218-C322-45BE-9FDC-C54B13FA027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9D944-54CB-47B0-9464-FA766A8DDC46}" type="datetimeFigureOut">
              <a:rPr lang="zh-TW" altLang="en-US" smtClean="0"/>
              <a:t>2024/7/27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48218-C322-45BE-9FDC-C54B13FA027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9D944-54CB-47B0-9464-FA766A8DDC46}" type="datetimeFigureOut">
              <a:rPr lang="zh-TW" altLang="en-US" smtClean="0"/>
              <a:t>2024/7/27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48218-C322-45BE-9FDC-C54B13FA027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9D944-54CB-47B0-9464-FA766A8DDC46}" type="datetimeFigureOut">
              <a:rPr lang="zh-TW" altLang="en-US" smtClean="0"/>
              <a:t>2024/7/27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48218-C322-45BE-9FDC-C54B13FA027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9D944-54CB-47B0-9464-FA766A8DDC46}" type="datetimeFigureOut">
              <a:rPr lang="zh-TW" altLang="en-US" smtClean="0"/>
              <a:t>2024/7/27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48218-C322-45BE-9FDC-C54B13FA027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9D944-54CB-47B0-9464-FA766A8DDC46}" type="datetimeFigureOut">
              <a:rPr lang="zh-TW" altLang="en-US" smtClean="0"/>
              <a:t>2024/7/27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948218-C322-45BE-9FDC-C54B13FA027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59D944-54CB-47B0-9464-FA766A8DDC46}" type="datetimeFigureOut">
              <a:rPr lang="zh-TW" altLang="en-US" smtClean="0"/>
              <a:t>2024/7/27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948218-C322-45BE-9FDC-C54B13FA0279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-36512" y="1995686"/>
            <a:ext cx="9144000" cy="857250"/>
          </a:xfrm>
        </p:spPr>
        <p:txBody>
          <a:bodyPr>
            <a:noAutofit/>
          </a:bodyPr>
          <a:lstStyle/>
          <a:p>
            <a:r>
              <a:rPr lang="zh-TW" alt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主恩典</a:t>
            </a:r>
          </a:p>
        </p:txBody>
      </p:sp>
    </p:spTree>
    <p:extLst>
      <p:ext uri="{BB962C8B-B14F-4D97-AF65-F5344CB8AC3E}">
        <p14:creationId xmlns:p14="http://schemas.microsoft.com/office/powerpoint/2010/main" val="1152240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主恩典何等美好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比海深也比山高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27886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過去現在和未來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主恩豐富奇妙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68485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主的恩典大大小小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主的恩典從頭到腳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893111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白白得來不能忘掉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感謝湧出如浪潮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715440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主的恩典大大小小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主的恩典從頭到腳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26562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白白得來不能忘掉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感謝湧出如浪潮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58317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啦  啦  啦  啦  啦</a:t>
            </a:r>
            <a:r>
              <a:rPr lang="en-US" altLang="zh-TW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  </a:t>
            </a: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我要讚美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啦啦啦啦啦  我還要讚美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05965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啦  啦  啦  啦  啦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我一生讚美  一生要來讚美主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33587212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7</TotalTime>
  <Words>160</Words>
  <Application>Microsoft Office PowerPoint</Application>
  <PresentationFormat>On-screen Show (16:9)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Microsoft JhengHei</vt:lpstr>
      <vt:lpstr>Microsoft JhengHei</vt:lpstr>
      <vt:lpstr>Arial</vt:lpstr>
      <vt:lpstr>Calibri</vt:lpstr>
      <vt:lpstr>佈景主題1</vt:lpstr>
      <vt:lpstr>主恩典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主恩典</dc:title>
  <dc:creator>DAIDUONG</dc:creator>
  <cp:lastModifiedBy>batisuoc</cp:lastModifiedBy>
  <cp:revision>9</cp:revision>
  <dcterms:created xsi:type="dcterms:W3CDTF">2019-12-31T10:31:19Z</dcterms:created>
  <dcterms:modified xsi:type="dcterms:W3CDTF">2024-07-27T06:08:04Z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1033-11.1.0.8865</vt:lpwstr>
  </property>
</Properties>
</file>