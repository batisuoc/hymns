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341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7707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3334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248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0152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09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738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609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946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189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995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8C329-CF0D-4B67-8B94-DAFA47238192}" type="datetimeFigureOut">
              <a:rPr lang="vi-VN" smtClean="0"/>
              <a:t>05/07/2025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103AB-DBCA-4E34-B89E-84B96171BF3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9492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21538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與祢一起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199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謝謝我恩主   就算多艱苦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感激祢在保守看顧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1857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我得享安息  祢撫慰我心傷處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可倚靠祢  未懼洪濤風雨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476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謝謝祢的愛   是祢的光采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可使我現舉起頭來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540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祢光照我每天   能指引我方向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一生也願意   為主擺上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981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求能一世稱頌祢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誰人可替代祢   怎麼可相比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443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我單單想與祢一起   救主多麼美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沒有別個能隔絕我跟祢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350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求能一世尊崇主祢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完全所有奉獻   討主的歡喜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981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我的福氣   我心想祢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一切全為愛著祢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130788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190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與祢一起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與祢一起</dc:title>
  <dc:creator>Windows User</dc:creator>
  <cp:lastModifiedBy>batisuoc</cp:lastModifiedBy>
  <cp:revision>4</cp:revision>
  <dcterms:created xsi:type="dcterms:W3CDTF">2020-02-08T09:44:07Z</dcterms:created>
  <dcterms:modified xsi:type="dcterms:W3CDTF">2025-07-05T15:31:09Z</dcterms:modified>
</cp:coreProperties>
</file>