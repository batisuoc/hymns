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91" r:id="rId2"/>
    <p:sldId id="392" r:id="rId3"/>
    <p:sldId id="393" r:id="rId4"/>
    <p:sldId id="394" r:id="rId5"/>
    <p:sldId id="395" r:id="rId6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276" y="7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AF65C-690F-4E54-BF19-7B134718E344}" type="datetimeFigureOut">
              <a:rPr lang="zh-TW" altLang="en-US" smtClean="0"/>
              <a:t>2026/4/10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DE81E-4771-4369-9DD1-1F38BCF40EA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AF65C-690F-4E54-BF19-7B134718E344}" type="datetimeFigureOut">
              <a:rPr lang="zh-TW" altLang="en-US" smtClean="0"/>
              <a:t>2026/4/10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DE81E-4771-4369-9DD1-1F38BCF40EA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AF65C-690F-4E54-BF19-7B134718E344}" type="datetimeFigureOut">
              <a:rPr lang="zh-TW" altLang="en-US" smtClean="0"/>
              <a:t>2026/4/10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DE81E-4771-4369-9DD1-1F38BCF40EA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AF65C-690F-4E54-BF19-7B134718E344}" type="datetimeFigureOut">
              <a:rPr lang="zh-TW" altLang="en-US" smtClean="0"/>
              <a:t>2026/4/10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DE81E-4771-4369-9DD1-1F38BCF40EA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AF65C-690F-4E54-BF19-7B134718E344}" type="datetimeFigureOut">
              <a:rPr lang="zh-TW" altLang="en-US" smtClean="0"/>
              <a:t>2026/4/10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DE81E-4771-4369-9DD1-1F38BCF40EA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AF65C-690F-4E54-BF19-7B134718E344}" type="datetimeFigureOut">
              <a:rPr lang="zh-TW" altLang="en-US" smtClean="0"/>
              <a:t>2026/4/10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DE81E-4771-4369-9DD1-1F38BCF40EA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AF65C-690F-4E54-BF19-7B134718E344}" type="datetimeFigureOut">
              <a:rPr lang="zh-TW" altLang="en-US" smtClean="0"/>
              <a:t>2026/4/10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DE81E-4771-4369-9DD1-1F38BCF40EA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AF65C-690F-4E54-BF19-7B134718E344}" type="datetimeFigureOut">
              <a:rPr lang="zh-TW" altLang="en-US" smtClean="0"/>
              <a:t>2026/4/10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DE81E-4771-4369-9DD1-1F38BCF40EA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AF65C-690F-4E54-BF19-7B134718E344}" type="datetimeFigureOut">
              <a:rPr lang="zh-TW" altLang="en-US" smtClean="0"/>
              <a:t>2026/4/10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DE81E-4771-4369-9DD1-1F38BCF40EA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AF65C-690F-4E54-BF19-7B134718E344}" type="datetimeFigureOut">
              <a:rPr lang="zh-TW" altLang="en-US" smtClean="0"/>
              <a:t>2026/4/10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DE81E-4771-4369-9DD1-1F38BCF40EA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AF65C-690F-4E54-BF19-7B134718E344}" type="datetimeFigureOut">
              <a:rPr lang="zh-TW" altLang="en-US" smtClean="0"/>
              <a:t>2026/4/10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DE81E-4771-4369-9DD1-1F38BCF40EA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DAF65C-690F-4E54-BF19-7B134718E344}" type="datetimeFigureOut">
              <a:rPr lang="zh-TW" altLang="en-US" smtClean="0"/>
              <a:t>2026/4/10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6DE81E-4771-4369-9DD1-1F38BCF40EA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20F3D7-EDDF-CE30-9060-314A88E37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CD6A41DD-B5E6-D530-EC0F-85726817D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TW" altLang="en-US" sz="72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最深愛的主</a:t>
            </a:r>
          </a:p>
        </p:txBody>
      </p:sp>
    </p:spTree>
    <p:extLst>
      <p:ext uri="{BB962C8B-B14F-4D97-AF65-F5344CB8AC3E}">
        <p14:creationId xmlns:p14="http://schemas.microsoft.com/office/powerpoint/2010/main" val="3884923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9F6A04-361B-D03C-72FC-83746A386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EE77592B-EE8B-614D-4160-CDFC7BCE80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奇妙恩典  奇妙作為</a:t>
            </a:r>
          </a:p>
          <a:p>
            <a:pPr algn="ctr">
              <a:buNone/>
            </a:pPr>
            <a:r>
              <a:rPr lang="zh-CN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唯有祢  唯有祢掌管一切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175DD0-F211-14DE-420F-4A50F79B6BD2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850750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2DF6C-713F-B992-AD07-77FD725368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4D02ABAD-57F0-17A7-47AD-CD706B7F4E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奇妙君王  奇妙作為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唯有祢  唯有祢時時同在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F4051F-37FF-066A-BF26-8224675014F2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5083986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0830BB-BD1D-EC2C-6FD6-A1E75FE4BD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945555DA-C03E-0819-B3D0-8C159BE578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愛祢愛祢  愛祢愛祢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祢是我這一生最深愛的主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8C8AD7-9C15-C6E7-E137-5B73A41EB71D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9500677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7B30B3-2BD0-C879-F6A7-5806FE5E1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F02185E4-E4F6-7474-64E4-EBDEC9C8F3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愛祢愛祢  愛祢愛祢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祢是我這一生永遠的依靠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3AF8F1-AB36-BF3B-29C0-DA02AD631729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72465980"/>
      </p:ext>
    </p:extLst>
  </p:cSld>
  <p:clrMapOvr>
    <a:masterClrMapping/>
  </p:clrMapOvr>
</p:sld>
</file>

<file path=ppt/theme/theme1.xml><?xml version="1.0" encoding="utf-8"?>
<a:theme xmlns:a="http://schemas.openxmlformats.org/drawingml/2006/main" name="佈景主題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佈景主題1</Template>
  <TotalTime>2</TotalTime>
  <Words>95</Words>
  <Application>Microsoft Office PowerPoint</Application>
  <PresentationFormat>Widescreen</PresentationFormat>
  <Paragraphs>13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Microsoft JhengHei</vt:lpstr>
      <vt:lpstr>Microsoft JhengHei</vt:lpstr>
      <vt:lpstr>Arial</vt:lpstr>
      <vt:lpstr>Calibri</vt:lpstr>
      <vt:lpstr>佈景主題1</vt:lpstr>
      <vt:lpstr>最深愛的主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最深愛的主</dc:title>
  <dc:creator>大唐</dc:creator>
  <cp:lastModifiedBy>Uncle Jo</cp:lastModifiedBy>
  <cp:revision>3</cp:revision>
  <dcterms:created xsi:type="dcterms:W3CDTF">2018-08-11T10:05:43Z</dcterms:created>
  <dcterms:modified xsi:type="dcterms:W3CDTF">2026-04-10T14:46:30Z</dcterms:modified>
</cp:coreProperties>
</file>