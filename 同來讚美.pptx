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613" r:id="rId2"/>
    <p:sldId id="615" r:id="rId3"/>
    <p:sldId id="616" r:id="rId4"/>
    <p:sldId id="617" r:id="rId5"/>
    <p:sldId id="618" r:id="rId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78" y="6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C270-FC28-4AC5-8AFF-223843BA4068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D570-B710-45F1-BB64-7FCC65B120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C270-FC28-4AC5-8AFF-223843BA4068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D570-B710-45F1-BB64-7FCC65B120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C270-FC28-4AC5-8AFF-223843BA4068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D570-B710-45F1-BB64-7FCC65B120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C270-FC28-4AC5-8AFF-223843BA4068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D570-B710-45F1-BB64-7FCC65B120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C270-FC28-4AC5-8AFF-223843BA4068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D570-B710-45F1-BB64-7FCC65B120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C270-FC28-4AC5-8AFF-223843BA4068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D570-B710-45F1-BB64-7FCC65B120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C270-FC28-4AC5-8AFF-223843BA4068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D570-B710-45F1-BB64-7FCC65B120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C270-FC28-4AC5-8AFF-223843BA4068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D570-B710-45F1-BB64-7FCC65B120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C270-FC28-4AC5-8AFF-223843BA4068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D570-B710-45F1-BB64-7FCC65B120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C270-FC28-4AC5-8AFF-223843BA4068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D570-B710-45F1-BB64-7FCC65B120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9C270-FC28-4AC5-8AFF-223843BA4068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2D570-B710-45F1-BB64-7FCC65B120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9C270-FC28-4AC5-8AFF-223843BA4068}" type="datetimeFigureOut">
              <a:rPr lang="zh-TW" altLang="en-US" smtClean="0"/>
              <a:pPr/>
              <a:t>2024/6/15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2D570-B710-45F1-BB64-7FCC65B1202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同來讚美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同來讚美齊共唱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哈利路亞  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唱出生命的歌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次）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739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懷著滿信念</a:t>
            </a:r>
            <a:r>
              <a:rPr lang="en-US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一生不改變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靠恩主引導每天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2916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前路滿盼望  歡欣將心獻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願恩主每日記念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027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同來讚美齊共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跳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哈利路亞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跳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出生命的</a:t>
            </a:r>
            <a:r>
              <a:rPr lang="zh-CN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舞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en-US" altLang="zh-CN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次）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8335465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37</TotalTime>
  <Words>98</Words>
  <Application>Microsoft Office PowerPoint</Application>
  <PresentationFormat>On-screen Show (16:9)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佈景主題1</vt:lpstr>
      <vt:lpstr>同來讚美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同來讚美</dc:title>
  <dc:creator>大唐</dc:creator>
  <cp:lastModifiedBy>batisuoc</cp:lastModifiedBy>
  <cp:revision>4</cp:revision>
  <dcterms:created xsi:type="dcterms:W3CDTF">2018-06-23T12:13:28Z</dcterms:created>
  <dcterms:modified xsi:type="dcterms:W3CDTF">2024-06-15T11:44:08Z</dcterms:modified>
</cp:coreProperties>
</file>