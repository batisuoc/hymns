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53" r:id="rId2"/>
    <p:sldId id="390" r:id="rId3"/>
    <p:sldId id="391" r:id="rId4"/>
    <p:sldId id="392" r:id="rId5"/>
    <p:sldId id="393" r:id="rId6"/>
    <p:sldId id="394" r:id="rId7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32" autoAdjust="0"/>
    <p:restoredTop sz="94660"/>
  </p:normalViewPr>
  <p:slideViewPr>
    <p:cSldViewPr snapToGrid="0">
      <p:cViewPr varScale="1">
        <p:scale>
          <a:sx n="70" d="100"/>
          <a:sy n="70" d="100"/>
        </p:scale>
        <p:origin x="22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613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337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794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8968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221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377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719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255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836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418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624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488704-7058-4526-95CD-2A163221AB6F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821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在祢沒有難成的事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芥菜種的信心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可以將大山挪開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36D708-A144-29DF-1EE7-B67925AD5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138AE3E0-3128-B06F-94C1-C1BF5AEA51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相信神的應許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可以跨越困難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0325EE-4A01-BE07-9793-5476BAC88375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099533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A73EFA-8D85-F738-45B3-7A236DD0C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6CF59042-9FC3-7FE7-47BF-066291DEBD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信心的禱告  神都聽見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大聲地宣告  勇敢向前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B061C6-5814-847C-88E9-B48BECBEBC5B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844080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A6AEE9-B7F1-72D7-57DF-3B0703B52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8885BA55-6AA2-AFA4-E11E-9671DEA730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在祢沒有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沒有難成的事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軟弱和憂慮中  祢不曾放棄我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44FDE0-2E63-8A52-9E28-D734912D1D89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304192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328203-C389-84C9-E18D-8A3243489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D7220C50-8FA6-9F76-3CCC-64148AB9AC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祢的應許  應許  不論有多少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在基督裡都是阿們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9EC3E2-4AE6-E41B-2923-000630A6F9E8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17047905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中文詩歌儲存" id="{E0DF756C-B689-4A49-A343-6050050733AA}" vid="{979C1A4B-FDC7-484D-A782-7FA72675E23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中文詩歌儲存</Template>
  <TotalTime>1</TotalTime>
  <Words>112</Words>
  <Application>Microsoft Office PowerPoint</Application>
  <PresentationFormat>Widescreen</PresentationFormat>
  <Paragraphs>16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微軟正黑體</vt:lpstr>
      <vt:lpstr>微軟正黑體</vt:lpstr>
      <vt:lpstr>Arial</vt:lpstr>
      <vt:lpstr>Calibri</vt:lpstr>
      <vt:lpstr>Theme1</vt:lpstr>
      <vt:lpstr>在祢沒有難成的事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Uncle Jo</dc:creator>
  <cp:lastModifiedBy>Uncle Jo</cp:lastModifiedBy>
  <cp:revision>1</cp:revision>
  <dcterms:created xsi:type="dcterms:W3CDTF">2026-01-31T07:50:43Z</dcterms:created>
  <dcterms:modified xsi:type="dcterms:W3CDTF">2026-01-31T07:52:11Z</dcterms:modified>
</cp:coreProperties>
</file>