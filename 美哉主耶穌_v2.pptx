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  <p:sldId id="1682" r:id="rId3"/>
    <p:sldId id="1683" r:id="rId4"/>
    <p:sldId id="1684" r:id="rId5"/>
    <p:sldId id="1685" r:id="rId6"/>
    <p:sldId id="1686" r:id="rId7"/>
    <p:sldId id="1687" r:id="rId8"/>
    <p:sldId id="1688" r:id="rId9"/>
    <p:sldId id="1689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58" y="5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6F0F0B-4893-401A-85C4-47BAE974D6D0}" type="datetimeFigureOut">
              <a:rPr lang="zh-TW" altLang="en-US" smtClean="0"/>
              <a:pPr/>
              <a:t>2026/7/4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A3FC76-7007-4C52-9BB4-C3D8D4D7D69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6000" b="1" i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美</a:t>
            </a:r>
            <a:r>
              <a:rPr lang="zh-TW" altLang="en-US" sz="6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哉主耶穌</a:t>
            </a:r>
          </a:p>
        </p:txBody>
      </p:sp>
    </p:spTree>
    <p:extLst>
      <p:ext uri="{BB962C8B-B14F-4D97-AF65-F5344CB8AC3E}">
        <p14:creationId xmlns:p14="http://schemas.microsoft.com/office/powerpoint/2010/main" val="3867123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美哉主耶穌宇宙萬物主宰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祂是真</a:t>
            </a:r>
            <a:r>
              <a:rPr lang="zh-TW" altLang="en-US" sz="48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  降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世為人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215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我心所景仰  我靈所尊崇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是我榮耀  冠冕  歡欣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( 1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66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青翠的草地  森林倍加美麗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全都披上彩艷春衣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42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耶穌更美麗  耶穌更聖潔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能使愁心歡唱不已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( 2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373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陽光多美麗  月光更覺清輝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繁星點點燦爛閃耀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( 3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53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更光明 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耶穌更皎潔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天使榮光不足比較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( 3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416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榮美的救主  統管萬國萬民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祂是神子又是人子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( 4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3297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40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榮耀與尊貴  頌讚與崇敬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都歸耶穌永不止息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795888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</a:rPr>
              <a:t>( 4 / 4 )</a:t>
            </a:r>
            <a:endParaRPr lang="vi-VN" sz="2800" b="1" dirty="0">
              <a:solidFill>
                <a:srgbClr val="0000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1455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75</TotalTime>
  <Words>193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新細明體</vt:lpstr>
      <vt:lpstr>Arial</vt:lpstr>
      <vt:lpstr>Calibri</vt:lpstr>
      <vt:lpstr>佈景主題1</vt:lpstr>
      <vt:lpstr>美哉主耶穌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美哉主耶穌</dc:title>
  <dc:creator>User</dc:creator>
  <cp:lastModifiedBy>Joe Cheng</cp:lastModifiedBy>
  <cp:revision>6</cp:revision>
  <dcterms:created xsi:type="dcterms:W3CDTF">2017-04-29T02:12:24Z</dcterms:created>
  <dcterms:modified xsi:type="dcterms:W3CDTF">2026-07-04T09:01:40Z</dcterms:modified>
</cp:coreProperties>
</file>