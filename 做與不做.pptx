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584" r:id="rId4"/>
    <p:sldId id="585" r:id="rId5"/>
    <p:sldId id="586" r:id="rId6"/>
    <p:sldId id="587" r:id="rId7"/>
    <p:sldId id="588" r:id="rId8"/>
    <p:sldId id="589" r:id="rId9"/>
    <p:sldId id="590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78" y="10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416-23C6-4F0D-87A6-86E8A7C3F064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782D-3E28-4A17-A2EC-7B92798563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416-23C6-4F0D-87A6-86E8A7C3F064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782D-3E28-4A17-A2EC-7B92798563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416-23C6-4F0D-87A6-86E8A7C3F064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782D-3E28-4A17-A2EC-7B92798563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416-23C6-4F0D-87A6-86E8A7C3F064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782D-3E28-4A17-A2EC-7B92798563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416-23C6-4F0D-87A6-86E8A7C3F064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782D-3E28-4A17-A2EC-7B92798563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416-23C6-4F0D-87A6-86E8A7C3F064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782D-3E28-4A17-A2EC-7B92798563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416-23C6-4F0D-87A6-86E8A7C3F064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782D-3E28-4A17-A2EC-7B92798563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416-23C6-4F0D-87A6-86E8A7C3F064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782D-3E28-4A17-A2EC-7B92798563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416-23C6-4F0D-87A6-86E8A7C3F064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782D-3E28-4A17-A2EC-7B92798563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416-23C6-4F0D-87A6-86E8A7C3F064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782D-3E28-4A17-A2EC-7B92798563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9416-23C6-4F0D-87A6-86E8A7C3F064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5782D-3E28-4A17-A2EC-7B92798563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29416-23C6-4F0D-87A6-86E8A7C3F064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E5782D-3E28-4A17-A2EC-7B927985636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做與不做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我的眼  我的口  我的腳和我的手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都要為耶穌而活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我的心  我的靈  我的智慧和能力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都要為耶穌而活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9259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主喜悅的事  我都要去做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凡事從心裡為主做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551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主不喜悅的  我不看不說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不想不聽也不做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60264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我的雙手  為主做工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求主恩上加恩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06070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我的雙腳  為主奔走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求主力上加力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5028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我的意念  求主保守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給我清潔的心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4955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我的口中  充滿讚美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我要為主而活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374546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10</TotalTime>
  <Words>163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佈景主題11</vt:lpstr>
      <vt:lpstr>做與不做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做與不做</dc:title>
  <dc:creator>User</dc:creator>
  <cp:lastModifiedBy>batisuoc</cp:lastModifiedBy>
  <cp:revision>5</cp:revision>
  <dcterms:created xsi:type="dcterms:W3CDTF">2017-08-20T00:33:44Z</dcterms:created>
  <dcterms:modified xsi:type="dcterms:W3CDTF">2024-04-12T19:07:05Z</dcterms:modified>
</cp:coreProperties>
</file>