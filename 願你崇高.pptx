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8" r:id="rId2"/>
    <p:sldId id="259" r:id="rId3"/>
    <p:sldId id="260" r:id="rId4"/>
    <p:sldId id="261" r:id="rId5"/>
    <p:sldId id="262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D771C-AFFE-47B3-886F-49CD4EBE8B05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845F2-D120-45B4-A4CD-F44CCFA1288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崇高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620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我要在萬民中稱謝祢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我要在列邦中歌頌祢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798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祢的慈愛高及諸天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祢的誠實上達穹蒼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)( 2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230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祢的慈愛高及諸天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67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祢的誠實上達到穹蒼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470159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69</TotalTime>
  <Words>90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願祢崇高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願你崇高</dc:title>
  <dc:creator>Microsoft Windows</dc:creator>
  <cp:lastModifiedBy>batisuoc</cp:lastModifiedBy>
  <cp:revision>12</cp:revision>
  <dcterms:created xsi:type="dcterms:W3CDTF">2013-01-05T03:38:29Z</dcterms:created>
  <dcterms:modified xsi:type="dcterms:W3CDTF">2024-05-11T10:39:35Z</dcterms:modified>
</cp:coreProperties>
</file>