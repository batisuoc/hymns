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260" r:id="rId11"/>
    <p:sldId id="398" r:id="rId12"/>
    <p:sldId id="399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陪我渡過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陪我渡過春風秋雨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沒撇下我一刻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96F3-1852-7161-72FF-74DAB1F1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6861D6-957C-C5EF-0761-7F5663D2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回看我有些軟弱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你仍然不離也不丟棄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B6BC3-50B9-F160-A5F1-22E5D34B17E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48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7712-12C6-9D73-2775-94E61BCD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D276E8F-E793-D94F-C1C9-07BDD9C95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因你是愛迷失中的我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因你是愛迷失的羔羊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1AF82-BD36-19F5-828E-A8B60A5DA48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190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6F45-335C-4AE1-0DAE-FF0FE352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5C8047A-DEC9-5300-D375-9BDC2FA7C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引領我躺臥在恬靜溪水旁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4091C-0D07-FBDA-43A7-EADD5327181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914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C8C59-C1F2-4489-2C98-0401CEAD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BDD5FB-E7C5-432D-26FC-652FB49BE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容我讓我一生住你殿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來唱讚美詩歌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9EDD5-5299-4A4B-CC70-1B12B6FED9F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198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A5A0E-EF2D-36B1-FFFE-88CC473EE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DC5F30-6EE0-E87A-C369-A94FB8D5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以歌聲化作感恩的祭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來向你歌唱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973C2-7AA7-4A76-5BEE-464EC68A80C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01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13CB-0352-6D88-2911-DC543B19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B74E17-B018-431A-5014-1AC873D4A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因你是愛聆聽我傾訴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因你是愛回應我禱告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5BE9A-5B03-EBDA-C1B5-5C5DD2C2084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641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B63BD-0492-4048-32F0-ECCE9DCD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764F870-69D1-240D-C093-4AE0655D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獻上萬千感恩樂章為你起舞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7A01F-D027-8A8B-E324-3784075864D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030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6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The Lord is my shepherd</a:t>
            </a:r>
            <a:endParaRPr lang="en-US" altLang="zh-CN" sz="6400" b="1" dirty="0">
              <a:solidFill>
                <a:srgbClr val="660033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耶和華是我的牧者</a:t>
            </a:r>
            <a:endParaRPr lang="en-US" sz="5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dirty="0"/>
              <a:t>( </a:t>
            </a:r>
            <a:r>
              <a:rPr lang="zh-CN" altLang="en-US" dirty="0"/>
              <a:t>副歌</a:t>
            </a:r>
            <a:r>
              <a:rPr lang="en-US" dirty="0"/>
              <a:t>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325F-B036-57E2-595F-1A043AE5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161E3F-C131-ACB8-73A8-686D26D2E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6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I shall not want</a:t>
            </a:r>
            <a:endParaRPr lang="en-US" altLang="zh-CN" sz="6400" b="1" dirty="0">
              <a:solidFill>
                <a:srgbClr val="660033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F7C288F-1063-F321-3DFE-3D4B9837CFF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我必不至缺乏</a:t>
            </a:r>
            <a:endParaRPr lang="en-US" sz="5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77147-ED68-1F8C-6B86-265DA974269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dirty="0"/>
              <a:t>( </a:t>
            </a:r>
            <a:r>
              <a:rPr lang="zh-CN" altLang="en-US" dirty="0"/>
              <a:t>副歌</a:t>
            </a:r>
            <a:r>
              <a:rPr lang="en-US" dirty="0"/>
              <a:t>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77699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2742-505A-D69A-5CD4-158729D5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FB05C7D-063E-EE00-FB1E-91029CF51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6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Hallelujah </a:t>
            </a:r>
            <a:r>
              <a:rPr lang="en-US" altLang="zh-TW" sz="6400" b="1" dirty="0" err="1">
                <a:solidFill>
                  <a:srgbClr val="660033"/>
                </a:solidFill>
                <a:latin typeface="+mj-lt"/>
                <a:ea typeface="微軟正黑體" pitchFamily="34" charset="-120"/>
              </a:rPr>
              <a:t>Hallelujah</a:t>
            </a:r>
            <a:endParaRPr lang="en-US" altLang="zh-TW" sz="6400" b="1" dirty="0">
              <a:solidFill>
                <a:srgbClr val="660033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1DF08-2247-23B3-7690-AD42253B6E3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9688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6</TotalTime>
  <Words>199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微軟正黑體</vt:lpstr>
      <vt:lpstr>微軟正黑體</vt:lpstr>
      <vt:lpstr>Arial</vt:lpstr>
      <vt:lpstr>Calibri</vt:lpstr>
      <vt:lpstr>Theme1</vt:lpstr>
      <vt:lpstr>陪我渡過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2</cp:revision>
  <dcterms:created xsi:type="dcterms:W3CDTF">2026-05-16T09:29:03Z</dcterms:created>
  <dcterms:modified xsi:type="dcterms:W3CDTF">2026-05-16T09:35:27Z</dcterms:modified>
</cp:coreProperties>
</file>