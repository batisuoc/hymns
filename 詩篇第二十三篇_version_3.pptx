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D2696-C69F-4674-97E6-362F0FFD30F6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6A4BE-CCBB-4FC2-A208-FCCF7E8E34A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詩篇二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十三篇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耶和華是我的牧者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我必不至缺乏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337F-EEE0-8BEB-097B-48605B1E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EEC854-3FE5-BF42-8BA6-9D50C5FB1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祂使我躺臥在青草地上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安歇在溪水邊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B7A6D-260A-8CF2-C468-18C38964F76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19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4B7E-6F51-2869-739B-EA84AD2D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F131641-40E1-AB6F-F90A-7184F4EF8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祂使我的靈魂甦醒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引導我走義路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94695-636F-7D56-47E1-590F1DA2045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222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726E-6FB3-E905-9A6F-1C17D554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A0877D7-634E-731D-739B-B09FE7955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我雖然行過死陰的幽谷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也不怕遭害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因為祢與我同在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EA57C-B985-4C91-BD9A-DE55D3FFAE3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961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0B06-43EC-C12C-C1D4-D8A8B36B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9754518-8CE6-509C-F36B-AC510FE7B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祢在我敵人面前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為我擺設席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用油膏了我的頭  使我的福杯滿溢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E83B0-4B71-9024-69B1-5E923F42865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705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EC11-1FDE-9C96-FE43-9D26C637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9C27D1-A35B-2315-E443-529266300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必有恩惠慈愛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一生隨著我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3DD8D-508C-66F0-BE93-4BA6FE03CFA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5210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A74F-B4D9-6256-3AED-6C0633D8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C62F12D-483A-E327-9929-DB511A91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我要住在耶和華的殿中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直到永遠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F3B19-73F7-EBF8-2139-8BE36A22149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549244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12</TotalTime>
  <Words>151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佈景主題1</vt:lpstr>
      <vt:lpstr>詩篇二十三篇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詩篇第二十三篇</dc:title>
  <dc:creator>大唐</dc:creator>
  <cp:lastModifiedBy>batisuoc</cp:lastModifiedBy>
  <cp:revision>4</cp:revision>
  <dcterms:created xsi:type="dcterms:W3CDTF">2017-11-07T13:32:42Z</dcterms:created>
  <dcterms:modified xsi:type="dcterms:W3CDTF">2025-07-05T14:44:04Z</dcterms:modified>
</cp:coreProperties>
</file>