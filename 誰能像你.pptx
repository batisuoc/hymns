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6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誰能像祢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誰能像祢  承擔我憂慮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使我得安寧  潔淨我心靈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誰能像祢  擺上祢自己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成為挽回祭  賜我新生命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248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在這晦暗的途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中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要緊緊的跟隨祢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443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在這悖逆的時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代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要將生命獻給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en-US" altLang="zh-TW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無人像祢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886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誰能像祢  親愛主耶穌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如此深觸我心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75226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112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Microsoft JhengHei</vt:lpstr>
      <vt:lpstr>Microsoft JhengHei</vt:lpstr>
      <vt:lpstr>新細明體</vt:lpstr>
      <vt:lpstr>Arial</vt:lpstr>
      <vt:lpstr>Calibri</vt:lpstr>
      <vt:lpstr>Theme1</vt:lpstr>
      <vt:lpstr>誰能像祢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誰能像祢</dc:title>
  <dc:creator>Joe Cheng</dc:creator>
  <cp:lastModifiedBy>Joe Cheng</cp:lastModifiedBy>
  <cp:revision>3</cp:revision>
  <dcterms:created xsi:type="dcterms:W3CDTF">2026-04-29T03:45:51Z</dcterms:created>
  <dcterms:modified xsi:type="dcterms:W3CDTF">2026-04-29T03:49:35Z</dcterms:modified>
</cp:coreProperties>
</file>