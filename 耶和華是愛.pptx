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EB9D4-5A2D-4F2A-8FB8-D7EA6433C08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2953-5593-47B3-8420-B46C734FBC0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耶和華是愛</a:t>
            </a:r>
          </a:p>
        </p:txBody>
      </p:sp>
    </p:spTree>
    <p:extLst>
      <p:ext uri="{BB962C8B-B14F-4D97-AF65-F5344CB8AC3E}">
        <p14:creationId xmlns:p14="http://schemas.microsoft.com/office/powerpoint/2010/main" val="62728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耶和華是愛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讓我安歇青草溪水邊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68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神令我省察心中的幽暗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共</a:t>
            </a:r>
            <a:r>
              <a:rPr lang="zh-CN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同</a:t>
            </a: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度每一天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515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耶和華是愛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在困境中祂保守引</a:t>
            </a:r>
            <a:r>
              <a:rPr lang="zh-CN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牽</a:t>
            </a:r>
            <a:endParaRPr lang="zh-TW" altLang="en-US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892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神為我擺設</a:t>
            </a:r>
            <a:r>
              <a:rPr lang="zh-CN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豐足的恩惠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在危難也不改變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1540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在世間主恩與共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祂的愛存在常無盡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896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神為我施恩惠 保守勉勵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共同渡此世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512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耶和華是愛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讓我安身青草溪水邊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48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無限滿足快樂湧於心裡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  <a:defRPr/>
            </a:pPr>
            <a:r>
              <a:rPr lang="zh-TW" altLang="en-US" sz="4800" b="1" spc="50" dirty="0">
                <a:ln w="11430"/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在危難也不會變</a:t>
            </a:r>
            <a:endParaRPr lang="en-US" altLang="zh-TW" sz="4800" b="1" spc="50" dirty="0">
              <a:ln w="11430"/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8450499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Church Theme</vt:lpstr>
      <vt:lpstr>耶和華是愛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耶和華是愛</dc:title>
  <dc:creator>Microsoft Windows</dc:creator>
  <cp:lastModifiedBy>batisuoc</cp:lastModifiedBy>
  <cp:revision>15</cp:revision>
  <dcterms:created xsi:type="dcterms:W3CDTF">2019-12-28T13:13:17Z</dcterms:created>
  <dcterms:modified xsi:type="dcterms:W3CDTF">2025-08-01T17:36:30Z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