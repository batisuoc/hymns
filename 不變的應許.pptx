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不變的應許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耶穌懇求祢  以大能覆庇我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祢的話語  再一次堅固我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B67A-5401-002C-98A0-9E201F44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B2EF27-7FDD-4C61-C22D-A3B9BCD16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絕望與孤單  不斷的追趕著我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祢卻是風雨中的避難所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800E5-89EE-789E-3466-51BD9941DDA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507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BAB5-342F-A6C0-4982-CBDB4A1F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1E1C40F-B3DE-5B9F-1FB1-27A47EF7F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耶穌唯有祢了解我憂傷難過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祢釘痕手  安慰我  擁抱我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727D7-379E-E61F-827F-6DC2804D21B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894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E0D3-EE4A-4C56-F3E2-C8A4588D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59CEDE1-4733-CC2E-1247-9DF18AB3F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擦乾我眼淚  醫治了我的傷痛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用信心  重新開啟我的眼光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55D13-B270-7088-B0A8-591D3036C8F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710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77DC-582B-8BF5-0B0D-F64B7A68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F302D0-DF35-964C-284E-38BE122A3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原來哭有時  歡笑有時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907B5-9404-4C92-E545-F25031D77A8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552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27CD-538E-F77D-97EF-3F87EEDF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C2BE690-206E-9965-2A83-274EE2F78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過去所經歷的困難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更讓我看見  祢的信實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EDAC3-F7F1-659C-2E54-4BC06B2D3DD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506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CAE7-D062-DA90-1605-5C28D2E3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8F3EE8-C753-49FF-3DB5-30BA7F86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學會保留有時  放手有時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我選擇相信祢美好不變的應許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70D37-9E30-EBE3-E23D-356F1E1C550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660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9A52-30D6-87DA-21F5-0C392302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9E2917-9921-35AB-EE33-A91933409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耶穌感謝祢一路上牽引我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十字架的路  祢與我一起走過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E8772-CFC6-8B26-F465-88F16564D3C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766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0EB1-00CA-6B41-F3EA-5C70033C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37BAE7D-9BFE-66EA-D9DF-287FE16FC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祢走在我前面  鼓勵我不要退縮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因祢在創世以前揀選了我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6DB2B-8D18-06E6-D484-C33573CB49A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167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48F9-8405-188C-5613-D9F7AB5C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11E0293-EF86-1D49-0F9D-F352C6C19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祢的旨意超乎我所想所求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在這時候  縱使我看不透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3180C-94F7-D87A-C8C5-6B5CE77121F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358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1887-88EA-7487-A265-118B51B1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2D16B3-8023-5A2B-AC9A-4E8F6A122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祢必引領我  走進豐盛廣闊之地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祢恩典總夠我用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4811E-7CDF-669C-8DAC-E11B5AF3B42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405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97F8-BF18-503D-8F17-61127D0E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DCF6F7-ACB0-BD67-FD52-FA390A25B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終於學會保留有時  放手有時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我選擇相信  祢美好不變的應許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60879-6669-C44C-64F5-8FC645660B3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2669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02A3-4152-E1FC-45AA-8B7C4F41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4AE0DD-6F33-C111-1135-2E0AF74F7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我生命所有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都交託在祢的手裡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2012B-E7B0-BD59-D9F5-B423CF9128A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56545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6</TotalTime>
  <Words>324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微軟正黑體</vt:lpstr>
      <vt:lpstr>微軟正黑體</vt:lpstr>
      <vt:lpstr>Arial</vt:lpstr>
      <vt:lpstr>Calibri</vt:lpstr>
      <vt:lpstr>Theme1</vt:lpstr>
      <vt:lpstr>不變的應許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2024-12-16T18:25:25Z</dcterms:created>
  <dcterms:modified xsi:type="dcterms:W3CDTF">2024-12-16T18:32:08Z</dcterms:modified>
</cp:coreProperties>
</file>