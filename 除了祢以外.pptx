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108" y="93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B580-24A7-44E7-B3D0-28008EDA024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3062-A262-48AD-B22A-2D7C28B08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7513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B580-24A7-44E7-B3D0-28008EDA024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3062-A262-48AD-B22A-2D7C28B08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678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B580-24A7-44E7-B3D0-28008EDA024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3062-A262-48AD-B22A-2D7C28B08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8889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B580-24A7-44E7-B3D0-28008EDA024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3062-A262-48AD-B22A-2D7C28B08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1619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B580-24A7-44E7-B3D0-28008EDA024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3062-A262-48AD-B22A-2D7C28B08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784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B580-24A7-44E7-B3D0-28008EDA024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3062-A262-48AD-B22A-2D7C28B08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24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B580-24A7-44E7-B3D0-28008EDA024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3062-A262-48AD-B22A-2D7C28B08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1509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B580-24A7-44E7-B3D0-28008EDA024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3062-A262-48AD-B22A-2D7C28B08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402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B580-24A7-44E7-B3D0-28008EDA024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3062-A262-48AD-B22A-2D7C28B08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541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B580-24A7-44E7-B3D0-28008EDA024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3062-A262-48AD-B22A-2D7C28B08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0594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B580-24A7-44E7-B3D0-28008EDA024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3062-A262-48AD-B22A-2D7C28B08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0118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40B580-24A7-44E7-B3D0-28008EDA024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33062-A262-48AD-B22A-2D7C28B08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093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除了祢以外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親愛主  除了祢以外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在天上我有誰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白天太陽和夜間月亮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都不能傷害我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0254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親愛主  除了祢以外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在地上我有誰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4158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我出我入祢都保護我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從今時到永遠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60512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祢握我手  祢引導我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經過那流淚谷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4062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谷成泉源之地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蓋滿秋雨之福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88922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祢慈愛比生命更好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我要因祢歡喜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7520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我歡樂而出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我歡呼前往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祢愛永遠長存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324976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</TotalTime>
  <Words>151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除了祢以外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除了祢以外</dc:title>
  <dc:creator>DAIDUONG</dc:creator>
  <cp:lastModifiedBy>batisuoc</cp:lastModifiedBy>
  <cp:revision>2</cp:revision>
  <dcterms:created xsi:type="dcterms:W3CDTF">2014-05-03T04:36:56Z</dcterms:created>
  <dcterms:modified xsi:type="dcterms:W3CDTF">2024-05-25T14:13:57Z</dcterms:modified>
</cp:coreProperties>
</file>