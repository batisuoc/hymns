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獻上尊榮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0074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耶穌基督  榮耀父神彰顯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救贖真光  萬國的盼望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4CA44-AC71-74E9-32DA-205E28527124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908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的國度寶座存到永遠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唯有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配得所有頌讚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BD2C60-E2A6-2D89-891E-ABAE59A6543D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266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獻上尊榮  尊榮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給主耶穌  在萬名之上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C1FA7-765E-86DB-AB1E-DECAD54E27B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295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獻上敬拜  敬拜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願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崇高在全地之上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E2DCD-9416-731E-190F-38D81C5401E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08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日出之地到日落之處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唯有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名被尊崇為大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99C84-037F-BECD-3A5D-BAC56EBFAD8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445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最小部落到最大國家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凡有氣息都歸榮耀給</a:t>
            </a: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祢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C8AE-E86C-B6D3-6679-5C391781ABCB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710154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5</TotalTime>
  <Words>131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Church Theme</vt:lpstr>
      <vt:lpstr>獻上尊榮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獻上尊榮</dc:title>
  <dc:creator>Windows User</dc:creator>
  <cp:lastModifiedBy>batisuoc</cp:lastModifiedBy>
  <cp:revision>4</cp:revision>
  <dcterms:created xsi:type="dcterms:W3CDTF">2019-08-09T14:58:33Z</dcterms:created>
  <dcterms:modified xsi:type="dcterms:W3CDTF">2025-08-16T17:15:39Z</dcterms:modified>
</cp:coreProperties>
</file>