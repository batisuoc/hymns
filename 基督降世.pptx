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293" r:id="rId2"/>
    <p:sldId id="1294" r:id="rId3"/>
    <p:sldId id="1295" r:id="rId4"/>
    <p:sldId id="1296" r:id="rId5"/>
    <p:sldId id="1297" r:id="rId6"/>
    <p:sldId id="1298" r:id="rId7"/>
    <p:sldId id="1299" r:id="rId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12/21/2024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5692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基督降世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516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降世純潔嬰孩  從天至高的居處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悄悄誕下為要捨身救贖凡人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B4292-4DF7-7FD9-3CE2-F5151D8B3328}"/>
              </a:ext>
            </a:extLst>
          </p:cNvPr>
          <p:cNvSpPr txBox="1"/>
          <p:nvPr/>
        </p:nvSpPr>
        <p:spPr>
          <a:xfrm>
            <a:off x="0" y="534921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( 1 / 2 )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3981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9FDFE-2E9A-5C57-39AD-67C8FD11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BC25982-DD93-0E7A-1583-AD2213DDF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齊哼快樂韻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天軍角聲奏響遍凡塵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15E37-8CCC-C9A0-BC95-D09D380A6824}"/>
              </a:ext>
            </a:extLst>
          </p:cNvPr>
          <p:cNvSpPr txBox="1"/>
          <p:nvPr/>
        </p:nvSpPr>
        <p:spPr>
          <a:xfrm>
            <a:off x="0" y="534921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( 1 / 2 )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0031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9D055-81F8-1CC2-6C93-D7FE14501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77E7186-E124-A0D3-28FF-40974C117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你我頌讚主聖名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高呼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讓歡欣聲震動  同慶基督降世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6BD0B-6DC1-F558-CD5F-6273F4D58E4B}"/>
              </a:ext>
            </a:extLst>
          </p:cNvPr>
          <p:cNvSpPr txBox="1"/>
          <p:nvPr/>
        </p:nvSpPr>
        <p:spPr>
          <a:xfrm>
            <a:off x="0" y="534921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( 1 / 2 )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214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FEBE9-A7FC-38DD-ACCE-A0EC8CE01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8B21035-646F-92EC-1F2D-6D8D64D5A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快去傳這生辰  耶穌降卑甘犧牲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放棄貴位在這世間活像平民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60F47-B815-34E4-B633-F5674E2C6C1D}"/>
              </a:ext>
            </a:extLst>
          </p:cNvPr>
          <p:cNvSpPr txBox="1"/>
          <p:nvPr/>
        </p:nvSpPr>
        <p:spPr>
          <a:xfrm>
            <a:off x="0" y="534921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( 2 / 2 )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7556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E274-E6A6-D9CB-311C-ADD6022B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87D5402-7FA0-8E94-8DBA-6C6C87777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人間滿罪困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應當以主愛心服侍人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03370-B1D3-98AB-0659-D6649E3503FA}"/>
              </a:ext>
            </a:extLst>
          </p:cNvPr>
          <p:cNvSpPr txBox="1"/>
          <p:nvPr/>
        </p:nvSpPr>
        <p:spPr>
          <a:xfrm>
            <a:off x="0" y="534921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( 2 / 2 )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3481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7BDD-F377-0161-1DFC-13F57E110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CBAE026-CB45-3AC2-24FF-38540E257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你我頌讚主聖名  高呼 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Hallelujah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讓歡欣聲震動  同慶基督降世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376D9-6105-79F6-C4DF-8D5B199373FA}"/>
              </a:ext>
            </a:extLst>
          </p:cNvPr>
          <p:cNvSpPr txBox="1"/>
          <p:nvPr/>
        </p:nvSpPr>
        <p:spPr>
          <a:xfrm>
            <a:off x="0" y="534921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( 2 / 2 )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125986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</TotalTime>
  <Words>156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基督降世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2024-12-21T05:01:56Z</dcterms:created>
  <dcterms:modified xsi:type="dcterms:W3CDTF">2024-12-21T05:03:13Z</dcterms:modified>
</cp:coreProperties>
</file>