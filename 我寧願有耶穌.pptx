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7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5ABE-6581-4FFB-8599-B1B7C62AC2FF}" type="datetimeFigureOut">
              <a:rPr lang="zh-TW" altLang="en-US" smtClean="0"/>
              <a:t>2024/8/18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62F7-40B3-48FC-8971-A635F36054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067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5ABE-6581-4FFB-8599-B1B7C62AC2FF}" type="datetimeFigureOut">
              <a:rPr lang="zh-TW" altLang="en-US" smtClean="0"/>
              <a:t>2024/8/18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62F7-40B3-48FC-8971-A635F36054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33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5ABE-6581-4FFB-8599-B1B7C62AC2FF}" type="datetimeFigureOut">
              <a:rPr lang="zh-TW" altLang="en-US" smtClean="0"/>
              <a:t>2024/8/18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62F7-40B3-48FC-8971-A635F36054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36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5ABE-6581-4FFB-8599-B1B7C62AC2FF}" type="datetimeFigureOut">
              <a:rPr lang="zh-TW" altLang="en-US" smtClean="0"/>
              <a:t>2024/8/18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62F7-40B3-48FC-8971-A635F36054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527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5ABE-6581-4FFB-8599-B1B7C62AC2FF}" type="datetimeFigureOut">
              <a:rPr lang="zh-TW" altLang="en-US" smtClean="0"/>
              <a:t>2024/8/18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62F7-40B3-48FC-8971-A635F36054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9826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5ABE-6581-4FFB-8599-B1B7C62AC2FF}" type="datetimeFigureOut">
              <a:rPr lang="zh-TW" altLang="en-US" smtClean="0"/>
              <a:t>2024/8/18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62F7-40B3-48FC-8971-A635F36054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055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5ABE-6581-4FFB-8599-B1B7C62AC2FF}" type="datetimeFigureOut">
              <a:rPr lang="zh-TW" altLang="en-US" smtClean="0"/>
              <a:t>2024/8/18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62F7-40B3-48FC-8971-A635F36054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791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5ABE-6581-4FFB-8599-B1B7C62AC2FF}" type="datetimeFigureOut">
              <a:rPr lang="zh-TW" altLang="en-US" smtClean="0"/>
              <a:t>2024/8/18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62F7-40B3-48FC-8971-A635F36054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213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5ABE-6581-4FFB-8599-B1B7C62AC2FF}" type="datetimeFigureOut">
              <a:rPr lang="zh-TW" altLang="en-US" smtClean="0"/>
              <a:t>2024/8/18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62F7-40B3-48FC-8971-A635F36054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6847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5ABE-6581-4FFB-8599-B1B7C62AC2FF}" type="datetimeFigureOut">
              <a:rPr lang="zh-TW" altLang="en-US" smtClean="0"/>
              <a:t>2024/8/18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62F7-40B3-48FC-8971-A635F36054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8567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75ABE-6581-4FFB-8599-B1B7C62AC2FF}" type="datetimeFigureOut">
              <a:rPr lang="zh-TW" altLang="en-US" smtClean="0"/>
              <a:t>2024/8/18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F62F7-40B3-48FC-8971-A635F36054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638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75ABE-6581-4FFB-8599-B1B7C62AC2FF}" type="datetimeFigureOut">
              <a:rPr lang="zh-TW" altLang="en-US" smtClean="0"/>
              <a:t>2024/8/18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F62F7-40B3-48FC-8971-A635F36054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560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我寧願有耶穌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257799"/>
          </a:xfrm>
        </p:spPr>
        <p:txBody>
          <a:bodyPr>
            <a:normAutofit/>
          </a:bodyPr>
          <a:lstStyle/>
          <a:p>
            <a:pPr lvl="0"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我寧願有耶穌 勝於金錢</a:t>
            </a:r>
          </a:p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我寧屬耶穌 勝過財富無邊</a:t>
            </a:r>
          </a:p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我寧願有耶穌 勝於地土</a:t>
            </a:r>
          </a:p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願主釘痕手 引導我前途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我寧願有耶穌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257799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勝過做君王 雖統治萬方</a:t>
            </a:r>
          </a:p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卻仍受罪惡綑綁</a:t>
            </a:r>
          </a:p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我寧願有耶穌</a:t>
            </a:r>
          </a:p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勝於世上榮華 富貴 聲望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我寧願有耶穌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257799"/>
          </a:xfrm>
        </p:spPr>
        <p:txBody>
          <a:bodyPr>
            <a:normAutofit/>
          </a:bodyPr>
          <a:lstStyle/>
          <a:p>
            <a:pPr lvl="0"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我寧願有耶穌 勝於稱揚</a:t>
            </a:r>
          </a:p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我寧忠於主 滿足主的心腸</a:t>
            </a:r>
          </a:p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我寧願有耶穌 勝於美名</a:t>
            </a:r>
          </a:p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願對主忠誠 宣揚主聖名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我寧願有耶穌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257799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勝過做君王 雖統治萬方</a:t>
            </a:r>
          </a:p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卻仍受罪惡綑綁</a:t>
            </a:r>
          </a:p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我寧願有耶穌</a:t>
            </a:r>
          </a:p>
          <a:p>
            <a:pPr algn="ctr">
              <a:buNone/>
            </a:pPr>
            <a:r>
              <a:rPr lang="zh-TW" altLang="en-US" sz="66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勝於世上榮華 富貴 聲望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</TotalTime>
  <Words>172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Microsoft JhengHei</vt:lpstr>
      <vt:lpstr>Arial</vt:lpstr>
      <vt:lpstr>Calibri</vt:lpstr>
      <vt:lpstr>Theme1</vt:lpstr>
      <vt:lpstr>我寧願有耶穌</vt:lpstr>
      <vt:lpstr>我寧願有耶穌</vt:lpstr>
      <vt:lpstr>我寧願有耶穌</vt:lpstr>
      <vt:lpstr>我寧願有耶穌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我寧願有耶穌</dc:title>
  <dc:creator>大唐</dc:creator>
  <cp:lastModifiedBy>batisuoc</cp:lastModifiedBy>
  <cp:revision>2</cp:revision>
  <dcterms:created xsi:type="dcterms:W3CDTF">2015-05-02T05:04:16Z</dcterms:created>
  <dcterms:modified xsi:type="dcterms:W3CDTF">2024-08-18T08:58:29Z</dcterms:modified>
</cp:coreProperties>
</file>