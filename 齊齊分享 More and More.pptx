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625" r:id="rId4"/>
    <p:sldId id="626" r:id="rId5"/>
    <p:sldId id="627" r:id="rId6"/>
    <p:sldId id="628" r:id="rId7"/>
    <p:sldId id="629" r:id="rId8"/>
    <p:sldId id="630" r:id="rId9"/>
    <p:sldId id="631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6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38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0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3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5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8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8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4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9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2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BD64B-FEE5-41EC-AF65-406EC487DE89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B44BD-E4AD-4285-B64B-E088EE51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9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齊齊分享 </a:t>
            </a:r>
            <a:r>
              <a:rPr lang="en-US" altLang="zh-TW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More and More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TW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Jesus gives everything to you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要開開心分享出去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話你知  記住喇  齊齊學這句子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分享 </a:t>
            </a:r>
            <a:r>
              <a:rPr lang="en-US" altLang="zh-TW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More and 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4877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CN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Jesus gives everything to me 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要開開心分享出去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話你知  記住喇  齊齊學這句子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分享</a:t>
            </a:r>
            <a:r>
              <a:rPr lang="en-US" altLang="zh-CN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More and More</a:t>
            </a:r>
            <a:endParaRPr lang="en-US" altLang="zh-TW" sz="5867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0817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要學會做到  顧念你朋友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不要只單顧</a:t>
            </a:r>
            <a:r>
              <a:rPr lang="en-US" altLang="zh-TW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me</a:t>
            </a:r>
            <a:r>
              <a:rPr lang="zh-TW" altLang="en-US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me</a:t>
            </a:r>
            <a:r>
              <a:rPr lang="zh-TW" altLang="en-US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951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快樂要同唱  美食要同享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分享更樂趣多 </a:t>
            </a:r>
            <a:r>
              <a:rPr lang="en-US" altLang="zh-TW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(More and More)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858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TW" sz="5333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Jesus gives more and more to me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要將主的愛送出去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4099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話你知  記住喇  齊齊學這句子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分享</a:t>
            </a:r>
            <a:r>
              <a:rPr lang="en-US" altLang="zh-TW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More and 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992283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165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齊齊分享 More and More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2024-08-10T17:08:57Z</dcterms:created>
  <dcterms:modified xsi:type="dcterms:W3CDTF">2024-08-10T17:09:10Z</dcterms:modified>
</cp:coreProperties>
</file>