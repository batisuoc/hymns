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510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0AD86-2C1E-4B28-87F6-A194458C1C65}" type="datetimeFigureOut">
              <a:rPr lang="zh-TW" altLang="en-US" smtClean="0"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59EDE-A757-4F28-86A0-37489F94CDB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彈琴歌唱讚美祢</a:t>
            </a:r>
          </a:p>
        </p:txBody>
      </p:sp>
    </p:spTree>
    <p:extLst>
      <p:ext uri="{BB962C8B-B14F-4D97-AF65-F5344CB8AC3E}">
        <p14:creationId xmlns:p14="http://schemas.microsoft.com/office/powerpoint/2010/main" val="101982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我要彈琴歌唱稱頌祢名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因為祢大作為真奇妙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781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全地啊   當揚聲述說祢的榮耀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全心來讚美祢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148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擊鼓跳舞   彈各樣樂器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來拍掌   穹蒼起唱和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304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見證榮耀大君王已降臨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宣告主已得勝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545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喔   哈利路亞   哈利路讚美主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哈利路讚美主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1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主我稱頌祢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祢已得勝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001457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707334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佈景主題4</Template>
  <TotalTime>7</TotalTime>
  <Words>139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佈景主題4</vt:lpstr>
      <vt:lpstr>彈琴歌唱讚美祢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彈琴歌唱讚美你</dc:title>
  <dc:creator>Admin</dc:creator>
  <cp:lastModifiedBy>batisuoc</cp:lastModifiedBy>
  <cp:revision>6</cp:revision>
  <dcterms:created xsi:type="dcterms:W3CDTF">2020-06-16T12:46:44Z</dcterms:created>
  <dcterms:modified xsi:type="dcterms:W3CDTF">2024-03-16T04:03:15Z</dcterms:modified>
</cp:coreProperties>
</file>