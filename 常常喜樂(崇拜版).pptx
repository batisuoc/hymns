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66" y="54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DCCF5-D9E2-40F3-84B3-3ED2D5DF8D8C}" type="datetimeFigureOut">
              <a:rPr lang="zh-TW" altLang="en-US" smtClean="0"/>
              <a:t>2024/4/25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D4B8F-EA73-41CD-B2CA-B582581BE1C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DCCF5-D9E2-40F3-84B3-3ED2D5DF8D8C}" type="datetimeFigureOut">
              <a:rPr lang="zh-TW" altLang="en-US" smtClean="0"/>
              <a:t>2024/4/25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D4B8F-EA73-41CD-B2CA-B582581BE1C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DCCF5-D9E2-40F3-84B3-3ED2D5DF8D8C}" type="datetimeFigureOut">
              <a:rPr lang="zh-TW" altLang="en-US" smtClean="0"/>
              <a:t>2024/4/25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D4B8F-EA73-41CD-B2CA-B582581BE1C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DCCF5-D9E2-40F3-84B3-3ED2D5DF8D8C}" type="datetimeFigureOut">
              <a:rPr lang="zh-TW" altLang="en-US" smtClean="0"/>
              <a:t>2024/4/25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D4B8F-EA73-41CD-B2CA-B582581BE1C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DCCF5-D9E2-40F3-84B3-3ED2D5DF8D8C}" type="datetimeFigureOut">
              <a:rPr lang="zh-TW" altLang="en-US" smtClean="0"/>
              <a:t>2024/4/25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D4B8F-EA73-41CD-B2CA-B582581BE1C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DCCF5-D9E2-40F3-84B3-3ED2D5DF8D8C}" type="datetimeFigureOut">
              <a:rPr lang="zh-TW" altLang="en-US" smtClean="0"/>
              <a:t>2024/4/25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D4B8F-EA73-41CD-B2CA-B582581BE1C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DCCF5-D9E2-40F3-84B3-3ED2D5DF8D8C}" type="datetimeFigureOut">
              <a:rPr lang="zh-TW" altLang="en-US" smtClean="0"/>
              <a:t>2024/4/25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D4B8F-EA73-41CD-B2CA-B582581BE1C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DCCF5-D9E2-40F3-84B3-3ED2D5DF8D8C}" type="datetimeFigureOut">
              <a:rPr lang="zh-TW" altLang="en-US" smtClean="0"/>
              <a:t>2024/4/25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D4B8F-EA73-41CD-B2CA-B582581BE1C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DCCF5-D9E2-40F3-84B3-3ED2D5DF8D8C}" type="datetimeFigureOut">
              <a:rPr lang="zh-TW" altLang="en-US" smtClean="0"/>
              <a:t>2024/4/25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D4B8F-EA73-41CD-B2CA-B582581BE1C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DCCF5-D9E2-40F3-84B3-3ED2D5DF8D8C}" type="datetimeFigureOut">
              <a:rPr lang="zh-TW" altLang="en-US" smtClean="0"/>
              <a:t>2024/4/25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D4B8F-EA73-41CD-B2CA-B582581BE1C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DCCF5-D9E2-40F3-84B3-3ED2D5DF8D8C}" type="datetimeFigureOut">
              <a:rPr lang="zh-TW" altLang="en-US" smtClean="0"/>
              <a:t>2024/4/25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D4B8F-EA73-41CD-B2CA-B582581BE1C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7DCCF5-D9E2-40F3-84B3-3ED2D5DF8D8C}" type="datetimeFigureOut">
              <a:rPr lang="zh-TW" altLang="en-US" smtClean="0"/>
              <a:t>2024/4/25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0D4B8F-EA73-41CD-B2CA-B582581BE1C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常常喜樂</a:t>
            </a:r>
            <a:endParaRPr lang="zh-TW" altLang="en-US" sz="72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95979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常常喜樂  向主高歌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不論環境如何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91857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高山或低谷主都看顧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相信就能蒙福</a:t>
            </a:r>
            <a:endParaRPr lang="zh-TW" altLang="en-US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45354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常常禱告  耐心等候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主做事有定時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07122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流淚撒種必歡呼收割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相信就有喜樂</a:t>
            </a:r>
            <a:endParaRPr lang="zh-TW" altLang="en-US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716544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下垂的手再一次舉起來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封閉的心再一次敞開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94247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拋開一切憂慮  放下一切重擔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來到主的面前  我喜樂滿懷</a:t>
            </a:r>
            <a:endParaRPr lang="zh-TW" altLang="en-US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957173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冰冷的心被主愛來溫暖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乾涸的靈被主愛充滿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640081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主是我的力量  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主是我的高台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733" b="1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953886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死蔭幽谷一路有耶穌陪伴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祂永不離開</a:t>
            </a:r>
            <a:endParaRPr lang="zh-TW" altLang="en-US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84320544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11</TotalTime>
  <Words>187</Words>
  <Application>Microsoft Office PowerPoint</Application>
  <PresentationFormat>Widescreen</PresentationFormat>
  <Paragraphs>28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Microsoft JhengHei</vt:lpstr>
      <vt:lpstr>Microsoft JhengHei</vt:lpstr>
      <vt:lpstr>Arial</vt:lpstr>
      <vt:lpstr>Calibri</vt:lpstr>
      <vt:lpstr>佈景主題1</vt:lpstr>
      <vt:lpstr>常常喜樂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常常喜樂</dc:title>
  <dc:creator>大唐</dc:creator>
  <cp:lastModifiedBy>batisuoc</cp:lastModifiedBy>
  <cp:revision>5</cp:revision>
  <dcterms:created xsi:type="dcterms:W3CDTF">2018-04-29T01:20:16Z</dcterms:created>
  <dcterms:modified xsi:type="dcterms:W3CDTF">2024-04-25T11:19:26Z</dcterms:modified>
</cp:coreProperties>
</file>