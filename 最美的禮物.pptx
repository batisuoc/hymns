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6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A0B7-CDAD-46BA-BE6C-EFC19534B14B}" type="datetimeFigureOut">
              <a:rPr lang="zh-TW" altLang="en-US" smtClean="0"/>
              <a:t>2024/12/15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CC87-559D-443D-AA9A-2C899775D5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684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A0B7-CDAD-46BA-BE6C-EFC19534B14B}" type="datetimeFigureOut">
              <a:rPr lang="zh-TW" altLang="en-US" smtClean="0"/>
              <a:t>2024/12/15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CC87-559D-443D-AA9A-2C899775D5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7912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A0B7-CDAD-46BA-BE6C-EFC19534B14B}" type="datetimeFigureOut">
              <a:rPr lang="zh-TW" altLang="en-US" smtClean="0"/>
              <a:t>2024/12/15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CC87-559D-443D-AA9A-2C899775D5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4467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A0B7-CDAD-46BA-BE6C-EFC19534B14B}" type="datetimeFigureOut">
              <a:rPr lang="zh-TW" altLang="en-US" smtClean="0"/>
              <a:t>2024/12/15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CC87-559D-443D-AA9A-2C899775D5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096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A0B7-CDAD-46BA-BE6C-EFC19534B14B}" type="datetimeFigureOut">
              <a:rPr lang="zh-TW" altLang="en-US" smtClean="0"/>
              <a:t>2024/12/15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CC87-559D-443D-AA9A-2C899775D5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678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A0B7-CDAD-46BA-BE6C-EFC19534B14B}" type="datetimeFigureOut">
              <a:rPr lang="zh-TW" altLang="en-US" smtClean="0"/>
              <a:t>2024/12/15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CC87-559D-443D-AA9A-2C899775D5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723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A0B7-CDAD-46BA-BE6C-EFC19534B14B}" type="datetimeFigureOut">
              <a:rPr lang="zh-TW" altLang="en-US" smtClean="0"/>
              <a:t>2024/12/15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CC87-559D-443D-AA9A-2C899775D5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4190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A0B7-CDAD-46BA-BE6C-EFC19534B14B}" type="datetimeFigureOut">
              <a:rPr lang="zh-TW" altLang="en-US" smtClean="0"/>
              <a:t>2024/12/15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CC87-559D-443D-AA9A-2C899775D5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882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A0B7-CDAD-46BA-BE6C-EFC19534B14B}" type="datetimeFigureOut">
              <a:rPr lang="zh-TW" altLang="en-US" smtClean="0"/>
              <a:t>2024/12/15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CC87-559D-443D-AA9A-2C899775D5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3590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A0B7-CDAD-46BA-BE6C-EFC19534B14B}" type="datetimeFigureOut">
              <a:rPr lang="zh-TW" altLang="en-US" smtClean="0"/>
              <a:t>2024/12/15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CC87-559D-443D-AA9A-2C899775D5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51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A0B7-CDAD-46BA-BE6C-EFC19534B14B}" type="datetimeFigureOut">
              <a:rPr lang="zh-TW" altLang="en-US" smtClean="0"/>
              <a:t>2024/12/15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7CC87-559D-443D-AA9A-2C899775D5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34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0A0B7-CDAD-46BA-BE6C-EFC19534B14B}" type="datetimeFigureOut">
              <a:rPr lang="zh-TW" altLang="en-US" smtClean="0"/>
              <a:t>2024/12/15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7CC87-559D-443D-AA9A-2C899775D5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082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最美的禮物</a:t>
            </a:r>
          </a:p>
        </p:txBody>
      </p:sp>
    </p:spTree>
    <p:extLst>
      <p:ext uri="{BB962C8B-B14F-4D97-AF65-F5344CB8AC3E}">
        <p14:creationId xmlns:p14="http://schemas.microsoft.com/office/powerpoint/2010/main" val="2666226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綠色樹下 堆滿禮物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彩色卡片 圍繞火爐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0571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笑容在人們的臉上流露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喜樂從音符滑出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9022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愛我們的阿爸天父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差遣愛子為寶貴救贖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585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祂的降臨揭開了  救恩的序幕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就是主耶穌基督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0713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叮叮噹  叮叮噹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鈴聲多響亮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5417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在這閃爍的光彩之中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我心不住歌頌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6165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叮叮噹  叮叮噹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鈴聲多響亮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4966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在這永恆的應許中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耶穌是最美的禮物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291042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23B7672A-1FE2-4E11-BE12-50D697DE8E2E}" vid="{387DA035-66C8-4D33-A85A-A6A4711109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</TotalTime>
  <Words>159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最美的禮物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最美的禮物</dc:title>
  <dc:creator>DaTang</dc:creator>
  <cp:lastModifiedBy>batisuoc</cp:lastModifiedBy>
  <cp:revision>5</cp:revision>
  <dcterms:created xsi:type="dcterms:W3CDTF">2018-12-06T13:08:44Z</dcterms:created>
  <dcterms:modified xsi:type="dcterms:W3CDTF">2024-12-15T14:56:49Z</dcterms:modified>
</cp:coreProperties>
</file>