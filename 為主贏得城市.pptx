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1637" r:id="rId4"/>
    <p:sldId id="1638" r:id="rId5"/>
    <p:sldId id="1639" r:id="rId6"/>
    <p:sldId id="1640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5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0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3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6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1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2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05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1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61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8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4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F8E17-3E76-4ACE-A1BA-CA6969D2BD68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D804B-399A-4D47-A1A1-67B67CAA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8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為主贏得城市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為基督贏得這城市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充滿了主榮耀的城市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2F8C5-03C8-5589-E726-D06EB2C1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332C9B9-241A-C6DC-343C-731D361F3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喜樂油代替了悲哀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讚美衣代替了憂傷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E821C-44B9-8CC1-F15F-F94486A82FC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216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D0EB-B33B-28D0-7323-0EA91264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9069BB5-F5FC-E245-3267-53E5ED2A6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為基督贏得這城市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充滿了主榮耀的城市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9C531-E7B4-57F3-E8BE-A41CBD27CBA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227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732A-A18F-4FEC-B372-B2CB132E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B23F1F3-9CE0-A5A8-1DA2-DC0801EAD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被擄的靈魂得釋放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被殺的羔羊得勝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65117-1828-8B60-4AAE-18240A60591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027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D928-0BBE-DE51-1DD8-806C11F8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8F588DC-2171-8EFC-9B8E-D460DFD3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  求祢恩膏我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差我傳揚福音的禧年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AE916-C0B2-B8CB-5EE4-839BD07DED0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923377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A402C77-026D-4881-BB2B-7B34BF23C32C}" vid="{541AE848-6608-42F9-97E1-D16C833B78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111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為主贏得城市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1</cp:revision>
  <dcterms:created xsi:type="dcterms:W3CDTF">2024-11-02T04:07:46Z</dcterms:created>
  <dcterms:modified xsi:type="dcterms:W3CDTF">2024-11-02T04:08:10Z</dcterms:modified>
</cp:coreProperties>
</file>