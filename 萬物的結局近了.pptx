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萬物的結局近了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萬物的結局近了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所以我們要謹慎自守  儆醒禱告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6CE82-69D7-822C-4AD3-4D5E1677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C7C2BE5-DBDD-E3BD-88E0-1378BC50F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最要緊的是  彼此切實相愛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因為愛能遮掩許多的罪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EFF02-26D5-11A9-4084-AE4D98A4512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4521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EA47-7D60-0D64-0109-C67562BC4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18FCEC2-7D3C-DD6D-DD23-D8D76B506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我們要互相款待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不發怨言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97CD3-9459-1983-67D7-39BDAEE8B5E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328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76C5-D6C5-E686-336D-0C48E7A30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1ACF59F-ADF9-54B1-D951-F1B1F23B8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各人要照所得的恩賜彼此服侍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做神百般恩賜的好管家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42CB2-6E5D-026D-B12F-A5BBE936FA7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96039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</TotalTime>
  <Words>98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Theme1</vt:lpstr>
      <vt:lpstr>萬物的結局近了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2025-01-30T10:47:32Z</dcterms:created>
  <dcterms:modified xsi:type="dcterms:W3CDTF">2025-01-30T10:49:26Z</dcterms:modified>
</cp:coreProperties>
</file>