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575" r:id="rId4"/>
    <p:sldId id="576" r:id="rId5"/>
    <p:sldId id="577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5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8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1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5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1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35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6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74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96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0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3470F-8651-42BF-9F14-679ED0B77DD1}" type="datetimeFigureOut">
              <a:rPr lang="en-US" smtClean="0"/>
              <a:t>5/4/2024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945F6-DB9E-4032-98D5-5E9BE6F8E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33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  來得著這地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我們合一 敬拜屈膝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求祢設立寶座在這地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我們國家單單敬拜祢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這是我禱告  我的呼求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627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願尊貴榮耀  單單歸於祢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願恩惠慈愛  平安在這地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1762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不分族群  我們國家屬於祢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來得著這地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0299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98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Theme1</vt:lpstr>
      <vt:lpstr>耶穌  來得著這地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  來得著這地</dc:title>
  <dc:creator>batisuoc</dc:creator>
  <cp:lastModifiedBy>batisuoc</cp:lastModifiedBy>
  <cp:revision>1</cp:revision>
  <dcterms:created xsi:type="dcterms:W3CDTF">2024-05-04T09:32:34Z</dcterms:created>
  <dcterms:modified xsi:type="dcterms:W3CDTF">2024-05-04T09:32:52Z</dcterms:modified>
</cp:coreProperties>
</file>