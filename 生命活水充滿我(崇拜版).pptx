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B5438-4E41-4945-9B4C-F14A9608F7B9}" type="datetimeFigureOut">
              <a:rPr lang="zh-TW" altLang="en-US" smtClean="0"/>
              <a:t>2024/11/16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36026-398A-452C-A82F-886DBA1BE97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生命活水充滿我</a:t>
            </a:r>
          </a:p>
        </p:txBody>
      </p:sp>
    </p:spTree>
    <p:extLst>
      <p:ext uri="{BB962C8B-B14F-4D97-AF65-F5344CB8AC3E}">
        <p14:creationId xmlns:p14="http://schemas.microsoft.com/office/powerpoint/2010/main" val="20745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寶座前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是我藏身處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652EA3-C43B-7DB8-6950-40824E5C15F9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686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必以得救的樂歌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四面來環繞我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529E1F-6B4F-55ED-1D4C-9A823B133B6C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377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是生命的源頭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是永恆的真光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3B147-F180-3F3B-480D-0F1814A1953C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3075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聖潔的光中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我得自由  必見光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7E005-B9FF-E2F5-164B-A9DA4F877447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939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72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充滿我  潔淨我</a:t>
            </a:r>
            <a:endParaRPr lang="en-US" altLang="zh-TW" sz="72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FC66ED-0B67-CB92-0EC2-AF17D8F9BF7E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989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寶座前有生命水湧流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更新醫治我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0A8D58-BCA4-7D16-1D50-2F7256A618E1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6218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72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充滿我  潔淨我</a:t>
            </a:r>
            <a:endParaRPr lang="en-US" altLang="zh-TW" sz="72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E09EF-6297-F8C1-EB93-71E2D09C0DB4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397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寶座前有生命水湧流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更新醫治我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99EAB1-E721-A75F-5C9A-45781027DE5D}"/>
              </a:ext>
            </a:extLst>
          </p:cNvPr>
          <p:cNvSpPr txBox="1"/>
          <p:nvPr/>
        </p:nvSpPr>
        <p:spPr>
          <a:xfrm>
            <a:off x="0" y="508518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268317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22</TotalTime>
  <Words>137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</vt:lpstr>
      <vt:lpstr>生命活水充滿我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生命活水充滿我</dc:title>
  <dc:creator>大唐</dc:creator>
  <cp:lastModifiedBy>batisuoc</cp:lastModifiedBy>
  <cp:revision>5</cp:revision>
  <dcterms:created xsi:type="dcterms:W3CDTF">2017-12-10T00:30:52Z</dcterms:created>
  <dcterms:modified xsi:type="dcterms:W3CDTF">2024-11-16T15:18:27Z</dcterms:modified>
</cp:coreProperties>
</file>