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91" r:id="rId2"/>
    <p:sldId id="393" r:id="rId3"/>
    <p:sldId id="394" r:id="rId4"/>
    <p:sldId id="395" r:id="rId5"/>
    <p:sldId id="396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D56A-495B-4199-8C33-1C8A5D47A9B3}" type="datetimeFigureOut">
              <a:rPr lang="zh-TW" altLang="en-US" smtClean="0"/>
              <a:pPr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B62C-9890-439A-8860-E5C36F6DF7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D56A-495B-4199-8C33-1C8A5D47A9B3}" type="datetimeFigureOut">
              <a:rPr lang="zh-TW" altLang="en-US" smtClean="0"/>
              <a:pPr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B62C-9890-439A-8860-E5C36F6DF7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D56A-495B-4199-8C33-1C8A5D47A9B3}" type="datetimeFigureOut">
              <a:rPr lang="zh-TW" altLang="en-US" smtClean="0"/>
              <a:pPr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B62C-9890-439A-8860-E5C36F6DF7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D56A-495B-4199-8C33-1C8A5D47A9B3}" type="datetimeFigureOut">
              <a:rPr lang="zh-TW" altLang="en-US" smtClean="0"/>
              <a:pPr/>
              <a:t>2026/4/10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B62C-9890-439A-8860-E5C36F6DF7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D56A-495B-4199-8C33-1C8A5D47A9B3}" type="datetimeFigureOut">
              <a:rPr lang="zh-TW" altLang="en-US" smtClean="0"/>
              <a:pPr/>
              <a:t>2026/4/10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B62C-9890-439A-8860-E5C36F6DF7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D56A-495B-4199-8C33-1C8A5D47A9B3}" type="datetimeFigureOut">
              <a:rPr lang="zh-TW" altLang="en-US" smtClean="0"/>
              <a:pPr/>
              <a:t>2026/4/10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B62C-9890-439A-8860-E5C36F6DF7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D56A-495B-4199-8C33-1C8A5D47A9B3}" type="datetimeFigureOut">
              <a:rPr lang="zh-TW" altLang="en-US" smtClean="0"/>
              <a:pPr/>
              <a:t>2026/4/10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B62C-9890-439A-8860-E5C36F6DF7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D56A-495B-4199-8C33-1C8A5D47A9B3}" type="datetimeFigureOut">
              <a:rPr lang="zh-TW" altLang="en-US" smtClean="0"/>
              <a:pPr/>
              <a:t>2026/4/10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B62C-9890-439A-8860-E5C36F6DF7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D56A-495B-4199-8C33-1C8A5D47A9B3}" type="datetimeFigureOut">
              <a:rPr lang="zh-TW" altLang="en-US" smtClean="0"/>
              <a:pPr/>
              <a:t>2026/4/10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B62C-9890-439A-8860-E5C36F6DF7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D56A-495B-4199-8C33-1C8A5D47A9B3}" type="datetimeFigureOut">
              <a:rPr lang="zh-TW" altLang="en-US" smtClean="0"/>
              <a:pPr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B62C-9890-439A-8860-E5C36F6DF7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D56A-495B-4199-8C33-1C8A5D47A9B3}" type="datetimeFigureOut">
              <a:rPr lang="zh-TW" altLang="en-US" smtClean="0"/>
              <a:pPr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1B62C-9890-439A-8860-E5C36F6DF7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0D56A-495B-4199-8C33-1C8A5D47A9B3}" type="datetimeFigureOut">
              <a:rPr lang="zh-TW" altLang="en-US" smtClean="0"/>
              <a:pPr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1B62C-9890-439A-8860-E5C36F6DF76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因為有主耶穌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DF25D-9542-2934-2D6A-90CABF07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BF1EE49-75B4-8EBC-A1E4-CE2150C03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我心切慕耶穌  如鹿切慕溪水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祂慈愛比生命更好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我因主歡喜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AB0517-1755-F8FC-CF1F-5BABC05056C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7831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C433-84F8-7B10-9279-EEB1A3D0F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8E8EFA3-CBFB-CF1B-FBD5-862D093C1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我心稱謝耶穌  我要歌頌我主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祂是我良朋和密友  祂永在身旁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AF975-F6E9-45A8-87FC-167BD096E0A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2379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31300-74D0-C377-900D-CD7D6944F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A6458BB-17F7-EB41-9397-1FC5372CB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因為有主耶穌  我心得安慰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一宿雖有哭泣  早晨必歡呼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1C6BA-5A04-990D-E6E5-DBF17A3C54B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0999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A04CC-97C5-9C4B-6AA6-94A94BC7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B54884E-54D8-DBF8-7E39-CC7A19EDF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因為有主耶穌  生命更美好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有明天的盼望  屬天的平安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1995F3-5B45-E2DE-A326-FB20E165D45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748010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8</TotalTime>
  <Words>116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佈景主題1</vt:lpstr>
      <vt:lpstr>因為有主耶穌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因為有主耶穌</dc:title>
  <dc:creator>DAIDUONG</dc:creator>
  <cp:lastModifiedBy>Uncle Jo</cp:lastModifiedBy>
  <cp:revision>3</cp:revision>
  <dcterms:created xsi:type="dcterms:W3CDTF">2014-02-02T00:25:11Z</dcterms:created>
  <dcterms:modified xsi:type="dcterms:W3CDTF">2026-04-10T15:01:25Z</dcterms:modified>
</cp:coreProperties>
</file>