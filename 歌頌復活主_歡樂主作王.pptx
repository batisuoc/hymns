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7" autoAdjust="0"/>
    <p:restoredTop sz="94660"/>
  </p:normalViewPr>
  <p:slideViewPr>
    <p:cSldViewPr snapToGrid="0">
      <p:cViewPr varScale="1">
        <p:scale>
          <a:sx n="54" d="100"/>
          <a:sy n="54" d="100"/>
        </p:scale>
        <p:origin x="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9259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146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149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2779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8167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017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68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202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9586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888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7636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C6577-0C61-46BC-BF08-CE1B1D6A50DA}" type="datetimeFigureOut">
              <a:rPr lang="vi-VN" smtClean="0"/>
              <a:t>30/03/2024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356BF-E1A3-4819-A478-8882350A17C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691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歌頌復活主</a:t>
            </a:r>
            <a:r>
              <a:rPr lang="en-US" altLang="zh-TW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/ 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歡樂主作王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5881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復活的主是主耶穌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世上沒有祂的墳墓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256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挪開咒詛挪開羞辱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祂已完成偉大救贖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2843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復活的主是主耶穌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世上沒有祂的墳墓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0404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同來歡呼同來慶祝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祂已完成偉大救贖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1570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世上有哪一位神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為世人而生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世上有哪一位神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為世人而死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413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世上有哪一位神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為世人復活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世上有哪一位救主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今天仍活著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40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因祂來到  全能神作王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萬膝要跪拜  萬口頌揚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687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祂要按祂的信實審判萬民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祂要按公義審判萬邦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3069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祂是至高的王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37811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4D8536F-EA9B-444D-B7C6-D28351BF8C0E}" vid="{74E1B114-7CEC-452C-ADBE-2C51DD7F8A8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206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歌頌復活主 / 歡樂主作王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歌頌復活主 / 歡樂主作王</dc:title>
  <dc:creator>Windows User</dc:creator>
  <cp:lastModifiedBy>batisuoc</cp:lastModifiedBy>
  <cp:revision>2</cp:revision>
  <dcterms:created xsi:type="dcterms:W3CDTF">2023-04-08T09:46:06Z</dcterms:created>
  <dcterms:modified xsi:type="dcterms:W3CDTF">2024-03-30T10:42:17Z</dcterms:modified>
</cp:coreProperties>
</file>