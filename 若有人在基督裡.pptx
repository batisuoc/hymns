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  <p:sldId id="400" r:id="rId11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1" autoAdjust="0"/>
    <p:restoredTop sz="94660"/>
  </p:normalViewPr>
  <p:slideViewPr>
    <p:cSldViewPr snapToGrid="0">
      <p:cViewPr varScale="1">
        <p:scale>
          <a:sx n="53" d="100"/>
          <a:sy n="53" d="100"/>
        </p:scale>
        <p:origin x="9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若有人在基督裡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我來到主座前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生命交由祢掌權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E193D-B92F-AD79-21E3-895E029E2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ECE3AAB-FDB7-9D74-FC6F-38CFB9B2E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祢心意向我彰顯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我願成為祢榮耀的殿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B9DED-82AD-038C-FB94-A11805DB86B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0840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2E7FC-D12B-F7D4-6BE5-6B333128D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8439022-2CB0-9CB9-079F-94A17F3BE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舊事已過  全是新的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因主的愛  得已重生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3E478-EB61-FDF2-399D-2E49609F254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5954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49CA6-44AA-2B50-3C80-60EC08315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A675C64-A14C-3B92-B351-429CDA404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現在活著  不再是我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乃是基督在我裡面活著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513BA-4204-41D3-5A2B-FA4E123BD6B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5868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E87F4-3938-6437-A9D6-D2CB90077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8BDE449-ABD9-7EAA-076E-B631D1F50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若有人在基督裡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若有人在基督裡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692338-B694-E5DD-5CA8-0D0AF409455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1741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A8158-1140-ECAA-E3EA-F19C4DC62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DB5152B-79FB-55D9-2645-7BB6ED95A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他是全新的人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他是全新的人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E5A69-92DC-5528-92CC-2F10FDB4F3F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530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4317-AD3B-7E5B-6942-171DE7D8D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E279895-DE5B-475F-1A48-2D6A96042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我生命全屬於祢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我生命全屬於祢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3E7692-7E05-FC4A-DD71-A7021EFD7926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50187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6C062-0360-9B33-B503-BAEF2A81C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D7302AF-4625-D309-19A9-DA030B8F3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因祢為我捨己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因祢為我捨己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940D1B-D75A-9492-85B6-5D688BB8D40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3681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F3744-22C5-CAAC-0BD4-B137D798E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880A29E-8DE8-860B-4F53-853013AAD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舊事已過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全是新的  全是新的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9FB34C-0213-1F9E-D96D-9BD65E45D31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0732404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3</TotalTime>
  <Words>169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Microsoft JhengHei</vt:lpstr>
      <vt:lpstr>Microsoft JhengHei</vt:lpstr>
      <vt:lpstr>Arial</vt:lpstr>
      <vt:lpstr>Calibri</vt:lpstr>
      <vt:lpstr>Theme1</vt:lpstr>
      <vt:lpstr>若有人在基督裡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2025-11-15T16:22:47Z</dcterms:created>
  <dcterms:modified xsi:type="dcterms:W3CDTF">2025-11-15T16:26:20Z</dcterms:modified>
</cp:coreProperties>
</file>