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en-US" altLang="zh-TW" sz="72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Hanamo</a:t>
            </a:r>
            <a:br>
              <a:rPr lang="en-US" altLang="zh-TW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Even in Flowers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生命泉  湧流不停歇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淚水浸濕這一路艱險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CE5E-BD80-1373-0044-F6D40EE3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9139732-305E-C7A9-3CEC-77F318A59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到那日  碩果結滿園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我們一同歡欣笑開顏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25254-C1C4-19DC-CA6B-9E1ABF937AF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546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9FD8-6798-BCC8-70C1-782C1B0F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912BDA1-F7D6-26AD-CECD-CFC084689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抬頭望  天堂門打開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我們將親眼看見祢面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809EB-D6A6-1BA5-31B0-92C63941A0B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538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06FD-3974-A40D-5CEE-69154F9E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CE562E4-A1B2-6439-A0A5-575B494A8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百花開  芬芳遍滿地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榮耀主耶穌基督再來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43EEA-F7BB-2401-91A3-51F296B7526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83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55CE4-C0CE-A9A1-E521-C3284FD7D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92F271A-6865-EC59-12C9-24D83269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花清香  雲徜徉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微風拂過浪花歡唱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16861-CF6A-552F-958C-377AD8A4D43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339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305D-815A-A79F-6817-1A5B5DAD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F98BA7B-BB1D-FD37-61EB-EE2D1E7EA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為祢歌唱  為祢歌唱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耶穌喔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~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48011-BE9B-3A6F-8FDE-582ACCB3883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3340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1435-6FBA-04A2-D365-CB5DA91D3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FF4716-8D14-A78E-3E3A-ED8E4F221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聲響徹 心翱翔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我的靈全然高唱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4A25E-6466-A378-B319-C910BD58248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762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6CAA-0E82-0472-270A-72DF29AA8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4F9549-FFD2-FDA0-C4B7-61AF0ED37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因祢恩典  豐富恩典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奇妙恩典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3CA48-81CE-0D64-806C-F0C805CC5BC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13996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156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Hanamo Even in Flowers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2025-10-31T14:09:26Z</dcterms:created>
  <dcterms:modified xsi:type="dcterms:W3CDTF">2025-10-31T14:14:17Z</dcterms:modified>
</cp:coreProperties>
</file>