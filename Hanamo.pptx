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91" r:id="rId2"/>
    <p:sldId id="392" r:id="rId3"/>
    <p:sldId id="393" r:id="rId4"/>
    <p:sldId id="394" r:id="rId5"/>
    <p:sldId id="395" r:id="rId6"/>
    <p:sldId id="396" r:id="rId7"/>
    <p:sldId id="397" r:id="rId8"/>
    <p:sldId id="398" r:id="rId9"/>
    <p:sldId id="399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71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61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337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794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896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221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377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19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255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83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418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24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88704-7058-4526-95CD-2A163221AB6F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3A5D6F-BA08-4060-B078-EDC13354B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21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0F3D7-EDDF-CE30-9060-314A88E3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D6A41DD-B5E6-D530-EC0F-85726817D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花 </a:t>
            </a:r>
            <a:r>
              <a:rPr lang="en-US" altLang="zh-TW" sz="7200" b="1" i="1" dirty="0" err="1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Hanamo</a:t>
            </a:r>
            <a:endParaRPr lang="zh-TW" altLang="en-US" sz="7200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492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F6A04-361B-D03C-72FC-83746A386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E77592B-EE8B-614D-4160-CDFC7BCE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生命泉   湧流不停歇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淚水浸濕這一路艱險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175DD0-F211-14DE-420F-4A50F79B6BD2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5075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7CE5E-BD80-1373-0044-F6D40EE3F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9139732-305E-C7A9-3CEC-77F318A59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到那日   碩果結滿園 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我們一同歡欣笑開顏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525254-C1C4-19DC-CA6B-9E1ABF937AF4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45461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9FD8-6798-BCC8-70C1-782C1B0F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912BDA1-F7D6-26AD-CECD-CFC084689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抬頭望   天堂門打開 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我們將親眼看見祢面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809EB-D6A6-1BA5-31B0-92C63941A0B1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25381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706FD-3974-A40D-5CEE-69154F9EE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CE562E4-A1B2-6439-A0A5-575B494A8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百花開   芬芳遍滿地 </a:t>
            </a: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榮耀主耶穌基督再來 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43EEA-F7BB-2401-91A3-51F296B75264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839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55CE4-C0CE-A9A1-E521-C3284FD7D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92F271A-6865-EC59-12C9-24D832694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花清香   雲徜徉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微風拂過浪花歡唱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F16861-CF6A-552F-958C-377AD8A4D43D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3399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0305D-815A-A79F-6817-1A5B5DAD3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F98BA7B-BB1D-FD37-61EB-EE2D1E7EA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為祢歌唱  為祢歌唱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耶穌喔</a:t>
            </a:r>
            <a:r>
              <a:rPr lang="en-US" altLang="zh-TW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~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48011-BE9B-3A6F-8FDE-582ACCB3883B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93340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A1435-6FBA-04A2-D365-CB5DA91D3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0FF4716-8D14-A78E-3E3A-ED8E4F221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聲響徹  心翱翔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我的靈全然高唱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4A25E-6466-A378-B319-C910BD582481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7628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46CAA-0E82-0472-270A-72DF29AA8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FD4F9549-FFD2-FDA0-C4B7-61AF0ED37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因祢恩典  豐富恩典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奇妙恩典</a:t>
            </a:r>
            <a:endParaRPr lang="en-US" altLang="zh-TW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3CA48-81CE-0D64-806C-F0C805CC5BC4}"/>
              </a:ext>
            </a:extLst>
          </p:cNvPr>
          <p:cNvSpPr txBox="1"/>
          <p:nvPr/>
        </p:nvSpPr>
        <p:spPr>
          <a:xfrm>
            <a:off x="0" y="5157193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2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2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1399618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中文詩歌儲存" id="{E0DF756C-B689-4A49-A343-6050050733AA}" vid="{979C1A4B-FDC7-484D-A782-7FA72675E23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中文詩歌儲存</Template>
  <TotalTime>5</TotalTime>
  <Words>157</Words>
  <Application>Microsoft Office PowerPoint</Application>
  <PresentationFormat>Widescreen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Microsoft JhengHei</vt:lpstr>
      <vt:lpstr>Microsoft JhengHei</vt:lpstr>
      <vt:lpstr>Arial</vt:lpstr>
      <vt:lpstr>Calibri</vt:lpstr>
      <vt:lpstr>Theme1</vt:lpstr>
      <vt:lpstr>花 Hanamo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batisuoc</dc:creator>
  <cp:lastModifiedBy>Uncle Jo</cp:lastModifiedBy>
  <cp:revision>3</cp:revision>
  <dcterms:created xsi:type="dcterms:W3CDTF">2025-10-31T14:09:26Z</dcterms:created>
  <dcterms:modified xsi:type="dcterms:W3CDTF">2026-04-17T15:53:53Z</dcterms:modified>
</cp:coreProperties>
</file>