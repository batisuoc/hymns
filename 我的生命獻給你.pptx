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我的生命獻給祢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獻上生命  給最愛的耶穌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完全順服  完全降服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BE36-684F-2823-1D25-F16EBEFB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C7C3D97-0D67-932F-8094-637DF9ED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因祢恩典  使我得以事奉祢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祢的選召沒有懷疑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D4C1-D64D-91E0-5F3E-5B4FEBD751E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654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376C-FFD1-A6A7-ADE8-AB71D755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BA32C2-0C8B-7A2E-7984-42586316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我的生命獻給祢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背起十架跟隨祢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B1010-690F-5803-DB0B-577D1FDC5AB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16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CE33-09BB-07AE-4A44-97153730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FD70EB-0EC6-13AE-0A9E-5C2A65C09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彰顯在我生命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62FAB-8C2C-D8A8-7EC0-3F9DA69D6DA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004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0F05-5763-5410-B91C-99944566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DF899A-A325-D5EA-411F-610DD64D9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我的心不要忘記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祢如何為我捨命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9750F-3BBC-81C8-B7E2-61A97D1A1EA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103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3AC1-D0F9-86CF-0943-C035EC78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F1F37D-51EC-65E7-9FD4-C0CF339C5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耶穌我愛祢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喜樂地跟隨祢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1B20F-04A3-913C-08C6-31AAFD9F902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896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8030-3E0F-F3B7-FD56-0B85C630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1FE851-6A71-DFBB-2BB4-DD9EA810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賜給我屬於祢的夢想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帶下祢國度如在天上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EDFE6-710A-897D-B23F-A718FDD2957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419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62B7-60BB-5C99-E7A8-DD94709E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725846-F9E7-B8C5-DC3A-5EA565454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賜給我奔跑不倦的力量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如鷹展翅上騰翱翔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904E5-F082-5F5E-21DD-2680588AF7E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162908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160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我的生命獻給祢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2025-12-30T16:54:19Z</dcterms:created>
  <dcterms:modified xsi:type="dcterms:W3CDTF">2025-12-30T16:56:22Z</dcterms:modified>
</cp:coreProperties>
</file>