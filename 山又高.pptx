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22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0DDB7-EA95-4FCE-A6EA-F779B0A6B144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BDF5E-E6A3-4A99-A834-A9DB777B1AD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>
                <a:latin typeface="微軟正黑體" pitchFamily="34" charset="-120"/>
                <a:ea typeface="微軟正黑體" pitchFamily="34" charset="-120"/>
              </a:rPr>
              <a:t>高又深</a:t>
            </a:r>
            <a:endParaRPr lang="zh-TW" altLang="en-US" sz="40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CN" altLang="en-US" sz="4800" b="1" dirty="0">
                <a:latin typeface="微軟正黑體" pitchFamily="34" charset="-120"/>
                <a:ea typeface="微軟正黑體" pitchFamily="34" charset="-120"/>
              </a:rPr>
              <a:t>山又高   海又深</a:t>
            </a:r>
            <a:endParaRPr lang="en-US" altLang="zh-CN" sz="48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latin typeface="微軟正黑體" pitchFamily="34" charset="-120"/>
                <a:ea typeface="微軟正黑體" pitchFamily="34" charset="-120"/>
              </a:rPr>
              <a:t>主的愛似大山海洋</a:t>
            </a:r>
            <a:endParaRPr lang="en-US" altLang="zh-CN" sz="48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latin typeface="微軟正黑體" pitchFamily="34" charset="-120"/>
                <a:ea typeface="微軟正黑體" pitchFamily="34" charset="-120"/>
              </a:rPr>
              <a:t>山又高   海又深</a:t>
            </a:r>
            <a:endParaRPr lang="en-US" altLang="zh-CN" sz="48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latin typeface="微軟正黑體" pitchFamily="34" charset="-120"/>
                <a:ea typeface="微軟正黑體" pitchFamily="34" charset="-120"/>
              </a:rPr>
              <a:t>主愛長存日夜陪伴你</a:t>
            </a:r>
            <a:endParaRPr lang="zh-TW" altLang="en-US" sz="48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</TotalTime>
  <Words>32</Words>
  <Application>Microsoft Office PowerPoint</Application>
  <PresentationFormat>On-screen Show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微軟正黑體</vt:lpstr>
      <vt:lpstr>Arial</vt:lpstr>
      <vt:lpstr>Calibri</vt:lpstr>
      <vt:lpstr>佈景主題1</vt:lpstr>
      <vt:lpstr>高又深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山又高</dc:title>
  <dc:creator>DaTang</dc:creator>
  <cp:lastModifiedBy>batisuoc</cp:lastModifiedBy>
  <cp:revision>3</cp:revision>
  <dcterms:created xsi:type="dcterms:W3CDTF">2019-07-21T00:08:49Z</dcterms:created>
  <dcterms:modified xsi:type="dcterms:W3CDTF">2025-02-23T07:28:26Z</dcterms:modified>
</cp:coreProperties>
</file>