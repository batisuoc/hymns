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1" r:id="rId2"/>
    <p:sldId id="262" r:id="rId3"/>
    <p:sldId id="263" r:id="rId4"/>
    <p:sldId id="264" r:id="rId5"/>
    <p:sldId id="265" r:id="rId6"/>
    <p:sldId id="266" r:id="rId7"/>
    <p:sldId id="267" r:id="rId8"/>
    <p:sldId id="268" r:id="rId9"/>
    <p:sldId id="269" r:id="rId10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276" y="7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1F0B5-2B40-479E-B899-1D91086236C4}" type="datetimeFigureOut">
              <a:rPr lang="zh-TW" altLang="en-US" smtClean="0"/>
              <a:t>2026/2/27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82C79-ADDF-4196-9D73-F05C2D537F2F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1F0B5-2B40-479E-B899-1D91086236C4}" type="datetimeFigureOut">
              <a:rPr lang="zh-TW" altLang="en-US" smtClean="0"/>
              <a:t>2026/2/27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82C79-ADDF-4196-9D73-F05C2D537F2F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1F0B5-2B40-479E-B899-1D91086236C4}" type="datetimeFigureOut">
              <a:rPr lang="zh-TW" altLang="en-US" smtClean="0"/>
              <a:t>2026/2/27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82C79-ADDF-4196-9D73-F05C2D537F2F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1F0B5-2B40-479E-B899-1D91086236C4}" type="datetimeFigureOut">
              <a:rPr lang="zh-TW" altLang="en-US" smtClean="0"/>
              <a:t>2026/2/27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82C79-ADDF-4196-9D73-F05C2D537F2F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1F0B5-2B40-479E-B899-1D91086236C4}" type="datetimeFigureOut">
              <a:rPr lang="zh-TW" altLang="en-US" smtClean="0"/>
              <a:t>2026/2/27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82C79-ADDF-4196-9D73-F05C2D537F2F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1F0B5-2B40-479E-B899-1D91086236C4}" type="datetimeFigureOut">
              <a:rPr lang="zh-TW" altLang="en-US" smtClean="0"/>
              <a:t>2026/2/27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82C79-ADDF-4196-9D73-F05C2D537F2F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1F0B5-2B40-479E-B899-1D91086236C4}" type="datetimeFigureOut">
              <a:rPr lang="zh-TW" altLang="en-US" smtClean="0"/>
              <a:t>2026/2/27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82C79-ADDF-4196-9D73-F05C2D537F2F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1F0B5-2B40-479E-B899-1D91086236C4}" type="datetimeFigureOut">
              <a:rPr lang="zh-TW" altLang="en-US" smtClean="0"/>
              <a:t>2026/2/27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82C79-ADDF-4196-9D73-F05C2D537F2F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1F0B5-2B40-479E-B899-1D91086236C4}" type="datetimeFigureOut">
              <a:rPr lang="zh-TW" altLang="en-US" smtClean="0"/>
              <a:t>2026/2/27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82C79-ADDF-4196-9D73-F05C2D537F2F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1F0B5-2B40-479E-B899-1D91086236C4}" type="datetimeFigureOut">
              <a:rPr lang="zh-TW" altLang="en-US" smtClean="0"/>
              <a:t>2026/2/27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82C79-ADDF-4196-9D73-F05C2D537F2F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1F0B5-2B40-479E-B899-1D91086236C4}" type="datetimeFigureOut">
              <a:rPr lang="zh-TW" altLang="en-US" smtClean="0"/>
              <a:t>2026/2/27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82C79-ADDF-4196-9D73-F05C2D537F2F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31F0B5-2B40-479E-B899-1D91086236C4}" type="datetimeFigureOut">
              <a:rPr lang="zh-TW" altLang="en-US" smtClean="0"/>
              <a:t>2026/2/27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E82C79-ADDF-4196-9D73-F05C2D537F2F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只要有</a:t>
            </a:r>
            <a:r>
              <a:rPr lang="zh-CN" altLang="en-US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在我左右</a:t>
            </a:r>
          </a:p>
        </p:txBody>
      </p:sp>
    </p:spTree>
    <p:extLst>
      <p:ext uri="{BB962C8B-B14F-4D97-AF65-F5344CB8AC3E}">
        <p14:creationId xmlns:p14="http://schemas.microsoft.com/office/powerpoint/2010/main" val="15830329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開我的眼睛</a:t>
            </a:r>
            <a:r>
              <a:rPr lang="en-US" altLang="zh-TW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  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讓我看到天使天軍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仇敵的攻擊</a:t>
            </a:r>
            <a:r>
              <a:rPr lang="en-US" altLang="zh-TW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  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我要更堅定信靠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endParaRPr lang="zh-TW" altLang="en-US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733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513859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是我力量  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是我永遠的拯救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的右手施展能力顯出榮耀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733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235882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只要有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在我左右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我必不懼怕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733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489186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靠著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的聖靈  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的應許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永遠不放棄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733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594147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只要有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在我左右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我必不懼怕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733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127613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神阿誰能像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  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至聖至榮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可頌可畏  施行奇事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733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88532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誰能控告  誰能抵擋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橋</a:t>
            </a:r>
            <a:r>
              <a:rPr 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733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559980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我是神所揀選的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我是神所揀選的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橋</a:t>
            </a:r>
            <a:r>
              <a:rPr 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733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39008392"/>
      </p:ext>
    </p:extLst>
  </p:cSld>
  <p:clrMapOvr>
    <a:masterClrMapping/>
  </p:clrMapOvr>
</p:sld>
</file>

<file path=ppt/theme/theme1.xml><?xml version="1.0" encoding="utf-8"?>
<a:theme xmlns:a="http://schemas.openxmlformats.org/drawingml/2006/main" name="佈景主題1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佈景主題11</Template>
  <TotalTime>15</TotalTime>
  <Words>170</Words>
  <Application>Microsoft Office PowerPoint</Application>
  <PresentationFormat>Widescreen</PresentationFormat>
  <Paragraphs>24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微軟正黑體</vt:lpstr>
      <vt:lpstr>微軟正黑體</vt:lpstr>
      <vt:lpstr>Arial</vt:lpstr>
      <vt:lpstr>Calibri</vt:lpstr>
      <vt:lpstr>佈景主題11</vt:lpstr>
      <vt:lpstr>只要有祢在我左右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只要有你在我左右</dc:title>
  <dc:creator>User</dc:creator>
  <cp:lastModifiedBy>Uncle Jo</cp:lastModifiedBy>
  <cp:revision>4</cp:revision>
  <dcterms:created xsi:type="dcterms:W3CDTF">2017-09-16T04:52:13Z</dcterms:created>
  <dcterms:modified xsi:type="dcterms:W3CDTF">2026-02-27T15:23:20Z</dcterms:modified>
</cp:coreProperties>
</file>