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63" r:id="rId3"/>
    <p:sldId id="264" r:id="rId4"/>
    <p:sldId id="265" r:id="rId5"/>
    <p:sldId id="266" r:id="rId6"/>
    <p:sldId id="267" r:id="rId7"/>
    <p:sldId id="268" r:id="rId8"/>
    <p:sldId id="271" r:id="rId9"/>
    <p:sldId id="272" r:id="rId10"/>
    <p:sldId id="269" r:id="rId11"/>
    <p:sldId id="270" r:id="rId12"/>
    <p:sldId id="273" r:id="rId13"/>
    <p:sldId id="27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350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AFC3B-F8C8-402F-BAE4-F4FD0FE010A2}" type="datetimeFigureOut">
              <a:rPr lang="zh-TW" altLang="en-US" smtClean="0"/>
              <a:t>2026/8/1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F6F84-85A8-4C88-AE08-9AF720D759F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從榮耀降臨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3339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從榮耀降臨  永遠奇妙福音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我神我主降臨  耶穌是祂聖名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9324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生在馬槽裡  世人看為客旅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在世受盡悲傷  流淚  飄零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1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47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我何等愛主  何等崇拜主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我生命亮光  我的一切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2686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宙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大主宰  成為我救主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神一切豐盛  全在主裡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416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主卑微順服  使我們得救贖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雖在黑夜茫茫  毫無半點指望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88939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但慈悲上主  甘願離榮光處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降世救贖我靈魂免滅亡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2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3201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我何等愛主  何等崇拜主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我生命亮光  我的一切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8866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宙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大主宰  成為我救主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神一切豐盛  全在主裡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5456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主甘心樂意  道成血肉身體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取了世人樣式  顯明隱藏美旨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07403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榮耀的奧祕  加略山的燔祭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lvl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自有永有的神偉大無比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3 / 3</a:t>
            </a:r>
            <a:r>
              <a:rPr lang="en-US" sz="3200" b="1" dirty="0" smtClean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+mj-lt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462315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我何等愛主  何等崇拜主</a:t>
            </a:r>
            <a:endParaRPr lang="en-US" altLang="zh-TW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我生命亮光  我的一切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4520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600" b="1" dirty="0" smtClean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宙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大主宰  成為我救主</a:t>
            </a:r>
          </a:p>
          <a:p>
            <a:pPr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神一切豐盛  全在主裡</a:t>
            </a:r>
            <a:endParaRPr lang="zh-TW" altLang="en-US" sz="66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74094690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9</TotalTime>
  <Words>278</Words>
  <Application>Microsoft Office PowerPoint</Application>
  <PresentationFormat>Widescreen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Microsoft JhengHei</vt:lpstr>
      <vt:lpstr>Microsoft JhengHei</vt:lpstr>
      <vt:lpstr>新細明體</vt:lpstr>
      <vt:lpstr>Arial</vt:lpstr>
      <vt:lpstr>Calibri</vt:lpstr>
      <vt:lpstr>Times New Roman</vt:lpstr>
      <vt:lpstr>佈景主題1</vt:lpstr>
      <vt:lpstr>從榮耀降臨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從榮耀降臨</dc:title>
  <dc:creator>DaTang</dc:creator>
  <cp:lastModifiedBy>Joe Cheng</cp:lastModifiedBy>
  <cp:revision>3</cp:revision>
  <dcterms:created xsi:type="dcterms:W3CDTF">2018-12-08T08:58:56Z</dcterms:created>
  <dcterms:modified xsi:type="dcterms:W3CDTF">2026-08-01T04:45:03Z</dcterms:modified>
</cp:coreProperties>
</file>