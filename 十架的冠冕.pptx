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6" r:id="rId1"/>
  </p:sldMasterIdLst>
  <p:sldIdLst>
    <p:sldId id="260" r:id="rId2"/>
    <p:sldId id="261" r:id="rId3"/>
    <p:sldId id="262" r:id="rId4"/>
    <p:sldId id="263" r:id="rId5"/>
    <p:sldId id="264" r:id="rId6"/>
    <p:sldId id="265" r:id="rId7"/>
    <p:sldId id="266" r:id="rId8"/>
  </p:sldIdLst>
  <p:sldSz cx="12192000" cy="6858000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6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3" d="100"/>
          <a:sy n="73" d="100"/>
        </p:scale>
        <p:origin x="66" y="546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TW" altLang="en-US"/>
              <a:t>按一下以編輯母片副標題樣式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A0A244-3D1D-47C8-8F37-0DEF6FAFF73D}" type="datetimeFigureOut">
              <a:rPr lang="zh-TW" altLang="en-US" smtClean="0"/>
              <a:pPr/>
              <a:t>2024/5/18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18257E-764B-4B38-9B4B-239FCCB99E8A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A0A244-3D1D-47C8-8F37-0DEF6FAFF73D}" type="datetimeFigureOut">
              <a:rPr lang="zh-TW" altLang="en-US" smtClean="0"/>
              <a:pPr/>
              <a:t>2024/5/18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18257E-764B-4B38-9B4B-239FCCB99E8A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區段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A0A244-3D1D-47C8-8F37-0DEF6FAFF73D}" type="datetimeFigureOut">
              <a:rPr lang="zh-TW" altLang="en-US" smtClean="0"/>
              <a:pPr/>
              <a:t>2024/5/18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18257E-764B-4B38-9B4B-239FCCB99E8A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A0A244-3D1D-47C8-8F37-0DEF6FAFF73D}" type="datetimeFigureOut">
              <a:rPr lang="zh-TW" altLang="en-US" smtClean="0"/>
              <a:pPr/>
              <a:t>2024/5/18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18257E-764B-4B38-9B4B-239FCCB99E8A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7" name="日期版面配置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A0A244-3D1D-47C8-8F37-0DEF6FAFF73D}" type="datetimeFigureOut">
              <a:rPr lang="zh-TW" altLang="en-US" smtClean="0"/>
              <a:pPr/>
              <a:t>2024/5/18</a:t>
            </a:fld>
            <a:endParaRPr lang="zh-TW" altLang="en-US"/>
          </a:p>
        </p:txBody>
      </p:sp>
      <p:sp>
        <p:nvSpPr>
          <p:cNvPr id="8" name="頁尾版面配置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投影片編號版面配置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18257E-764B-4B38-9B4B-239FCCB99E8A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日期版面配置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A0A244-3D1D-47C8-8F37-0DEF6FAFF73D}" type="datetimeFigureOut">
              <a:rPr lang="zh-TW" altLang="en-US" smtClean="0"/>
              <a:pPr/>
              <a:t>2024/5/18</a:t>
            </a:fld>
            <a:endParaRPr lang="zh-TW" altLang="en-US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18257E-764B-4B38-9B4B-239FCCB99E8A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A0A244-3D1D-47C8-8F37-0DEF6FAFF73D}" type="datetimeFigureOut">
              <a:rPr lang="zh-TW" altLang="en-US" smtClean="0"/>
              <a:pPr/>
              <a:t>2024/5/18</a:t>
            </a:fld>
            <a:endParaRPr lang="zh-TW" altLang="en-US"/>
          </a:p>
        </p:txBody>
      </p:sp>
      <p:sp>
        <p:nvSpPr>
          <p:cNvPr id="3" name="頁尾版面配置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18257E-764B-4B38-9B4B-239FCCB99E8A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A0A244-3D1D-47C8-8F37-0DEF6FAFF73D}" type="datetimeFigureOut">
              <a:rPr lang="zh-TW" altLang="en-US" smtClean="0"/>
              <a:pPr/>
              <a:t>2024/5/18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18257E-764B-4B38-9B4B-239FCCB99E8A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TW" altLang="en-US"/>
              <a:t>按一下圖示以新增圖片</a:t>
            </a:r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A0A244-3D1D-47C8-8F37-0DEF6FAFF73D}" type="datetimeFigureOut">
              <a:rPr lang="zh-TW" altLang="en-US" smtClean="0"/>
              <a:pPr/>
              <a:t>2024/5/18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18257E-764B-4B38-9B4B-239FCCB99E8A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A0A244-3D1D-47C8-8F37-0DEF6FAFF73D}" type="datetimeFigureOut">
              <a:rPr lang="zh-TW" altLang="en-US" smtClean="0"/>
              <a:pPr/>
              <a:t>2024/5/18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18257E-764B-4B38-9B4B-239FCCB99E8A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A0A244-3D1D-47C8-8F37-0DEF6FAFF73D}" type="datetimeFigureOut">
              <a:rPr lang="zh-TW" altLang="en-US" smtClean="0"/>
              <a:pPr/>
              <a:t>2024/5/18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18257E-764B-4B38-9B4B-239FCCB99E8A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/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8A0A244-3D1D-47C8-8F37-0DEF6FAFF73D}" type="datetimeFigureOut">
              <a:rPr lang="zh-TW" altLang="en-US" smtClean="0"/>
              <a:pPr/>
              <a:t>2024/5/18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418257E-764B-4B38-9B4B-239FCCB99E8A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3"/>
          <p:cNvSpPr>
            <a:spLocks noGrp="1"/>
          </p:cNvSpPr>
          <p:nvPr>
            <p:ph type="title"/>
          </p:nvPr>
        </p:nvSpPr>
        <p:spPr>
          <a:xfrm>
            <a:off x="0" y="2660915"/>
            <a:ext cx="12192000" cy="1143000"/>
          </a:xfrm>
        </p:spPr>
        <p:txBody>
          <a:bodyPr>
            <a:noAutofit/>
          </a:bodyPr>
          <a:lstStyle/>
          <a:p>
            <a:r>
              <a:rPr lang="zh-TW" altLang="en-US" sz="7200" b="1" i="1" dirty="0">
                <a:solidFill>
                  <a:srgbClr val="00006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itchFamily="34" charset="-120"/>
                <a:ea typeface="微軟正黑體" pitchFamily="34" charset="-120"/>
              </a:rPr>
              <a:t>十架的冠冕</a:t>
            </a:r>
          </a:p>
        </p:txBody>
      </p:sp>
    </p:spTree>
    <p:extLst>
      <p:ext uri="{BB962C8B-B14F-4D97-AF65-F5344CB8AC3E}">
        <p14:creationId xmlns:p14="http://schemas.microsoft.com/office/powerpoint/2010/main" val="154719380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路是難走  但比起</a:t>
            </a:r>
            <a:r>
              <a:rPr lang="zh-CN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祢</a:t>
            </a: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的十架路</a:t>
            </a:r>
            <a:endParaRPr lang="en-US" altLang="zh-TW" sz="6400" b="1" dirty="0">
              <a:solidFill>
                <a:srgbClr val="000066"/>
              </a:solidFill>
              <a:latin typeface="微軟正黑體" pitchFamily="34" charset="-120"/>
              <a:ea typeface="微軟正黑體" pitchFamily="34" charset="-120"/>
            </a:endParaRPr>
          </a:p>
          <a:p>
            <a:pPr algn="ctr">
              <a:buNone/>
            </a:pP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我今天算甚麼</a:t>
            </a:r>
            <a:r>
              <a:rPr lang="en-US" altLang="zh-TW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  </a:t>
            </a: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來起身再走過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5350696"/>
            <a:ext cx="12192000" cy="666786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3733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3733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正歌</a:t>
            </a:r>
            <a:r>
              <a:rPr lang="en-US" sz="3733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3733" b="1" dirty="0">
              <a:solidFill>
                <a:srgbClr val="000066"/>
              </a:solidFill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67778805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遇著痛苦  </a:t>
            </a:r>
            <a:r>
              <a:rPr lang="zh-CN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祢</a:t>
            </a: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亦經過世間苦與樂</a:t>
            </a:r>
            <a:endParaRPr lang="en-US" altLang="zh-TW" sz="6400" b="1" dirty="0">
              <a:solidFill>
                <a:srgbClr val="000066"/>
              </a:solidFill>
              <a:latin typeface="微軟正黑體" pitchFamily="34" charset="-120"/>
              <a:ea typeface="微軟正黑體" pitchFamily="34" charset="-120"/>
            </a:endParaRPr>
          </a:p>
          <a:p>
            <a:pPr algn="ctr">
              <a:buNone/>
            </a:pPr>
            <a:r>
              <a:rPr lang="zh-CN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祢</a:t>
            </a: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的救贖愛海</a:t>
            </a:r>
            <a:r>
              <a:rPr lang="en-US" altLang="zh-TW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  </a:t>
            </a: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我得勝和釋放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5350696"/>
            <a:ext cx="12192000" cy="666786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3733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3733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正歌</a:t>
            </a:r>
            <a:r>
              <a:rPr lang="en-US" sz="3733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3733" b="1" dirty="0">
              <a:solidFill>
                <a:srgbClr val="000066"/>
              </a:solidFill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47290427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6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凝望著十架的冠冕</a:t>
            </a:r>
            <a:endParaRPr lang="en-US" altLang="zh-TW" sz="6600" b="1" dirty="0">
              <a:solidFill>
                <a:srgbClr val="000066"/>
              </a:solidFill>
              <a:latin typeface="微軟正黑體" pitchFamily="34" charset="-120"/>
              <a:ea typeface="微軟正黑體" pitchFamily="34" charset="-120"/>
            </a:endParaRPr>
          </a:p>
          <a:p>
            <a:pPr algn="ctr">
              <a:buNone/>
            </a:pPr>
            <a:r>
              <a:rPr lang="zh-TW" altLang="en-US" sz="66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仰望</a:t>
            </a:r>
            <a:r>
              <a:rPr lang="zh-CN" altLang="en-US" sz="66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祢</a:t>
            </a:r>
            <a:r>
              <a:rPr lang="zh-TW" altLang="en-US" sz="66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渡過每天</a:t>
            </a:r>
            <a:endParaRPr lang="en-US" altLang="zh-TW" sz="6600" b="1" dirty="0">
              <a:solidFill>
                <a:srgbClr val="000066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0" y="5350696"/>
            <a:ext cx="12192000" cy="666786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3733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3733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副歌</a:t>
            </a:r>
            <a:r>
              <a:rPr lang="en-US" sz="3733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3733" b="1" dirty="0">
              <a:solidFill>
                <a:srgbClr val="000066"/>
              </a:solidFill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94533804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CN" altLang="en-US" sz="66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祢</a:t>
            </a:r>
            <a:r>
              <a:rPr lang="zh-TW" altLang="en-US" sz="66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體恤我的軟弱</a:t>
            </a:r>
          </a:p>
          <a:p>
            <a:pPr algn="ctr">
              <a:buNone/>
            </a:pPr>
            <a:r>
              <a:rPr lang="zh-TW" altLang="en-US" sz="66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明白我親身處境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5350696"/>
            <a:ext cx="12192000" cy="666786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3733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3733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副歌</a:t>
            </a:r>
            <a:r>
              <a:rPr lang="en-US" sz="3733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3733" b="1" dirty="0">
              <a:solidFill>
                <a:srgbClr val="000066"/>
              </a:solidFill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80354137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6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無論遇著困苦憂愁</a:t>
            </a:r>
          </a:p>
          <a:p>
            <a:pPr algn="ctr">
              <a:buNone/>
            </a:pPr>
            <a:r>
              <a:rPr lang="zh-CN" altLang="en-US" sz="66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祢</a:t>
            </a:r>
            <a:r>
              <a:rPr lang="zh-TW" altLang="en-US" sz="66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亦會在我身邊</a:t>
            </a:r>
            <a:endParaRPr lang="en-US" altLang="zh-TW" sz="6600" b="1" dirty="0">
              <a:solidFill>
                <a:srgbClr val="000066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0" y="5350696"/>
            <a:ext cx="12192000" cy="666786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3733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3733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副歌</a:t>
            </a:r>
            <a:r>
              <a:rPr lang="en-US" sz="3733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3733" b="1" dirty="0">
              <a:solidFill>
                <a:srgbClr val="000066"/>
              </a:solidFill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18053222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CN" altLang="en-US" sz="66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祢</a:t>
            </a:r>
            <a:r>
              <a:rPr lang="zh-TW" altLang="en-US" sz="66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興起我的生命</a:t>
            </a:r>
            <a:endParaRPr lang="en-US" altLang="zh-TW" sz="6600" b="1" dirty="0">
              <a:solidFill>
                <a:srgbClr val="000066"/>
              </a:solidFill>
              <a:latin typeface="微軟正黑體" pitchFamily="34" charset="-120"/>
              <a:ea typeface="微軟正黑體" pitchFamily="34" charset="-120"/>
            </a:endParaRPr>
          </a:p>
          <a:p>
            <a:pPr algn="ctr">
              <a:buNone/>
            </a:pPr>
            <a:r>
              <a:rPr lang="zh-TW" altLang="en-US" sz="66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我今得到信心面對挑戰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5350696"/>
            <a:ext cx="12192000" cy="666786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3733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3733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副歌</a:t>
            </a:r>
            <a:r>
              <a:rPr lang="en-US" sz="3733" b="1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3733" b="1" dirty="0">
              <a:solidFill>
                <a:srgbClr val="000066"/>
              </a:solidFill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184579051"/>
      </p:ext>
    </p:extLst>
  </p:cSld>
  <p:clrMapOvr>
    <a:masterClrMapping/>
  </p:clrMapOvr>
</p:sld>
</file>

<file path=ppt/theme/theme1.xml><?xml version="1.0" encoding="utf-8"?>
<a:theme xmlns:a="http://schemas.openxmlformats.org/drawingml/2006/main" name="佈景主題1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佈景主題1</Template>
  <TotalTime>5</TotalTime>
  <Words>139</Words>
  <Application>Microsoft Office PowerPoint</Application>
  <PresentationFormat>Widescreen</PresentationFormat>
  <Paragraphs>19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2" baseType="lpstr">
      <vt:lpstr>微軟正黑體</vt:lpstr>
      <vt:lpstr>微軟正黑體</vt:lpstr>
      <vt:lpstr>Arial</vt:lpstr>
      <vt:lpstr>Calibri</vt:lpstr>
      <vt:lpstr>佈景主題1</vt:lpstr>
      <vt:lpstr>十架的冠冕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十架的冠冕</dc:title>
  <dc:creator>大唐</dc:creator>
  <cp:lastModifiedBy>batisuoc</cp:lastModifiedBy>
  <cp:revision>5</cp:revision>
  <dcterms:created xsi:type="dcterms:W3CDTF">2016-09-20T05:46:34Z</dcterms:created>
  <dcterms:modified xsi:type="dcterms:W3CDTF">2024-05-17T17:57:28Z</dcterms:modified>
</cp:coreProperties>
</file>