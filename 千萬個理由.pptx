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千萬個理由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太陽升起  新的一天來臨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就是要再來歌頌我神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9BD1-0549-F401-40D2-7F0322E0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629C204-2511-9E97-8FF1-3ADFF3B0C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無論將要面對是  順境或是逆境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當夜晚來臨仍要歌頌祢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32727-7178-1286-838F-3EFBC44FDC21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629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56C30-F38E-4CBC-441C-7DDDAF394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856A434-20CA-7A10-EF15-C2A4AE3B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  我的靈  我的魂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尊崇祂的聖名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545BE-9D21-151D-A471-D58794FE4AD7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2373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F3CB-A0DB-208A-1BB2-DE08472E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5D17696-775E-B96D-62ED-CB7533E5D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盡全心和全力  歌頌祢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我尊崇祢的聖名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9EFEC-6B4C-2C30-FCAC-2CC90BF49A6C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768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0496-3453-F666-8CCE-393CAD92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198C943-3175-88F1-0B7D-0698D67C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豐盛慈愛且不輕易發怒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祢名至高  祢的心寬容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953D9-6AC7-4ED2-3ACE-8E3F402BFB02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237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D981-2E92-0BE8-82E4-73A7EFC6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C39CD5D-7B2B-8EF1-1F44-7DAABFA7C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因祢的美善  不住地歌頌祢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千萬個理由我要敬拜祢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A772C-9329-7837-17FE-1960616AA8C4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3636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C0C0D-EC62-7030-4E76-98CE63FB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36E533-54AF-65C8-BD62-1E882FE9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那日來臨  我的力量消失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生命到盡頭的時候來到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7DB86-0599-6402-BE1E-C7EACAD498F8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566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1C27-CFD3-0556-F413-56E263C8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292F52B-D30A-1A63-7086-864A6965E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我心堅定  無止盡歌頌祢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千萬年一直到永永遠遠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11D5A-1E85-9151-633E-E2A97EA94A6B}"/>
              </a:ext>
            </a:extLst>
          </p:cNvPr>
          <p:cNvSpPr txBox="1"/>
          <p:nvPr/>
        </p:nvSpPr>
        <p:spPr>
          <a:xfrm>
            <a:off x="0" y="536214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00393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196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千萬個理由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3</cp:revision>
  <dcterms:created xsi:type="dcterms:W3CDTF">2025-02-07T15:17:59Z</dcterms:created>
  <dcterms:modified xsi:type="dcterms:W3CDTF">2025-02-07T15:24:23Z</dcterms:modified>
</cp:coreProperties>
</file>