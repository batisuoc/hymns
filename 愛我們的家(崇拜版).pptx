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956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409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81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120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759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444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050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7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034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922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578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56215-C5DB-4B38-9517-E992CBA3016F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13737-EE7B-411D-A9FC-9ED61039F12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223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愛我們的家</a:t>
            </a:r>
          </a:p>
        </p:txBody>
      </p:sp>
    </p:spTree>
    <p:extLst>
      <p:ext uri="{BB962C8B-B14F-4D97-AF65-F5344CB8AC3E}">
        <p14:creationId xmlns:p14="http://schemas.microsoft.com/office/powerpoint/2010/main" val="278684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每個人愛他家就有光彩</a:t>
            </a:r>
            <a:endParaRPr lang="en-US" altLang="zh-TW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每個人付出家就不孤獨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522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每個人珍惜家就有甜蜜</a:t>
            </a:r>
            <a:endParaRPr lang="en-US" altLang="zh-TW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每個人寬恕家就有幸福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06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讓愛天天住你家</a:t>
            </a:r>
            <a:endParaRPr lang="en-US" altLang="zh-TW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讓愛天天住我家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11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不分日夜秋冬春夏</a:t>
            </a:r>
            <a:endParaRPr lang="en-US" altLang="zh-TW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全心全意愛我們的家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31265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92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愛我們的家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愛我們的家</dc:title>
  <dc:creator>Windows User</dc:creator>
  <cp:lastModifiedBy>batisuoc</cp:lastModifiedBy>
  <cp:revision>2</cp:revision>
  <dcterms:created xsi:type="dcterms:W3CDTF">2022-06-09T15:02:59Z</dcterms:created>
  <dcterms:modified xsi:type="dcterms:W3CDTF">2025-01-26T10:07:22Z</dcterms:modified>
</cp:coreProperties>
</file>