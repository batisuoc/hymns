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AC38D-EE3B-4EDB-A3F3-E8DB5FCDF8C7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DC721-6751-4F86-83A9-37C52C88EC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誰曾應許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153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誰曾應許   一生不撇下我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每段窄路   誰陪我去走過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922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誰還領我   於青草恬靜處躺臥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豐足恩惠比海沙更多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719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誰曾應許   天天看顧著我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晝夜眷佑   連頭髮也數過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134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誰還以愛驅走心裡懼怕怯懦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那懼路途捲動著漩渦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384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是我主我避難所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我盾牌和詩歌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644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是我的高臺我隨時幫助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8524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來吧用信心讚頌和高歌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永在我心窩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487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有永生江河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除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以外不倚靠別個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3194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我究竟算甚麼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竟這般顧念我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結束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130743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9</TotalTime>
  <Words>194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佈景主題1</vt:lpstr>
      <vt:lpstr>誰曾應許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誰曾應許</dc:title>
  <dc:creator>Windows User</dc:creator>
  <cp:lastModifiedBy>batisuoc</cp:lastModifiedBy>
  <cp:revision>4</cp:revision>
  <dcterms:created xsi:type="dcterms:W3CDTF">2019-01-08T00:35:47Z</dcterms:created>
  <dcterms:modified xsi:type="dcterms:W3CDTF">2025-04-04T16:57:57Z</dcterms:modified>
</cp:coreProperties>
</file>