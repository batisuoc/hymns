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0ED9-C24F-4461-8242-555DFFCA2203}" type="datetimeFigureOut">
              <a:rPr lang="vi-VN" smtClean="0"/>
              <a:t>05/05/2024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95AA-7B28-4F71-9CCD-2FB90122E28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122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0ED9-C24F-4461-8242-555DFFCA2203}" type="datetimeFigureOut">
              <a:rPr lang="vi-VN" smtClean="0"/>
              <a:t>05/05/2024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95AA-7B28-4F71-9CCD-2FB90122E28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6315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0ED9-C24F-4461-8242-555DFFCA2203}" type="datetimeFigureOut">
              <a:rPr lang="vi-VN" smtClean="0"/>
              <a:t>05/05/2024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95AA-7B28-4F71-9CCD-2FB90122E28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33725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0ED9-C24F-4461-8242-555DFFCA2203}" type="datetimeFigureOut">
              <a:rPr lang="vi-VN" smtClean="0"/>
              <a:t>05/05/2024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95AA-7B28-4F71-9CCD-2FB90122E28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8269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0ED9-C24F-4461-8242-555DFFCA2203}" type="datetimeFigureOut">
              <a:rPr lang="vi-VN" smtClean="0"/>
              <a:t>05/05/2024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95AA-7B28-4F71-9CCD-2FB90122E28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98651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0ED9-C24F-4461-8242-555DFFCA2203}" type="datetimeFigureOut">
              <a:rPr lang="vi-VN" smtClean="0"/>
              <a:t>05/05/2024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95AA-7B28-4F71-9CCD-2FB90122E28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28187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0ED9-C24F-4461-8242-555DFFCA2203}" type="datetimeFigureOut">
              <a:rPr lang="vi-VN" smtClean="0"/>
              <a:t>05/05/2024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95AA-7B28-4F71-9CCD-2FB90122E28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5253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0ED9-C24F-4461-8242-555DFFCA2203}" type="datetimeFigureOut">
              <a:rPr lang="vi-VN" smtClean="0"/>
              <a:t>05/05/2024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95AA-7B28-4F71-9CCD-2FB90122E28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235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0ED9-C24F-4461-8242-555DFFCA2203}" type="datetimeFigureOut">
              <a:rPr lang="vi-VN" smtClean="0"/>
              <a:t>05/05/2024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95AA-7B28-4F71-9CCD-2FB90122E28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91771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0ED9-C24F-4461-8242-555DFFCA2203}" type="datetimeFigureOut">
              <a:rPr lang="vi-VN" smtClean="0"/>
              <a:t>05/05/2024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95AA-7B28-4F71-9CCD-2FB90122E28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5071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0ED9-C24F-4461-8242-555DFFCA2203}" type="datetimeFigureOut">
              <a:rPr lang="vi-VN" smtClean="0"/>
              <a:t>05/05/2024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95AA-7B28-4F71-9CCD-2FB90122E28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18977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40ED9-C24F-4461-8242-555DFFCA2203}" type="datetimeFigureOut">
              <a:rPr lang="vi-VN" smtClean="0"/>
              <a:t>05/05/2024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F95AA-7B28-4F71-9CCD-2FB90122E28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60230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主禱文</a:t>
            </a:r>
          </a:p>
        </p:txBody>
      </p:sp>
    </p:spTree>
    <p:extLst>
      <p:ext uri="{BB962C8B-B14F-4D97-AF65-F5344CB8AC3E}">
        <p14:creationId xmlns:p14="http://schemas.microsoft.com/office/powerpoint/2010/main" val="3674329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天父祢名是多麼美 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榮耀遍全地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在禱告良辰 靜觀祢的美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5788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恬靜 我沈默主座前  毋用多片言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在禱告前  祢已清楚我需要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75265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求賜我信心的眼睛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風暴裡仍舊恬靜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6078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全獻我順服的心靈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由祢全權來帶領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4524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願人都尊祢名為聖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願祢的國降臨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0043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也願祢旨意行在地上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如同行在天上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9487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我們當天所需要的食物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求祢賜給我們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91907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免我們的債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如同我們免去人的債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7387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今日  我求問主的國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求問主的義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62336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王的旨意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如陽光遍地彰顯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4878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願人都尊祢名為聖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願祢的國降臨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17603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也願祢旨意行在地上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如同行在天上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48163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我們當天所需要的食物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求祢賜給我們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20148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免我們的債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如同我們免去人的債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7779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不叫我們遇見試探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救我們脫離凶惡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56392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因國度權柄榮耀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全屬祢直到永遠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7967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我們在天上的父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願人都尊祢名為聖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7861087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21</TotalTime>
  <Words>338</Words>
  <Application>Microsoft Office PowerPoint</Application>
  <PresentationFormat>Widescreen</PresentationFormat>
  <Paragraphs>52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微軟正黑體</vt:lpstr>
      <vt:lpstr>微軟正黑體</vt:lpstr>
      <vt:lpstr>Arial</vt:lpstr>
      <vt:lpstr>Calibri</vt:lpstr>
      <vt:lpstr>Theme1</vt:lpstr>
      <vt:lpstr>主禱文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主禱文</dc:title>
  <dc:creator>Windows User</dc:creator>
  <cp:lastModifiedBy>batisuoc</cp:lastModifiedBy>
  <cp:revision>2</cp:revision>
  <dcterms:created xsi:type="dcterms:W3CDTF">2022-03-23T16:31:09Z</dcterms:created>
  <dcterms:modified xsi:type="dcterms:W3CDTF">2024-05-05T08:51:48Z</dcterms:modified>
</cp:coreProperties>
</file>