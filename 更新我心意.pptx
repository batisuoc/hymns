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94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6D643-D4CE-4B27-BB92-5E81FA880EC4}" type="datetimeFigureOut">
              <a:rPr lang="zh-TW" altLang="en-US" smtClean="0"/>
              <a:pPr/>
              <a:t>2026/2/16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106A6-D8F4-4906-9B85-6B182B2DABF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6D643-D4CE-4B27-BB92-5E81FA880EC4}" type="datetimeFigureOut">
              <a:rPr lang="zh-TW" altLang="en-US" smtClean="0"/>
              <a:pPr/>
              <a:t>2026/2/16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106A6-D8F4-4906-9B85-6B182B2DABF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6D643-D4CE-4B27-BB92-5E81FA880EC4}" type="datetimeFigureOut">
              <a:rPr lang="zh-TW" altLang="en-US" smtClean="0"/>
              <a:pPr/>
              <a:t>2026/2/16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106A6-D8F4-4906-9B85-6B182B2DABF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6D643-D4CE-4B27-BB92-5E81FA880EC4}" type="datetimeFigureOut">
              <a:rPr lang="zh-TW" altLang="en-US" smtClean="0"/>
              <a:pPr/>
              <a:t>2026/2/16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106A6-D8F4-4906-9B85-6B182B2DABF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6D643-D4CE-4B27-BB92-5E81FA880EC4}" type="datetimeFigureOut">
              <a:rPr lang="zh-TW" altLang="en-US" smtClean="0"/>
              <a:pPr/>
              <a:t>2026/2/16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106A6-D8F4-4906-9B85-6B182B2DABF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6D643-D4CE-4B27-BB92-5E81FA880EC4}" type="datetimeFigureOut">
              <a:rPr lang="zh-TW" altLang="en-US" smtClean="0"/>
              <a:pPr/>
              <a:t>2026/2/16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106A6-D8F4-4906-9B85-6B182B2DABF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6D643-D4CE-4B27-BB92-5E81FA880EC4}" type="datetimeFigureOut">
              <a:rPr lang="zh-TW" altLang="en-US" smtClean="0"/>
              <a:pPr/>
              <a:t>2026/2/16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106A6-D8F4-4906-9B85-6B182B2DABF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6D643-D4CE-4B27-BB92-5E81FA880EC4}" type="datetimeFigureOut">
              <a:rPr lang="zh-TW" altLang="en-US" smtClean="0"/>
              <a:pPr/>
              <a:t>2026/2/16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106A6-D8F4-4906-9B85-6B182B2DABF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6D643-D4CE-4B27-BB92-5E81FA880EC4}" type="datetimeFigureOut">
              <a:rPr lang="zh-TW" altLang="en-US" smtClean="0"/>
              <a:pPr/>
              <a:t>2026/2/16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106A6-D8F4-4906-9B85-6B182B2DABF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6D643-D4CE-4B27-BB92-5E81FA880EC4}" type="datetimeFigureOut">
              <a:rPr lang="zh-TW" altLang="en-US" smtClean="0"/>
              <a:pPr/>
              <a:t>2026/2/16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106A6-D8F4-4906-9B85-6B182B2DABF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6D643-D4CE-4B27-BB92-5E81FA880EC4}" type="datetimeFigureOut">
              <a:rPr lang="zh-TW" altLang="en-US" smtClean="0"/>
              <a:pPr/>
              <a:t>2026/2/16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106A6-D8F4-4906-9B85-6B182B2DABF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D6D643-D4CE-4B27-BB92-5E81FA880EC4}" type="datetimeFigureOut">
              <a:rPr lang="zh-TW" altLang="en-US" smtClean="0"/>
              <a:pPr/>
              <a:t>2026/2/16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106A6-D8F4-4906-9B85-6B182B2DABF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更新我心意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更新我心意</a:t>
            </a:r>
            <a:r>
              <a:rPr 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 </a:t>
            </a: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使我能像你</a:t>
            </a:r>
          </a:p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更新我心意</a:t>
            </a:r>
            <a:r>
              <a:rPr 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 </a:t>
            </a: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使我能像你</a:t>
            </a:r>
          </a:p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主你是陶匠</a:t>
            </a:r>
            <a:r>
              <a:rPr 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我是泥土</a:t>
            </a:r>
          </a:p>
          <a:p>
            <a:pPr algn="ctr">
              <a:buNone/>
            </a:pPr>
            <a:r>
              <a:rPr lang="zh-CN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陶</a:t>
            </a: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我塑造我</a:t>
            </a:r>
            <a:r>
              <a:rPr 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是我的懇求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altLang="zh-TW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Lòng</a:t>
            </a:r>
            <a:r>
              <a:rPr lang="en-US" altLang="zh-TW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Con</a:t>
            </a:r>
            <a:endParaRPr lang="zh-TW" altLang="en-US" b="1" dirty="0">
              <a:solidFill>
                <a:srgbClr val="00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/>
          <a:lstStyle/>
          <a:p>
            <a:pPr algn="ctr">
              <a:buNone/>
            </a:pPr>
            <a:r>
              <a:rPr lang="en-US" altLang="zh-TW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Cầu</a:t>
            </a:r>
            <a:r>
              <a:rPr lang="en-US" altLang="zh-TW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xin</a:t>
            </a:r>
            <a:r>
              <a:rPr lang="en-US" altLang="zh-TW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Cha </a:t>
            </a:r>
            <a:r>
              <a:rPr lang="en-US" altLang="zh-TW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altLang="zh-TW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lòng</a:t>
            </a:r>
            <a:r>
              <a:rPr lang="en-US" altLang="zh-TW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làm</a:t>
            </a:r>
            <a:r>
              <a:rPr lang="en-US" altLang="zh-TW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tâm</a:t>
            </a:r>
            <a:r>
              <a:rPr lang="en-US" altLang="zh-TW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linh</a:t>
            </a:r>
            <a:r>
              <a:rPr lang="en-US" altLang="zh-TW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trắng</a:t>
            </a:r>
            <a:r>
              <a:rPr lang="en-US" altLang="zh-TW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endParaRPr lang="en-US" altLang="zh-TW" b="1" dirty="0">
              <a:solidFill>
                <a:srgbClr val="000066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US" altLang="zh-TW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Cầu</a:t>
            </a:r>
            <a:r>
              <a:rPr lang="en-US" altLang="zh-TW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xin</a:t>
            </a:r>
            <a:r>
              <a:rPr lang="en-US" altLang="zh-TW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Chá</a:t>
            </a:r>
            <a:r>
              <a:rPr lang="en-US" altLang="zh-TW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altLang="zh-TW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lòng</a:t>
            </a:r>
            <a:r>
              <a:rPr lang="en-US" altLang="zh-TW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khiến</a:t>
            </a:r>
            <a:r>
              <a:rPr lang="en-US" altLang="zh-TW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altLang="zh-TW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nên</a:t>
            </a:r>
            <a:r>
              <a:rPr lang="en-US" altLang="zh-TW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giống</a:t>
            </a:r>
            <a:r>
              <a:rPr lang="en-US" altLang="zh-TW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Ngài</a:t>
            </a:r>
            <a:endParaRPr lang="en-US" altLang="zh-TW" b="1" dirty="0">
              <a:solidFill>
                <a:srgbClr val="000066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US" altLang="zh-TW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Phận</a:t>
            </a:r>
            <a:r>
              <a:rPr lang="en-US" altLang="zh-TW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altLang="zh-TW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đất</a:t>
            </a:r>
            <a:r>
              <a:rPr lang="en-US" altLang="zh-TW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sét</a:t>
            </a:r>
            <a:r>
              <a:rPr lang="en-US" altLang="zh-TW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đây</a:t>
            </a:r>
            <a:r>
              <a:rPr lang="en-US" altLang="zh-TW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nắn</a:t>
            </a:r>
            <a:r>
              <a:rPr lang="en-US" altLang="zh-TW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altLang="zh-TW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ý </a:t>
            </a:r>
            <a:r>
              <a:rPr lang="en-US" altLang="zh-TW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Ngài</a:t>
            </a:r>
            <a:endParaRPr lang="en-US" altLang="zh-TW" b="1" dirty="0">
              <a:solidFill>
                <a:srgbClr val="000066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US" altLang="zh-TW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Nhờ</a:t>
            </a:r>
            <a:r>
              <a:rPr lang="en-US" altLang="zh-TW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Ngài</a:t>
            </a:r>
            <a:r>
              <a:rPr lang="en-US" altLang="zh-TW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khuôn</a:t>
            </a:r>
            <a:r>
              <a:rPr lang="en-US" altLang="zh-TW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đúc</a:t>
            </a:r>
            <a:r>
              <a:rPr lang="en-US" altLang="zh-TW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altLang="zh-TW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Thánh</a:t>
            </a:r>
            <a:r>
              <a:rPr lang="en-US" altLang="zh-TW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y Cha </a:t>
            </a:r>
            <a:r>
              <a:rPr lang="en-US" altLang="zh-TW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altLang="zh-TW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nên</a:t>
            </a:r>
            <a:endParaRPr lang="zh-TW" altLang="en-US" b="1" dirty="0">
              <a:solidFill>
                <a:srgbClr val="000066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3</TotalTime>
  <Words>86</Words>
  <Application>Microsoft Office PowerPoint</Application>
  <PresentationFormat>On-screen Show (4:3)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微軟正黑體</vt:lpstr>
      <vt:lpstr>Arial</vt:lpstr>
      <vt:lpstr>Calibri</vt:lpstr>
      <vt:lpstr>Times New Roman</vt:lpstr>
      <vt:lpstr>佈景主題1</vt:lpstr>
      <vt:lpstr>更新我心意</vt:lpstr>
      <vt:lpstr>Luyện Lòng Con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更新我心意</dc:title>
  <dc:creator>大唐</dc:creator>
  <cp:lastModifiedBy>Uncle Jo</cp:lastModifiedBy>
  <cp:revision>4</cp:revision>
  <dcterms:created xsi:type="dcterms:W3CDTF">2017-10-21T07:30:19Z</dcterms:created>
  <dcterms:modified xsi:type="dcterms:W3CDTF">2026-02-16T03:53:37Z</dcterms:modified>
</cp:coreProperties>
</file>