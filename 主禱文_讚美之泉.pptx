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578" r:id="rId4"/>
    <p:sldId id="579" r:id="rId5"/>
    <p:sldId id="580" r:id="rId6"/>
    <p:sldId id="581" r:id="rId7"/>
    <p:sldId id="582" r:id="rId8"/>
    <p:sldId id="583" r:id="rId9"/>
    <p:sldId id="584" r:id="rId10"/>
    <p:sldId id="585" r:id="rId11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6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" y="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CD87F-A471-415C-824B-4853E1259023}" type="datetimeFigureOut">
              <a:rPr lang="en-US" smtClean="0"/>
              <a:t>5/18/2024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EDCF3-CAB8-494F-9153-D65B96DD42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170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CD87F-A471-415C-824B-4853E1259023}" type="datetimeFigureOut">
              <a:rPr lang="en-US" smtClean="0"/>
              <a:t>5/18/2024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EDCF3-CAB8-494F-9153-D65B96DD42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513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CD87F-A471-415C-824B-4853E1259023}" type="datetimeFigureOut">
              <a:rPr lang="en-US" smtClean="0"/>
              <a:t>5/18/2024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EDCF3-CAB8-494F-9153-D65B96DD42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12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CD87F-A471-415C-824B-4853E1259023}" type="datetimeFigureOut">
              <a:rPr lang="en-US" smtClean="0"/>
              <a:t>5/18/2024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EDCF3-CAB8-494F-9153-D65B96DD42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243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CD87F-A471-415C-824B-4853E1259023}" type="datetimeFigureOut">
              <a:rPr lang="en-US" smtClean="0"/>
              <a:t>5/18/2024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EDCF3-CAB8-494F-9153-D65B96DD42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082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CD87F-A471-415C-824B-4853E1259023}" type="datetimeFigureOut">
              <a:rPr lang="en-US" smtClean="0"/>
              <a:t>5/18/2024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EDCF3-CAB8-494F-9153-D65B96DD42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400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CD87F-A471-415C-824B-4853E1259023}" type="datetimeFigureOut">
              <a:rPr lang="en-US" smtClean="0"/>
              <a:t>5/18/2024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EDCF3-CAB8-494F-9153-D65B96DD42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267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CD87F-A471-415C-824B-4853E1259023}" type="datetimeFigureOut">
              <a:rPr lang="en-US" smtClean="0"/>
              <a:t>5/18/2024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EDCF3-CAB8-494F-9153-D65B96DD42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49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CD87F-A471-415C-824B-4853E1259023}" type="datetimeFigureOut">
              <a:rPr lang="en-US" smtClean="0"/>
              <a:t>5/18/2024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EDCF3-CAB8-494F-9153-D65B96DD42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344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CD87F-A471-415C-824B-4853E1259023}" type="datetimeFigureOut">
              <a:rPr lang="en-US" smtClean="0"/>
              <a:t>5/18/2024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EDCF3-CAB8-494F-9153-D65B96DD42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062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CD87F-A471-415C-824B-4853E1259023}" type="datetimeFigureOut">
              <a:rPr lang="en-US" smtClean="0"/>
              <a:t>5/18/2024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EDCF3-CAB8-494F-9153-D65B96DD42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669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FCD87F-A471-415C-824B-4853E1259023}" type="datetimeFigureOut">
              <a:rPr lang="en-US" smtClean="0"/>
              <a:t>5/18/2024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9EDCF3-CAB8-494F-9153-D65B96DD42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5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主禱文</a:t>
            </a:r>
          </a:p>
        </p:txBody>
      </p:sp>
    </p:spTree>
    <p:extLst>
      <p:ext uri="{BB962C8B-B14F-4D97-AF65-F5344CB8AC3E}">
        <p14:creationId xmlns:p14="http://schemas.microsoft.com/office/powerpoint/2010/main" val="3674329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我們在天上的父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願人都尊祢的名為聖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5158597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35788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願祢的國度降臨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願祢的旨意行在地上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5158597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42288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如同行在天上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5158597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50712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我們日用的飲食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今日賜給我們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5158597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73871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免我們所欠的債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如同我們免了人的債  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哈利路亞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5158597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35749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不叫我們遇見試探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救我們脫離凶惡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5158597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78536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因為國度權柄和榮耀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全是祢的直到永遠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5158597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65936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我要一生一世尋求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在主殿中瞻仰榮美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5158597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82670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因為國度權柄和榮耀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全是祢的直到永遠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5158597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80230035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0</TotalTime>
  <Words>175</Words>
  <Application>Microsoft Office PowerPoint</Application>
  <PresentationFormat>Widescreen</PresentationFormat>
  <Paragraphs>27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微軟正黑體</vt:lpstr>
      <vt:lpstr>微軟正黑體</vt:lpstr>
      <vt:lpstr>Arial</vt:lpstr>
      <vt:lpstr>Calibri</vt:lpstr>
      <vt:lpstr>Theme1</vt:lpstr>
      <vt:lpstr>主禱文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主禱文</dc:title>
  <dc:creator>batisuoc</dc:creator>
  <cp:lastModifiedBy>batisuoc</cp:lastModifiedBy>
  <cp:revision>1</cp:revision>
  <dcterms:created xsi:type="dcterms:W3CDTF">2024-05-17T18:04:04Z</dcterms:created>
  <dcterms:modified xsi:type="dcterms:W3CDTF">2024-05-17T18:04:26Z</dcterms:modified>
</cp:coreProperties>
</file>