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605" r:id="rId2"/>
    <p:sldId id="606" r:id="rId3"/>
    <p:sldId id="607" r:id="rId4"/>
    <p:sldId id="608" r:id="rId5"/>
    <p:sldId id="609" r:id="rId6"/>
    <p:sldId id="610" r:id="rId7"/>
    <p:sldId id="61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5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F9681-34BE-4AC3-A4CB-91608264632F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B0B7A-C3F6-45E5-A59F-AD9B68AB7D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F9681-34BE-4AC3-A4CB-91608264632F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B0B7A-C3F6-45E5-A59F-AD9B68AB7D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F9681-34BE-4AC3-A4CB-91608264632F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B0B7A-C3F6-45E5-A59F-AD9B68AB7D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F9681-34BE-4AC3-A4CB-91608264632F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B0B7A-C3F6-45E5-A59F-AD9B68AB7D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F9681-34BE-4AC3-A4CB-91608264632F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B0B7A-C3F6-45E5-A59F-AD9B68AB7D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F9681-34BE-4AC3-A4CB-91608264632F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B0B7A-C3F6-45E5-A59F-AD9B68AB7D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F9681-34BE-4AC3-A4CB-91608264632F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B0B7A-C3F6-45E5-A59F-AD9B68AB7D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F9681-34BE-4AC3-A4CB-91608264632F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B0B7A-C3F6-45E5-A59F-AD9B68AB7D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F9681-34BE-4AC3-A4CB-91608264632F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B0B7A-C3F6-45E5-A59F-AD9B68AB7D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F9681-34BE-4AC3-A4CB-91608264632F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B0B7A-C3F6-45E5-A59F-AD9B68AB7D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F9681-34BE-4AC3-A4CB-91608264632F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B0B7A-C3F6-45E5-A59F-AD9B68AB7D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3F9681-34BE-4AC3-A4CB-91608264632F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B0B7A-C3F6-45E5-A59F-AD9B68AB7D2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主的名奇妙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親愛的耶穌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祢名稱為奇妙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祢必在曠野開道路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在沙漠中開江河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67028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親愛的耶穌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祢名稱為策士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90319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我是祢手中的工作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祢是窯匠</a:t>
            </a:r>
            <a:r>
              <a:rPr 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我是泥土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44561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祢是全能的神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祢晝夜看顧我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我深知在祢沒有難成的事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62587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祢是永在的父  領我經死蔭幽谷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祢是和平的君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賜我真平安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03354541"/>
      </p:ext>
    </p:extLst>
  </p:cSld>
  <p:clrMapOvr>
    <a:masterClrMapping/>
  </p:clrMapOvr>
</p:sld>
</file>

<file path=ppt/theme/theme1.xml><?xml version="1.0" encoding="utf-8"?>
<a:theme xmlns:a="http://schemas.openxmlformats.org/drawingml/2006/main" name="chongba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chongbai</Template>
  <TotalTime>6</TotalTime>
  <Words>129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chongbai</vt:lpstr>
      <vt:lpstr>主的名奇妙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主的名奇妙</dc:title>
  <dc:creator>Windows User</dc:creator>
  <cp:lastModifiedBy>batisuoc</cp:lastModifiedBy>
  <cp:revision>2</cp:revision>
  <dcterms:created xsi:type="dcterms:W3CDTF">2019-06-15T10:28:50Z</dcterms:created>
  <dcterms:modified xsi:type="dcterms:W3CDTF">2024-05-04T09:52:42Z</dcterms:modified>
</cp:coreProperties>
</file>