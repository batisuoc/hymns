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DC63-C2EC-4903-A216-5EA2C93289C7}" type="datetimeFigureOut">
              <a:rPr lang="vi-VN" smtClean="0"/>
              <a:t>08/06/2024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A94E-8F91-4350-B979-376ED480C54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18855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DC63-C2EC-4903-A216-5EA2C93289C7}" type="datetimeFigureOut">
              <a:rPr lang="vi-VN" smtClean="0"/>
              <a:t>08/06/2024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A94E-8F91-4350-B979-376ED480C54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14566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DC63-C2EC-4903-A216-5EA2C93289C7}" type="datetimeFigureOut">
              <a:rPr lang="vi-VN" smtClean="0"/>
              <a:t>08/06/2024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A94E-8F91-4350-B979-376ED480C54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28929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DC63-C2EC-4903-A216-5EA2C93289C7}" type="datetimeFigureOut">
              <a:rPr lang="vi-VN" smtClean="0"/>
              <a:t>08/06/2024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A94E-8F91-4350-B979-376ED480C54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080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DC63-C2EC-4903-A216-5EA2C93289C7}" type="datetimeFigureOut">
              <a:rPr lang="vi-VN" smtClean="0"/>
              <a:t>08/06/2024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A94E-8F91-4350-B979-376ED480C54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5705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DC63-C2EC-4903-A216-5EA2C93289C7}" type="datetimeFigureOut">
              <a:rPr lang="vi-VN" smtClean="0"/>
              <a:t>08/06/2024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A94E-8F91-4350-B979-376ED480C54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1585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DC63-C2EC-4903-A216-5EA2C93289C7}" type="datetimeFigureOut">
              <a:rPr lang="vi-VN" smtClean="0"/>
              <a:t>08/06/2024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A94E-8F91-4350-B979-376ED480C54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2532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DC63-C2EC-4903-A216-5EA2C93289C7}" type="datetimeFigureOut">
              <a:rPr lang="vi-VN" smtClean="0"/>
              <a:t>08/06/2024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A94E-8F91-4350-B979-376ED480C54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6697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DC63-C2EC-4903-A216-5EA2C93289C7}" type="datetimeFigureOut">
              <a:rPr lang="vi-VN" smtClean="0"/>
              <a:t>08/06/2024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A94E-8F91-4350-B979-376ED480C54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32828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DC63-C2EC-4903-A216-5EA2C93289C7}" type="datetimeFigureOut">
              <a:rPr lang="vi-VN" smtClean="0"/>
              <a:t>08/06/2024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A94E-8F91-4350-B979-376ED480C54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2135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CDC63-C2EC-4903-A216-5EA2C93289C7}" type="datetimeFigureOut">
              <a:rPr lang="vi-VN" smtClean="0"/>
              <a:t>08/06/2024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8A94E-8F91-4350-B979-376ED480C54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78000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CDC63-C2EC-4903-A216-5EA2C93289C7}" type="datetimeFigureOut">
              <a:rPr lang="vi-VN" smtClean="0"/>
              <a:t>08/06/2024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8A94E-8F91-4350-B979-376ED480C54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3625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愛是</a:t>
            </a:r>
          </a:p>
        </p:txBody>
      </p:sp>
    </p:spTree>
    <p:extLst>
      <p:ext uri="{BB962C8B-B14F-4D97-AF65-F5344CB8AC3E}">
        <p14:creationId xmlns:p14="http://schemas.microsoft.com/office/powerpoint/2010/main" val="2169277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愛是恆久忍耐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愛是又有恩慈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4365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愛是不嫉妒不自誇不張狂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不做害羞的事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08691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不求自己益處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不輕易地發怒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8228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不計算人的惡不喜歡不義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愛只喜歡真理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7436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凡事包容  凡事相信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凡事盼望凡事忍耐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4015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愛是永不止息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3243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我要包容  我要相信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我要盼望我要忍耐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0198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敞開心愛人如己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我愛  因天父先愛我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0192577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DE8FE50-4117-462D-9201-EDB57F086D9C}" vid="{AFF313EB-5300-4EDF-B8E8-B08305447E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</TotalTime>
  <Words>145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愛是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愛是</dc:title>
  <dc:creator>Windows User</dc:creator>
  <cp:lastModifiedBy>batisuoc</cp:lastModifiedBy>
  <cp:revision>2</cp:revision>
  <dcterms:created xsi:type="dcterms:W3CDTF">2022-06-29T17:03:45Z</dcterms:created>
  <dcterms:modified xsi:type="dcterms:W3CDTF">2024-06-07T17:11:32Z</dcterms:modified>
</cp:coreProperties>
</file>