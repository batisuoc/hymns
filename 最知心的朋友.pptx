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633" r:id="rId2"/>
    <p:sldId id="634" r:id="rId3"/>
    <p:sldId id="635" r:id="rId4"/>
    <p:sldId id="636" r:id="rId5"/>
    <p:sldId id="637" r:id="rId6"/>
    <p:sldId id="638" r:id="rId7"/>
    <p:sldId id="639" r:id="rId8"/>
    <p:sldId id="640" r:id="rId9"/>
    <p:sldId id="641" r:id="rId10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7" d="100"/>
          <a:sy n="97" d="100"/>
        </p:scale>
        <p:origin x="78" y="6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A9120-AE54-4763-9812-197ED380588B}" type="datetimeFigureOut">
              <a:rPr lang="en-US" smtClean="0"/>
              <a:t>7/13/2024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5D204-867C-4CC7-B295-15F9102EF0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A9120-AE54-4763-9812-197ED380588B}" type="datetimeFigureOut">
              <a:rPr lang="en-US" smtClean="0"/>
              <a:t>7/13/2024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5D204-867C-4CC7-B295-15F9102EF0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A9120-AE54-4763-9812-197ED380588B}" type="datetimeFigureOut">
              <a:rPr lang="en-US" smtClean="0"/>
              <a:t>7/13/2024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5D204-867C-4CC7-B295-15F9102EF0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A9120-AE54-4763-9812-197ED380588B}" type="datetimeFigureOut">
              <a:rPr lang="en-US" smtClean="0"/>
              <a:t>7/13/2024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5D204-867C-4CC7-B295-15F9102EF0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A9120-AE54-4763-9812-197ED380588B}" type="datetimeFigureOut">
              <a:rPr lang="en-US" smtClean="0"/>
              <a:t>7/13/2024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5D204-867C-4CC7-B295-15F9102EF0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A9120-AE54-4763-9812-197ED380588B}" type="datetimeFigureOut">
              <a:rPr lang="en-US" smtClean="0"/>
              <a:t>7/13/2024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5D204-867C-4CC7-B295-15F9102EF0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A9120-AE54-4763-9812-197ED380588B}" type="datetimeFigureOut">
              <a:rPr lang="en-US" smtClean="0"/>
              <a:t>7/13/2024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5D204-867C-4CC7-B295-15F9102EF0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A9120-AE54-4763-9812-197ED380588B}" type="datetimeFigureOut">
              <a:rPr lang="en-US" smtClean="0"/>
              <a:t>7/13/2024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5D204-867C-4CC7-B295-15F9102EF0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A9120-AE54-4763-9812-197ED380588B}" type="datetimeFigureOut">
              <a:rPr lang="en-US" smtClean="0"/>
              <a:t>7/13/2024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5D204-867C-4CC7-B295-15F9102EF0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A9120-AE54-4763-9812-197ED380588B}" type="datetimeFigureOut">
              <a:rPr lang="en-US" smtClean="0"/>
              <a:t>7/13/2024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5D204-867C-4CC7-B295-15F9102EF0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A9120-AE54-4763-9812-197ED380588B}" type="datetimeFigureOut">
              <a:rPr lang="en-US" smtClean="0"/>
              <a:t>7/13/2024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5D204-867C-4CC7-B295-15F9102EF0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9A9120-AE54-4763-9812-197ED380588B}" type="datetimeFigureOut">
              <a:rPr lang="en-US" smtClean="0"/>
              <a:t>7/13/2024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85D204-867C-4CC7-B295-15F9102EF0A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1995686"/>
            <a:ext cx="9144000" cy="857250"/>
          </a:xfrm>
        </p:spPr>
        <p:txBody>
          <a:bodyPr>
            <a:noAutofit/>
          </a:bodyPr>
          <a:lstStyle/>
          <a:p>
            <a:r>
              <a:rPr lang="zh-TW" altLang="en-US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最知心的朋友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主祢是我最知心的朋友</a:t>
            </a:r>
            <a:endParaRPr lang="en-US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主祢是我最親愛的伴侶</a:t>
            </a:r>
            <a:endParaRPr lang="en-US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我的心在天天追想著祢</a:t>
            </a:r>
            <a:endParaRPr lang="en-US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渴望見到祢的面</a:t>
            </a:r>
            <a:endParaRPr lang="en-US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43697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在我人生的每一個台階</a:t>
            </a:r>
            <a:endParaRPr lang="en-US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在我人生的每一個小站</a:t>
            </a:r>
            <a:endParaRPr lang="en-US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96940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祢的手總是在攙拉著我</a:t>
            </a:r>
            <a:endParaRPr lang="en-US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把我帶在</a:t>
            </a: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身邊</a:t>
            </a:r>
            <a:endParaRPr lang="en-US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57108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告訴我當走的路</a:t>
            </a:r>
            <a:r>
              <a:rPr lang="en-US" altLang="zh-TW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沒有滑向死亡線</a:t>
            </a:r>
            <a:endParaRPr lang="en-US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37877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愛何等的長闊深高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我心發出驚嘆</a:t>
            </a:r>
            <a:endParaRPr lang="en-US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11483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有了主還要什麼</a:t>
            </a:r>
            <a:endParaRPr lang="en-US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我心與主心相連</a:t>
            </a:r>
            <a:endParaRPr lang="en-US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75939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我已起誓要跟隨主</a:t>
            </a:r>
            <a:endParaRPr lang="en-US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永不改變</a:t>
            </a:r>
            <a:endParaRPr lang="en-US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57218475"/>
      </p:ext>
    </p:extLst>
  </p:cSld>
  <p:clrMapOvr>
    <a:masterClrMapping/>
  </p:clrMapOvr>
</p:sld>
</file>

<file path=ppt/theme/theme1.xml><?xml version="1.0" encoding="utf-8"?>
<a:theme xmlns:a="http://schemas.openxmlformats.org/drawingml/2006/main" name="chongbai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chongbai</Template>
  <TotalTime>14</TotalTime>
  <Words>135</Words>
  <Application>Microsoft Office PowerPoint</Application>
  <PresentationFormat>On-screen Show (16:9)</PresentationFormat>
  <Paragraphs>17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微軟正黑體</vt:lpstr>
      <vt:lpstr>Arial</vt:lpstr>
      <vt:lpstr>Calibri</vt:lpstr>
      <vt:lpstr>chongbai</vt:lpstr>
      <vt:lpstr>最知心的朋友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最知心的朋友</dc:title>
  <dc:creator>Windows User</dc:creator>
  <cp:lastModifiedBy>batisuoc</cp:lastModifiedBy>
  <cp:revision>3</cp:revision>
  <dcterms:created xsi:type="dcterms:W3CDTF">2019-07-27T04:51:43Z</dcterms:created>
  <dcterms:modified xsi:type="dcterms:W3CDTF">2024-07-13T13:57:40Z</dcterms:modified>
</cp:coreProperties>
</file>