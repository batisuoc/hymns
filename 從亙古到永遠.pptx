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從亙古到永遠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主啊  祢世世代代作我們的居所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祢的寶座從太初立定  亙古就有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FE99B-9BE1-3C0F-E37A-6BC2FA203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DD5451B-27A2-1893-13F3-AE3C9E354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祢以威嚴為衣  以能力束腰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世界就堅定  不得動搖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0BC1EE-1E39-6282-C293-EB0EB513BF3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22068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CC1F7-3164-395E-3279-0E192EA62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F06E67A-6CCF-FFA9-C48C-6C9428F49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主啊  祢榮耀國度在我們的中間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祢的旨意滿有智慧  必要成就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36B1EB-909A-26D0-7139-A152B16779D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54782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23407-3BD8-EA8C-B232-CFCBDF07C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816552C-5991-2B59-71BF-4E409C937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祢信實不改變  應許永不落空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掌權到萬代  不能震動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5515F-CC4A-DB94-F8DC-8DCD12DF6A3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33781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9908B-D22D-0F41-89DD-02F84DA2E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0068BCA-6683-E604-3B29-3C9907D6A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我敬拜尊崇祢聖名  將榮耀歸祢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祢永遠常存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權柄永存無極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84C9DB-8201-8536-266D-483F564614D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05161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8A92E-D97D-EDD8-69C6-88224BB74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5B89485-BD8C-9ECB-CE21-16E65DED9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唯祢是真神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是活神  是再來君王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AD2F6D-9F99-D9BC-E20E-4B76179B060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5496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2D2F0-9D19-5377-3A04-45DCD9F5C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5E21411-2659-8271-2E1C-E49954CD4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喔主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祢的國度從亙古到永遠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3E47B3-F35A-90B3-0FE2-2FD2970665E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85334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2</TotalTime>
  <Words>179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微軟正黑體</vt:lpstr>
      <vt:lpstr>微軟正黑體</vt:lpstr>
      <vt:lpstr>Arial</vt:lpstr>
      <vt:lpstr>Calibri</vt:lpstr>
      <vt:lpstr>Theme1</vt:lpstr>
      <vt:lpstr>從亙古到永遠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2</cp:revision>
  <dcterms:created xsi:type="dcterms:W3CDTF">2026-01-01T11:30:41Z</dcterms:created>
  <dcterms:modified xsi:type="dcterms:W3CDTF">2026-01-01T11:42:20Z</dcterms:modified>
</cp:coreProperties>
</file>