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1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謝謝祢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我能用什麼   報答祢恩典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世上的一切   無法換取祢的愛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1EA74-A2BE-0928-092A-1514B432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2BE07DE-726E-9DAE-DDFD-7B30AF71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白白地得來   無止盡赦免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盡在寶血和十架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DB5A1-41A9-15C3-55F5-DD1F5B7D81C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451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DF5D-80D7-A938-44B4-7FEA5248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92727D9-7A99-3602-0EDF-65769B4DE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謝謝祢   洗淨我的罪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謝謝祢   醫治我傷悲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F63FC-3C3A-C219-3DA7-3D0626E0BB0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717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9891F-DFDA-752C-6E7F-D7250BC04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2C00448-7F6E-DD5D-2CD8-2C1009642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謝謝祢   擦乾我的眼淚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挪去後悔   釋放我的纏累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1951C-3FF3-9356-62D6-437E6164B00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1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FFAA0-71EE-C9DD-CEB2-C592CE60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89F09E3-D71B-2043-9C5A-031B581F3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謝謝祢   洗淨我的罪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謝謝祢   醫治我傷悲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36DE8-0C6C-39E8-A23E-1387D545430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3195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1286-D30A-7A61-BEF4-DC60361E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2A6D378-9862-ECAA-DAC1-7FD9E045A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謝謝祢   用生命將我贖回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我是天父   永遠最愛寶貝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AA154-920F-48A9-B8D1-02BC117B3E9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031141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141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謝謝祢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2025-11-07T16:09:34Z</dcterms:created>
  <dcterms:modified xsi:type="dcterms:W3CDTF">2025-11-07T16:11:39Z</dcterms:modified>
</cp:coreProperties>
</file>