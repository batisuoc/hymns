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" y="2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27BE-7C78-453E-8D49-6C3E6F394594}" type="datetimeFigureOut">
              <a:rPr lang="zh-TW" altLang="en-US" smtClean="0"/>
              <a:pPr/>
              <a:t>2025/2/13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BFCBF-C28A-4C2F-AC63-98C876BCDF1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27BE-7C78-453E-8D49-6C3E6F394594}" type="datetimeFigureOut">
              <a:rPr lang="zh-TW" altLang="en-US" smtClean="0"/>
              <a:pPr/>
              <a:t>2025/2/13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BFCBF-C28A-4C2F-AC63-98C876BCDF1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27BE-7C78-453E-8D49-6C3E6F394594}" type="datetimeFigureOut">
              <a:rPr lang="zh-TW" altLang="en-US" smtClean="0"/>
              <a:pPr/>
              <a:t>2025/2/13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BFCBF-C28A-4C2F-AC63-98C876BCDF1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27BE-7C78-453E-8D49-6C3E6F394594}" type="datetimeFigureOut">
              <a:rPr lang="zh-TW" altLang="en-US" smtClean="0"/>
              <a:pPr/>
              <a:t>2025/2/13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BFCBF-C28A-4C2F-AC63-98C876BCDF1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27BE-7C78-453E-8D49-6C3E6F394594}" type="datetimeFigureOut">
              <a:rPr lang="zh-TW" altLang="en-US" smtClean="0"/>
              <a:pPr/>
              <a:t>2025/2/13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BFCBF-C28A-4C2F-AC63-98C876BCDF1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27BE-7C78-453E-8D49-6C3E6F394594}" type="datetimeFigureOut">
              <a:rPr lang="zh-TW" altLang="en-US" smtClean="0"/>
              <a:pPr/>
              <a:t>2025/2/13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BFCBF-C28A-4C2F-AC63-98C876BCDF1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27BE-7C78-453E-8D49-6C3E6F394594}" type="datetimeFigureOut">
              <a:rPr lang="zh-TW" altLang="en-US" smtClean="0"/>
              <a:pPr/>
              <a:t>2025/2/13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BFCBF-C28A-4C2F-AC63-98C876BCDF1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27BE-7C78-453E-8D49-6C3E6F394594}" type="datetimeFigureOut">
              <a:rPr lang="zh-TW" altLang="en-US" smtClean="0"/>
              <a:pPr/>
              <a:t>2025/2/13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BFCBF-C28A-4C2F-AC63-98C876BCDF1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27BE-7C78-453E-8D49-6C3E6F394594}" type="datetimeFigureOut">
              <a:rPr lang="zh-TW" altLang="en-US" smtClean="0"/>
              <a:pPr/>
              <a:t>2025/2/13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BFCBF-C28A-4C2F-AC63-98C876BCDF1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27BE-7C78-453E-8D49-6C3E6F394594}" type="datetimeFigureOut">
              <a:rPr lang="zh-TW" altLang="en-US" smtClean="0"/>
              <a:pPr/>
              <a:t>2025/2/13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BFCBF-C28A-4C2F-AC63-98C876BCDF1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27BE-7C78-453E-8D49-6C3E6F394594}" type="datetimeFigureOut">
              <a:rPr lang="zh-TW" altLang="en-US" smtClean="0"/>
              <a:pPr/>
              <a:t>2025/2/13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BFCBF-C28A-4C2F-AC63-98C876BCDF1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2E27BE-7C78-453E-8D49-6C3E6F394594}" type="datetimeFigureOut">
              <a:rPr lang="zh-TW" altLang="en-US" smtClean="0"/>
              <a:pPr/>
              <a:t>2025/2/13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FBFCBF-C28A-4C2F-AC63-98C876BCDF1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857513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遇見</a:t>
            </a:r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99653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當我遇見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en-US" altLang="zh-TW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使我夜間歌唱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超越一切環境  看見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的同在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37318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我的心歡喜  我的靈快樂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我全人安然居住</a:t>
            </a:r>
          </a:p>
        </p:txBody>
      </p:sp>
    </p:spTree>
    <p:extLst>
      <p:ext uri="{BB962C8B-B14F-4D97-AF65-F5344CB8AC3E}">
        <p14:creationId xmlns:p14="http://schemas.microsoft.com/office/powerpoint/2010/main" val="235650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是我至寶  我最深的喜悅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全心仰望倚靠  我便不致動搖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2043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與我同行  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愛我到底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這一生有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真好</a:t>
            </a:r>
          </a:p>
        </p:txBody>
      </p:sp>
    </p:spTree>
    <p:extLst>
      <p:ext uri="{BB962C8B-B14F-4D97-AF65-F5344CB8AC3E}">
        <p14:creationId xmlns:p14="http://schemas.microsoft.com/office/powerpoint/2010/main" val="2529367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面前有滿足的喜樂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右手中有永遠的福樂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26985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量給我的地界  坐落佳美之處 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我的產業實在美好</a:t>
            </a:r>
          </a:p>
        </p:txBody>
      </p:sp>
    </p:spTree>
    <p:extLst>
      <p:ext uri="{BB962C8B-B14F-4D97-AF65-F5344CB8AC3E}">
        <p14:creationId xmlns:p14="http://schemas.microsoft.com/office/powerpoint/2010/main" val="2785632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面前有滿足的喜樂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右手中有永遠的福樂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69619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是我的主  好處不在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以外 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遇見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  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我就遇見幸福</a:t>
            </a:r>
          </a:p>
        </p:txBody>
      </p:sp>
    </p:spTree>
    <p:extLst>
      <p:ext uri="{BB962C8B-B14F-4D97-AF65-F5344CB8AC3E}">
        <p14:creationId xmlns:p14="http://schemas.microsoft.com/office/powerpoint/2010/main" val="377867710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13</TotalTime>
  <Words>166</Words>
  <Application>Microsoft Office PowerPoint</Application>
  <PresentationFormat>Widescreen</PresentationFormat>
  <Paragraphs>17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微軟正黑體</vt:lpstr>
      <vt:lpstr>Arial</vt:lpstr>
      <vt:lpstr>Calibri</vt:lpstr>
      <vt:lpstr>佈景主題1</vt:lpstr>
      <vt:lpstr>遇見祢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遇見你</dc:title>
  <dc:creator>大唐</dc:creator>
  <cp:lastModifiedBy>batisuoc</cp:lastModifiedBy>
  <cp:revision>6</cp:revision>
  <dcterms:created xsi:type="dcterms:W3CDTF">2018-02-15T12:41:31Z</dcterms:created>
  <dcterms:modified xsi:type="dcterms:W3CDTF">2025-02-13T05:27:41Z</dcterms:modified>
</cp:coreProperties>
</file>