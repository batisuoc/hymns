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612" r:id="rId4"/>
    <p:sldId id="613" r:id="rId5"/>
    <p:sldId id="614" r:id="rId6"/>
    <p:sldId id="615" r:id="rId7"/>
    <p:sldId id="616" r:id="rId8"/>
    <p:sldId id="617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66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7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8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3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21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8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5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3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2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9DDC6-6494-4E8F-8659-90CC28A95AE0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20109-8957-451A-A013-D564B4CA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4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我願為活祭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來到祢面前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注視祢雙眼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963E-6FAB-4375-B076-EC3CFA89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25B8684-FEB1-AE9E-DCEB-BDD8D5737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為我流淚  為我心碎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了解我的傷悲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5BB76-8411-34D2-0555-3C0A4AA54C6F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9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1CEE-4B45-4244-0BA3-DB31E119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3DAF08B-0EDD-CA59-3A7B-ABF275C75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我真的不配  滿身的污穢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B0C86-D2B7-80E7-DFCC-39B3D91A6F77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736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8AB0B-09D7-6B3E-0FAB-41C19298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85DB04B-C7F9-68F1-5708-B7C58186E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祢竟給我無盡恩典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用愛把我贖回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B80F3-0793-705B-E45C-E039EF53B7E8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8765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FDA8-45D1-B8E9-0500-7726A28C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E7A51B-049A-A7FD-E743-4A4D8E838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我願為活祭  獻上全給祢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我願為活祭  獻上全給祢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91C91-C33C-DEE5-23E7-E15ACC7439CD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0411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EFED-ADB1-1775-77E0-1A8593F8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B9159CE-0A37-9E75-BF96-8122C0422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何等尊貴  何等聖潔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何等榮耀的君王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C98CD-CF50-DA7E-0588-568F91CE81D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505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122B4-FD83-9C92-A29F-A890067C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3FC8A97-664B-CAFE-6413-B9294392E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何等尊貴  何等聖潔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何等榮耀的羔羊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A8AC9-463C-5DC9-A4F3-B003CEAC618B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74797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132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我願為活祭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2025-09-05T17:17:35Z</dcterms:created>
  <dcterms:modified xsi:type="dcterms:W3CDTF">2025-09-05T17:17:56Z</dcterms:modified>
</cp:coreProperties>
</file>