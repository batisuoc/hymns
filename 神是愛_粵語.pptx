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神是愛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祂愛我比天高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祂救我為我釘十架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43D1-12C6-E137-6AB8-AC3D0FD9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AF1AE4-0DD8-2F51-63C2-B62A560D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在各各他山上把血灑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讓我知道神是愛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8B0A8-8466-6280-E834-F5381FD68B0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789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DD62C-BA09-6267-46E2-445352DD5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81B962E-1515-61F7-5EB1-BC2D2079D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祂愛我比海深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祂愛我為我犧牲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8DBDA-2389-E6E6-B4C6-C66D4FAC380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353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3456-7AC7-B4EF-F815-5174EE93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C81A48-0AAE-1B91-39ED-E537B0EEE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一生跟祂腳步不走差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讓我知道神是愛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D97A3-466C-8834-70A9-14D6F96110E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841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AEF3-7528-71B4-A372-9F565ACF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72DF2BF-8EA3-2027-266F-D62B719B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祂愛你比天海高深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神是愛  祂賜你極美新生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B620F-8BC7-8F10-5879-E081057B54F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77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D890-B5F9-DEBA-274C-C78805D6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BF5D12D-D351-0B9D-A758-8779204CE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唯盼你將身心交託祂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讓我知道神是愛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53D1C-E6A1-73F7-61C6-D5AB4E41035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1346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141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神是愛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2025-04-16T15:23:47Z</dcterms:created>
  <dcterms:modified xsi:type="dcterms:W3CDTF">2025-04-16T15:25:54Z</dcterms:modified>
</cp:coreProperties>
</file>