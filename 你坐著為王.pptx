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8" r:id="rId2"/>
    <p:sldId id="259" r:id="rId3"/>
    <p:sldId id="260" r:id="rId4"/>
    <p:sldId id="261" r:id="rId5"/>
    <p:sldId id="262" r:id="rId6"/>
  </p:sldIdLst>
  <p:sldSz cx="9144000" cy="5143500" type="screen16x9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033"/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3" d="100"/>
          <a:sy n="93" d="100"/>
        </p:scale>
        <p:origin x="282" y="84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E5DD9-FF23-4686-8700-DF224CFA5617}" type="datetimeFigureOut">
              <a:rPr lang="zh-TW" altLang="en-US" smtClean="0"/>
              <a:pPr/>
              <a:t>2026/1/16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AF999-10C6-4994-A7C6-CDFAA50B6BC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E5DD9-FF23-4686-8700-DF224CFA5617}" type="datetimeFigureOut">
              <a:rPr lang="zh-TW" altLang="en-US" smtClean="0"/>
              <a:pPr/>
              <a:t>2026/1/16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AF999-10C6-4994-A7C6-CDFAA50B6BC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E5DD9-FF23-4686-8700-DF224CFA5617}" type="datetimeFigureOut">
              <a:rPr lang="zh-TW" altLang="en-US" smtClean="0"/>
              <a:pPr/>
              <a:t>2026/1/16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AF999-10C6-4994-A7C6-CDFAA50B6BC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E5DD9-FF23-4686-8700-DF224CFA5617}" type="datetimeFigureOut">
              <a:rPr lang="zh-TW" altLang="en-US" smtClean="0"/>
              <a:pPr/>
              <a:t>2026/1/16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AF999-10C6-4994-A7C6-CDFAA50B6BC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E5DD9-FF23-4686-8700-DF224CFA5617}" type="datetimeFigureOut">
              <a:rPr lang="zh-TW" altLang="en-US" smtClean="0"/>
              <a:pPr/>
              <a:t>2026/1/16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AF999-10C6-4994-A7C6-CDFAA50B6BC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E5DD9-FF23-4686-8700-DF224CFA5617}" type="datetimeFigureOut">
              <a:rPr lang="zh-TW" altLang="en-US" smtClean="0"/>
              <a:pPr/>
              <a:t>2026/1/16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AF999-10C6-4994-A7C6-CDFAA50B6BC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E5DD9-FF23-4686-8700-DF224CFA5617}" type="datetimeFigureOut">
              <a:rPr lang="zh-TW" altLang="en-US" smtClean="0"/>
              <a:pPr/>
              <a:t>2026/1/16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AF999-10C6-4994-A7C6-CDFAA50B6BC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E5DD9-FF23-4686-8700-DF224CFA5617}" type="datetimeFigureOut">
              <a:rPr lang="zh-TW" altLang="en-US" smtClean="0"/>
              <a:pPr/>
              <a:t>2026/1/16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AF999-10C6-4994-A7C6-CDFAA50B6BC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E5DD9-FF23-4686-8700-DF224CFA5617}" type="datetimeFigureOut">
              <a:rPr lang="zh-TW" altLang="en-US" smtClean="0"/>
              <a:pPr/>
              <a:t>2026/1/16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AF999-10C6-4994-A7C6-CDFAA50B6BC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E5DD9-FF23-4686-8700-DF224CFA5617}" type="datetimeFigureOut">
              <a:rPr lang="zh-TW" altLang="en-US" smtClean="0"/>
              <a:pPr/>
              <a:t>2026/1/16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AF999-10C6-4994-A7C6-CDFAA50B6BC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E5DD9-FF23-4686-8700-DF224CFA5617}" type="datetimeFigureOut">
              <a:rPr lang="zh-TW" altLang="en-US" smtClean="0"/>
              <a:pPr/>
              <a:t>2026/1/16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AF999-10C6-4994-A7C6-CDFAA50B6BC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8E5DD9-FF23-4686-8700-DF224CFA5617}" type="datetimeFigureOut">
              <a:rPr lang="zh-TW" altLang="en-US" smtClean="0"/>
              <a:pPr/>
              <a:t>2026/1/16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5AF999-10C6-4994-A7C6-CDFAA50B6BC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067694"/>
            <a:ext cx="9144000" cy="857250"/>
          </a:xfrm>
        </p:spPr>
        <p:txBody>
          <a:bodyPr>
            <a:noAutofit/>
          </a:bodyPr>
          <a:lstStyle/>
          <a:p>
            <a:r>
              <a:rPr lang="zh-CN" altLang="en-US" sz="5400" b="1" i="1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5400" b="1" i="1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坐</a:t>
            </a:r>
            <a:r>
              <a:rPr lang="zh-TW" altLang="en-US" sz="54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著為王</a:t>
            </a:r>
          </a:p>
        </p:txBody>
      </p:sp>
    </p:spTree>
    <p:extLst>
      <p:ext uri="{BB962C8B-B14F-4D97-AF65-F5344CB8AC3E}">
        <p14:creationId xmlns:p14="http://schemas.microsoft.com/office/powerpoint/2010/main" val="16987837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主耶和華  滿有憐憫和恩典</a:t>
            </a:r>
            <a:endParaRPr lang="en-US" altLang="zh-TW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我投靠在祢翅膀蔭下</a:t>
            </a:r>
            <a:endParaRPr lang="en-US" altLang="zh-TW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3795886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sz="36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600" b="1" dirty="0">
              <a:solidFill>
                <a:srgbClr val="660033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102896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當我迴轉  一宿雖然有哭泣</a:t>
            </a:r>
            <a:endParaRPr lang="en-US" altLang="zh-TW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早晨必歡呼喜樂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795886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6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983244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祢坐著為王  到永永遠遠</a:t>
            </a:r>
          </a:p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雖洪水翻騰  我堅定仰望祢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795886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 </a:t>
            </a:r>
            <a:r>
              <a:rPr lang="en-US" sz="36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600" b="1" dirty="0">
              <a:solidFill>
                <a:srgbClr val="660033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0589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祢坐著為王  垂聽我呼求</a:t>
            </a:r>
          </a:p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使我靈甦醒  有復活的生命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795886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 </a:t>
            </a:r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6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14847952"/>
      </p:ext>
    </p:extLst>
  </p:cSld>
  <p:clrMapOvr>
    <a:masterClrMapping/>
  </p:clrMapOvr>
</p:sld>
</file>

<file path=ppt/theme/theme1.xml><?xml version="1.0" encoding="utf-8"?>
<a:theme xmlns:a="http://schemas.openxmlformats.org/drawingml/2006/main" name="佈景主題1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佈景主題11</Template>
  <TotalTime>3</TotalTime>
  <Words>101</Words>
  <Application>Microsoft Office PowerPoint</Application>
  <PresentationFormat>On-screen Show (16:9)</PresentationFormat>
  <Paragraphs>13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微軟正黑體</vt:lpstr>
      <vt:lpstr>微軟正黑體</vt:lpstr>
      <vt:lpstr>Arial</vt:lpstr>
      <vt:lpstr>Calibri</vt:lpstr>
      <vt:lpstr>佈景主題11</vt:lpstr>
      <vt:lpstr>祢坐著為王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你坐著為王</dc:title>
  <dc:creator>DAIDUONG</dc:creator>
  <cp:lastModifiedBy>Uncle Jo</cp:lastModifiedBy>
  <cp:revision>10</cp:revision>
  <dcterms:created xsi:type="dcterms:W3CDTF">2014-07-25T03:04:56Z</dcterms:created>
  <dcterms:modified xsi:type="dcterms:W3CDTF">2026-01-16T14:01:43Z</dcterms:modified>
</cp:coreProperties>
</file>