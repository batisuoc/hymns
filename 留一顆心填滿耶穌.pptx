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BEDDC-2D50-45A6-9378-C7887BCE4287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8F15C-BF35-4FA0-ADA8-BF1EC1B14B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留一顆心填滿耶穌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留一顆心填滿耶穌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將我心換祢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E93F1-37D5-A961-2043-9CDE4825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5B6321D-7493-9928-6F12-412A487B1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流浪的日子已經都過去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用信心去期待黎明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09E6B5-DCEA-BCBF-58E5-508E2BA0BCB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700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A8E11-A68C-5886-BFFC-33BA98EF4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362CEB9-740D-569B-DC60-CC4E06A49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淺嘗那林中的果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百花中的蜜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E47C9-12B6-E8B8-6A6E-75EE9164743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752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080B2-9170-B4AE-AB6B-102D9F01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9F5C916-9BC7-95D0-6A65-FD07600E7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嗯  耶和華用慈愛手所預備的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這一生我全都享盡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AD1458-F7D1-6974-06C3-15AD29704C1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27665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9E1EC-FB1A-8F33-1A4E-8DB7E2F5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327D1A1-C645-7BAF-4664-80C541DFB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祂說祂愛我依然如初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祂說祂永遠不離開我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D6FAD-2C91-CB02-50D3-287752732EE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73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62F3-C104-95BE-1415-15A34D8F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6FDEC89-21BE-59F0-DC6F-D25B67942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祂說有一天溫暖日頭不再出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祂的光永是我的路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E36A5-6670-8F36-7750-5E7094D78A6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29703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</TotalTime>
  <Words>133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佈景主題1</vt:lpstr>
      <vt:lpstr>留一顆心填滿耶穌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留一顆心填滿耶穌</dc:title>
  <dc:creator>Microsoft Windows</dc:creator>
  <cp:lastModifiedBy>Uncle Jo</cp:lastModifiedBy>
  <cp:revision>6</cp:revision>
  <dcterms:created xsi:type="dcterms:W3CDTF">2013-01-05T03:42:39Z</dcterms:created>
  <dcterms:modified xsi:type="dcterms:W3CDTF">2026-02-06T15:02:55Z</dcterms:modified>
</cp:coreProperties>
</file>