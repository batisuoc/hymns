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0" y="8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CE03C-A371-4485-BF1E-27D7131881BB}" type="datetimeFigureOut">
              <a:rPr lang="zh-TW" altLang="en-US" smtClean="0"/>
              <a:pPr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CB42F-B908-4148-90F4-30766A462E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詩篇</a:t>
            </a:r>
            <a: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23</a:t>
            </a:r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篇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耶和華是我的牧者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我必不至缺乏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祂使我躺臥青草地上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領我在可安歇的水邊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祂使我的靈魂甦醒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使我靈魂甦醒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為自己的名引導我走義路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引導我走義路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我雖然行過死蔭幽谷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也不怕遭害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因為祢與我同在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祢的杖和竿都安慰我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在我敵人面前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祢為我擺設筵席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祢用油膏了我的頭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使我福杯滿溢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我一生一世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必有恩惠慈愛隨著我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我且要住在耶和華的殿中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直到永永遠遠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25</TotalTime>
  <Words>195</Words>
  <Application>Microsoft Office PowerPoint</Application>
  <PresentationFormat>On-screen Show (16:9)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佈景主題1</vt:lpstr>
      <vt:lpstr>詩篇23篇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詩篇23篇</dc:title>
  <dc:creator>DAIDUONG</dc:creator>
  <cp:lastModifiedBy>batisuoc</cp:lastModifiedBy>
  <cp:revision>5</cp:revision>
  <dcterms:created xsi:type="dcterms:W3CDTF">2013-05-30T07:13:16Z</dcterms:created>
  <dcterms:modified xsi:type="dcterms:W3CDTF">2024-09-06T16:50:33Z</dcterms:modified>
</cp:coreProperties>
</file>