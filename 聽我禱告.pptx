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7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99E94-3030-445B-AD65-337ED5D12E46}" type="datetimeFigureOut">
              <a:rPr lang="vi-VN" smtClean="0"/>
              <a:t>20/07/2026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9F660-14F6-4EF7-A080-E1F2028B5FD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72296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99E94-3030-445B-AD65-337ED5D12E46}" type="datetimeFigureOut">
              <a:rPr lang="vi-VN" smtClean="0"/>
              <a:t>20/07/2026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9F660-14F6-4EF7-A080-E1F2028B5FD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92525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99E94-3030-445B-AD65-337ED5D12E46}" type="datetimeFigureOut">
              <a:rPr lang="vi-VN" smtClean="0"/>
              <a:t>20/07/2026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9F660-14F6-4EF7-A080-E1F2028B5FD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93204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99E94-3030-445B-AD65-337ED5D12E46}" type="datetimeFigureOut">
              <a:rPr lang="vi-VN" smtClean="0"/>
              <a:t>20/07/2026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9F660-14F6-4EF7-A080-E1F2028B5FD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56202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99E94-3030-445B-AD65-337ED5D12E46}" type="datetimeFigureOut">
              <a:rPr lang="vi-VN" smtClean="0"/>
              <a:t>20/07/2026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9F660-14F6-4EF7-A080-E1F2028B5FD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55324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99E94-3030-445B-AD65-337ED5D12E46}" type="datetimeFigureOut">
              <a:rPr lang="vi-VN" smtClean="0"/>
              <a:t>20/07/2026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9F660-14F6-4EF7-A080-E1F2028B5FD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72048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99E94-3030-445B-AD65-337ED5D12E46}" type="datetimeFigureOut">
              <a:rPr lang="vi-VN" smtClean="0"/>
              <a:t>20/07/2026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9F660-14F6-4EF7-A080-E1F2028B5FD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9237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99E94-3030-445B-AD65-337ED5D12E46}" type="datetimeFigureOut">
              <a:rPr lang="vi-VN" smtClean="0"/>
              <a:t>20/07/2026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9F660-14F6-4EF7-A080-E1F2028B5FD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25340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99E94-3030-445B-AD65-337ED5D12E46}" type="datetimeFigureOut">
              <a:rPr lang="vi-VN" smtClean="0"/>
              <a:t>20/07/2026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9F660-14F6-4EF7-A080-E1F2028B5FD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64977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99E94-3030-445B-AD65-337ED5D12E46}" type="datetimeFigureOut">
              <a:rPr lang="vi-VN" smtClean="0"/>
              <a:t>20/07/2026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9F660-14F6-4EF7-A080-E1F2028B5FD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32804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99E94-3030-445B-AD65-337ED5D12E46}" type="datetimeFigureOut">
              <a:rPr lang="vi-VN" smtClean="0"/>
              <a:t>20/07/2026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9F660-14F6-4EF7-A080-E1F2028B5FD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26636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199E94-3030-445B-AD65-337ED5D12E46}" type="datetimeFigureOut">
              <a:rPr lang="vi-VN" smtClean="0"/>
              <a:t>20/07/2026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09F660-14F6-4EF7-A080-E1F2028B5FD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4643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聽我禱告</a:t>
            </a:r>
            <a:endParaRPr lang="zh-TW" altLang="en-US" sz="72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42322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我真想知道  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如何去禱告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18758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天父上帝在何方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我願意向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傾訴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61716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我今閉雙眼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祈求神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聽見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59885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心裡面各樣事情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我願向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一一細訴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26657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我心已知道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神垂聽禱告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1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黑夜伴我到晨早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無懼怕也無苦惱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1509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我心滿歡喜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神成為我知己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01333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今後各樣事情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靠著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我一一戰勝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8113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只要奉耶穌的名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祈求必得答應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79513299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A8DE197-990E-4893-BF04-3823FBB50F9A}" vid="{430B7048-5A04-4BDB-939A-C7E865DB88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9</TotalTime>
  <Words>116</Words>
  <Application>Microsoft Office PowerPoint</Application>
  <PresentationFormat>Widescreen</PresentationFormat>
  <Paragraphs>19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微軟正黑體</vt:lpstr>
      <vt:lpstr>Arial</vt:lpstr>
      <vt:lpstr>Calibri</vt:lpstr>
      <vt:lpstr>Theme1</vt:lpstr>
      <vt:lpstr>聽我禱告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聽我禱告</dc:title>
  <dc:creator>Windows User</dc:creator>
  <cp:lastModifiedBy>Uncle Jo</cp:lastModifiedBy>
  <cp:revision>3</cp:revision>
  <dcterms:created xsi:type="dcterms:W3CDTF">2021-12-29T17:03:12Z</dcterms:created>
  <dcterms:modified xsi:type="dcterms:W3CDTF">2026-07-20T14:16:19Z</dcterms:modified>
</cp:coreProperties>
</file>