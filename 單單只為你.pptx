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482" r:id="rId4"/>
    <p:sldId id="491" r:id="rId5"/>
    <p:sldId id="483" r:id="rId6"/>
    <p:sldId id="484" r:id="rId7"/>
    <p:sldId id="485" r:id="rId8"/>
    <p:sldId id="486" r:id="rId9"/>
    <p:sldId id="487" r:id="rId10"/>
    <p:sldId id="488" r:id="rId11"/>
    <p:sldId id="489" r:id="rId12"/>
    <p:sldId id="492" r:id="rId13"/>
    <p:sldId id="490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9" autoAdjust="0"/>
    <p:restoredTop sz="94660"/>
  </p:normalViewPr>
  <p:slideViewPr>
    <p:cSldViewPr snapToGrid="0">
      <p:cViewPr varScale="1">
        <p:scale>
          <a:sx n="73" d="100"/>
          <a:sy n="73" d="100"/>
        </p:scale>
        <p:origin x="90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2264-0728-4146-BEED-CCB297D5B3C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EAA-B63B-4F39-BB9A-D7609AD9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79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2264-0728-4146-BEED-CCB297D5B3C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EAA-B63B-4F39-BB9A-D7609AD9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300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2264-0728-4146-BEED-CCB297D5B3C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EAA-B63B-4F39-BB9A-D7609AD9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601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2264-0728-4146-BEED-CCB297D5B3C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EAA-B63B-4F39-BB9A-D7609AD9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94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2264-0728-4146-BEED-CCB297D5B3C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EAA-B63B-4F39-BB9A-D7609AD9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01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2264-0728-4146-BEED-CCB297D5B3C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EAA-B63B-4F39-BB9A-D7609AD9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792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2264-0728-4146-BEED-CCB297D5B3C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EAA-B63B-4F39-BB9A-D7609AD9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56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2264-0728-4146-BEED-CCB297D5B3C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EAA-B63B-4F39-BB9A-D7609AD9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65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2264-0728-4146-BEED-CCB297D5B3C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EAA-B63B-4F39-BB9A-D7609AD9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89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2264-0728-4146-BEED-CCB297D5B3C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EAA-B63B-4F39-BB9A-D7609AD9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37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2264-0728-4146-BEED-CCB297D5B3C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0EAA-B63B-4F39-BB9A-D7609AD9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5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12264-0728-4146-BEED-CCB297D5B3C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20EAA-B63B-4F39-BB9A-D7609AD9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3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單單只為祢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  給我一個夢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敬拜的聲音如大水澎湃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高舉的雙手充滿在這地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63781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  給我一個夢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年輕的靈魂活著只為祢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30304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每個夢想只是為祢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25082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今天我選擇跟隨祢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潔淨我做聖潔的器皿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8809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面對困難  也不氣餒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因賞賜是祢  收取也是祢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3612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今天我選擇跟隨祢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只願祢榮耀充滿這地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76668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祢行大事  不可測度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每個夢想單單只為祢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7042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  給我一個夢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禱告的聲音如馨香之祭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96068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呼求耶和華的晝夜不停息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97823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  給我一個夢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執政掌權者高舉主的名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6753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萬膝跪拜回轉向祢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0616281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</TotalTime>
  <Words>231</Words>
  <Application>Microsoft Office PowerPoint</Application>
  <PresentationFormat>Widescreen</PresentationFormat>
  <Paragraphs>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JhengHei</vt:lpstr>
      <vt:lpstr>Microsoft JhengHei</vt:lpstr>
      <vt:lpstr>Arial</vt:lpstr>
      <vt:lpstr>Calibri</vt:lpstr>
      <vt:lpstr>Theme1</vt:lpstr>
      <vt:lpstr>單單只為祢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單單只為祢</dc:title>
  <dc:creator>batisuoc</dc:creator>
  <cp:lastModifiedBy>batisuoc</cp:lastModifiedBy>
  <cp:revision>2</cp:revision>
  <dcterms:created xsi:type="dcterms:W3CDTF">2024-03-16T04:29:45Z</dcterms:created>
  <dcterms:modified xsi:type="dcterms:W3CDTF">2024-09-13T18:30:57Z</dcterms:modified>
</cp:coreProperties>
</file>