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4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D2C6C-F116-448E-A79A-9A454AEBD3FD}" type="datetimeFigureOut">
              <a:rPr lang="zh-TW" altLang="en-US" smtClean="0"/>
              <a:t>2025/7/19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B776F-EA79-4EAF-935F-02F7C3AB483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尊貴全能神</a:t>
            </a:r>
          </a:p>
        </p:txBody>
      </p:sp>
    </p:spTree>
    <p:extLst>
      <p:ext uri="{BB962C8B-B14F-4D97-AF65-F5344CB8AC3E}">
        <p14:creationId xmlns:p14="http://schemas.microsoft.com/office/powerpoint/2010/main" val="156923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全能真神祢掌權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祢的慈愛永遠長存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00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萬民都來尊崇祢聖名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0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世上萬有屬於祢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祢的慈愛永遠長存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8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榮耀的名直存到永遠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65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尊貴全能神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天地萬有都會滅沒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副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歌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000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唯有祢永遠不改變</a:t>
            </a:r>
            <a:endParaRPr lang="zh-TW" altLang="en-US" sz="5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890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聖潔全能神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無一人能與祢相比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79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所有榮耀都歸於祢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014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宣告祢國度降臨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祢旨意成全這地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橋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445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興起祢所選子民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高舉祢榮耀的名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橋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825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8E804-C062-BD0E-1FA9-DBDE1998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D31B0EF-4F9F-2607-7996-7D6985490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我的救贖　我的幫助</a:t>
            </a:r>
            <a:endParaRPr lang="en-US" altLang="zh-CN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endParaRPr lang="zh-TW" altLang="en-US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D095D-C870-074C-3B69-FFB0064F238E}"/>
              </a:ext>
            </a:extLst>
          </p:cNvPr>
          <p:cNvSpPr txBox="1"/>
          <p:nvPr/>
        </p:nvSpPr>
        <p:spPr>
          <a:xfrm>
            <a:off x="0" y="379588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結尾 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  <a:cs typeface="Microsoft Himalaya" panose="01010100010101010101" pitchFamily="2" charset="0"/>
              </a:rPr>
              <a:t>)</a:t>
            </a:r>
            <a:endParaRPr lang="vi-VN" sz="36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414504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11</TotalTime>
  <Words>185</Words>
  <Application>Microsoft Office PowerPoint</Application>
  <PresentationFormat>On-screen Show (16:9)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Microsoft JhengHei</vt:lpstr>
      <vt:lpstr>Microsoft JhengHei</vt:lpstr>
      <vt:lpstr>Arial</vt:lpstr>
      <vt:lpstr>Calibri</vt:lpstr>
      <vt:lpstr>佈景主題1</vt:lpstr>
      <vt:lpstr>尊貴全能神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尊貴全能神 </dc:title>
  <dc:creator>大唐</dc:creator>
  <cp:lastModifiedBy>batisuoc</cp:lastModifiedBy>
  <cp:revision>4</cp:revision>
  <dcterms:created xsi:type="dcterms:W3CDTF">2018-02-10T03:36:50Z</dcterms:created>
  <dcterms:modified xsi:type="dcterms:W3CDTF">2025-07-19T06:31:10Z</dcterms:modified>
</cp:coreProperties>
</file>