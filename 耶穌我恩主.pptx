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374" y="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7282-3862-45AD-8CA0-6240484C2ACC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A029B-94C6-415B-B8E4-CB61606E41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耶穌我恩主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主啊祢是神  遠勝一切別神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萬有的主宰  是我生命源頭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本居於</a:t>
            </a:r>
            <a:r>
              <a:rPr lang="zh-TW" altLang="en-US" sz="4800" b="1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高</a:t>
            </a:r>
            <a:r>
              <a:rPr lang="zh-TW" altLang="en-US" sz="4800" b="1" smtClean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處  卻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降生這世上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與世人分享真愛與真理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4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95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皆因主厚愛  今天充滿我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扭轉醜與惡  明亮我心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982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極力地讚美  耶穌我恩主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一生也精彩  只因有祢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082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主啊祢聖名  配得稱讚頌揚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是我生命力量</a:t>
            </a:r>
            <a:r>
              <a:rPr lang="en-US" altLang="zh-TW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是我的保障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296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盡管翻風雨  我的心也安穩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祢是浮生的方向與指引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511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皆因主厚愛  今天充滿我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扭轉醜與惡  明亮我心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5033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極力地讚美  耶穌我恩主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一生也精彩  只因有祢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2715969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17</TotalTime>
  <Words>203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Microsoft JhengHei</vt:lpstr>
      <vt:lpstr>Microsoft JhengHei</vt:lpstr>
      <vt:lpstr>新細明體</vt:lpstr>
      <vt:lpstr>Arial</vt:lpstr>
      <vt:lpstr>Calibri</vt:lpstr>
      <vt:lpstr>Church Theme</vt:lpstr>
      <vt:lpstr>耶穌我恩主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耶穌我恩主</dc:title>
  <dc:creator>大唐</dc:creator>
  <cp:lastModifiedBy>Joe Cheng</cp:lastModifiedBy>
  <cp:revision>5</cp:revision>
  <dcterms:created xsi:type="dcterms:W3CDTF">2016-12-23T03:22:40Z</dcterms:created>
  <dcterms:modified xsi:type="dcterms:W3CDTF">2026-08-01T04:00:38Z</dcterms:modified>
</cp:coreProperties>
</file>