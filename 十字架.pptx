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23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008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287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244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568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1685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989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681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389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356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686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DD9EC-85A1-494C-B392-9A5C95C3E599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AFFFD-B86F-4048-8323-608EA148AF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1222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十字架</a:t>
            </a:r>
          </a:p>
        </p:txBody>
      </p:sp>
    </p:spTree>
    <p:extLst>
      <p:ext uri="{BB962C8B-B14F-4D97-AF65-F5344CB8AC3E}">
        <p14:creationId xmlns:p14="http://schemas.microsoft.com/office/powerpoint/2010/main" val="9246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耶穌背負十架  為我擔當過犯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毫無保留為我捨命在十架上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844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祢受鞭傷  我得醫治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祢受刑罰  我得自由釋放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4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  十字架  耶穌以愛覆蓋我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  十字架  祢寶血為我流下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584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  十字架  我得救贖的記號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  十字架  是我永遠的榮耀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726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  十字架  永是我的榮耀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我眾罪都洗清潔  唯靠耶穌寶血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4267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Bonus</a:t>
            </a:r>
            <a:r>
              <a:rPr lang="en-US" sz="4267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854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141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十字架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十字架</dc:title>
  <dc:creator>Windows User</dc:creator>
  <cp:lastModifiedBy>batisuoc</cp:lastModifiedBy>
  <cp:revision>2</cp:revision>
  <dcterms:created xsi:type="dcterms:W3CDTF">2022-06-29T17:08:51Z</dcterms:created>
  <dcterms:modified xsi:type="dcterms:W3CDTF">2025-05-31T01:32:15Z</dcterms:modified>
</cp:coreProperties>
</file>