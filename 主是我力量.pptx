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095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682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641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3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124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967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21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6267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460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963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596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7BC26-CD71-4144-9EA3-A3A0297D4D7C}" type="datetimeFigureOut">
              <a:rPr lang="zh-TW" altLang="en-US" smtClean="0"/>
              <a:t>2024/11/23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B86B2-AB42-456E-9B6A-15F4E64999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0627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主是我力量</a:t>
            </a:r>
          </a:p>
        </p:txBody>
      </p:sp>
    </p:spTree>
    <p:extLst>
      <p:ext uri="{BB962C8B-B14F-4D97-AF65-F5344CB8AC3E}">
        <p14:creationId xmlns:p14="http://schemas.microsoft.com/office/powerpoint/2010/main" val="34653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主是我力量   我力量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主是患難中力量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F54008-07D3-2C66-EC57-F4F5056DADD4}"/>
              </a:ext>
            </a:extLst>
          </p:cNvPr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553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主是我幫助   我幫助</a:t>
            </a:r>
          </a:p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主是隨時的幫助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80D097-68E1-DB69-E44B-94E750504CEB}"/>
              </a:ext>
            </a:extLst>
          </p:cNvPr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7660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主是避難所   我避難所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主是堅固避難所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E869E3-CF22-0C34-DB08-264AD3392590}"/>
              </a:ext>
            </a:extLst>
          </p:cNvPr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326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主是我力量   我幫助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唯主是避難所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0EBE08-413E-BD17-8449-848974823875}"/>
              </a:ext>
            </a:extLst>
          </p:cNvPr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641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大地雖會改變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高山雖會動搖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CC520B-3401-B658-5BA6-BA64C6543FF8}"/>
              </a:ext>
            </a:extLst>
          </p:cNvPr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005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大海翻騰   大浪戰抖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但我們卻不害怕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307ADA-3677-021B-E6D2-22C23C684769}"/>
              </a:ext>
            </a:extLst>
          </p:cNvPr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9240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喂哦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~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喂哦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~</a:t>
            </a:r>
          </a:p>
          <a:p>
            <a:pPr lvl="0" algn="ctr" fontAlgn="base">
              <a:spcAft>
                <a:spcPct val="0"/>
              </a:spcAft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喂哦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~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 喂哦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~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B3F1B6-3CCA-8EEB-207C-EFD4A58A0E79}"/>
              </a:ext>
            </a:extLst>
          </p:cNvPr>
          <p:cNvSpPr txBox="1"/>
          <p:nvPr/>
        </p:nvSpPr>
        <p:spPr>
          <a:xfrm>
            <a:off x="0" y="52292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888433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132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主是我力量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主是我力量</dc:title>
  <dc:creator>DAIDUONG</dc:creator>
  <cp:lastModifiedBy>batisuoc</cp:lastModifiedBy>
  <cp:revision>3</cp:revision>
  <dcterms:created xsi:type="dcterms:W3CDTF">2014-03-16T00:19:22Z</dcterms:created>
  <dcterms:modified xsi:type="dcterms:W3CDTF">2024-11-23T10:58:19Z</dcterms:modified>
</cp:coreProperties>
</file>