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1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4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4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1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7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8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6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0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2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7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5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44C4D-1513-4773-8AEC-8ACB970CCCC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658AD-C200-4581-B836-CD41E0881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7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孝敬父母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主的小孩孝敬父母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這是上主的吩咐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我的肉身出自父母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我的生活他照顧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72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孝敬父母孝敬父母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這是上主的吩咐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52405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49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微軟正黑體</vt:lpstr>
      <vt:lpstr>Arial</vt:lpstr>
      <vt:lpstr>Calibri</vt:lpstr>
      <vt:lpstr>Theme1</vt:lpstr>
      <vt:lpstr>孝敬父母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2024-06-26T11:43:26Z</dcterms:created>
  <dcterms:modified xsi:type="dcterms:W3CDTF">2024-06-26T11:47:08Z</dcterms:modified>
</cp:coreProperties>
</file>