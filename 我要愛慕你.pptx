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我要愛慕祢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 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我要愛慕祢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我要愛慕祢  傾倒我的生命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34AEE-89C3-3DB8-A5BB-D6C9C604A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92AF73D-4998-A562-6AA8-D2BA653F1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祢是  我唯一所求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讓我心單單渴慕祢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9681AE-2C89-5E39-7543-239D0634F3E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67080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31E2B-3F09-E143-146A-4C32E6FEB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432939E-E49E-7D27-3EA8-C92E987CB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我心滿溢 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我心滿溢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對祢的愛和思念無止盡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9011DF-1711-8509-C8F3-97CB40B642A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2107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FAB8E-305E-F63D-BE3B-31A5FBDC8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0FC0B05-CEC1-024D-84F5-4C8DCCC18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讓我走向祢的身旁貼近祢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主啊  我渴慕尋求祢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F0A026-4FB5-B9F0-505A-E48EE05FE5D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4873912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2</TotalTime>
  <Words>91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Theme1</vt:lpstr>
      <vt:lpstr>我要愛慕祢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2025-07-05T14:46:59Z</dcterms:created>
  <dcterms:modified xsi:type="dcterms:W3CDTF">2025-07-05T14:49:21Z</dcterms:modified>
</cp:coreProperties>
</file>