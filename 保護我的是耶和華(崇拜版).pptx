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594" r:id="rId2"/>
    <p:sldId id="595" r:id="rId3"/>
    <p:sldId id="596" r:id="rId4"/>
    <p:sldId id="597" r:id="rId5"/>
    <p:sldId id="598" r:id="rId6"/>
    <p:sldId id="599" r:id="rId7"/>
    <p:sldId id="600" r:id="rId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108" y="93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AAFA0-02EC-4CF3-91C6-0AFCFA8ADF69}" type="datetimeFigureOut">
              <a:rPr lang="zh-TW" altLang="en-US" smtClean="0"/>
              <a:t>2024/9/6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4668B-7C25-4D72-9F27-F5644ED2E05B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AAFA0-02EC-4CF3-91C6-0AFCFA8ADF69}" type="datetimeFigureOut">
              <a:rPr lang="zh-TW" altLang="en-US" smtClean="0"/>
              <a:t>2024/9/6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4668B-7C25-4D72-9F27-F5644ED2E05B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AAFA0-02EC-4CF3-91C6-0AFCFA8ADF69}" type="datetimeFigureOut">
              <a:rPr lang="zh-TW" altLang="en-US" smtClean="0"/>
              <a:t>2024/9/6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4668B-7C25-4D72-9F27-F5644ED2E05B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AAFA0-02EC-4CF3-91C6-0AFCFA8ADF69}" type="datetimeFigureOut">
              <a:rPr lang="zh-TW" altLang="en-US" smtClean="0"/>
              <a:t>2024/9/6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4668B-7C25-4D72-9F27-F5644ED2E05B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AAFA0-02EC-4CF3-91C6-0AFCFA8ADF69}" type="datetimeFigureOut">
              <a:rPr lang="zh-TW" altLang="en-US" smtClean="0"/>
              <a:t>2024/9/6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4668B-7C25-4D72-9F27-F5644ED2E05B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AAFA0-02EC-4CF3-91C6-0AFCFA8ADF69}" type="datetimeFigureOut">
              <a:rPr lang="zh-TW" altLang="en-US" smtClean="0"/>
              <a:t>2024/9/6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4668B-7C25-4D72-9F27-F5644ED2E05B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AAFA0-02EC-4CF3-91C6-0AFCFA8ADF69}" type="datetimeFigureOut">
              <a:rPr lang="zh-TW" altLang="en-US" smtClean="0"/>
              <a:t>2024/9/6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4668B-7C25-4D72-9F27-F5644ED2E05B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AAFA0-02EC-4CF3-91C6-0AFCFA8ADF69}" type="datetimeFigureOut">
              <a:rPr lang="zh-TW" altLang="en-US" smtClean="0"/>
              <a:t>2024/9/6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4668B-7C25-4D72-9F27-F5644ED2E05B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AAFA0-02EC-4CF3-91C6-0AFCFA8ADF69}" type="datetimeFigureOut">
              <a:rPr lang="zh-TW" altLang="en-US" smtClean="0"/>
              <a:t>2024/9/6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4668B-7C25-4D72-9F27-F5644ED2E05B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AAFA0-02EC-4CF3-91C6-0AFCFA8ADF69}" type="datetimeFigureOut">
              <a:rPr lang="zh-TW" altLang="en-US" smtClean="0"/>
              <a:t>2024/9/6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4668B-7C25-4D72-9F27-F5644ED2E05B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AAFA0-02EC-4CF3-91C6-0AFCFA8ADF69}" type="datetimeFigureOut">
              <a:rPr lang="zh-TW" altLang="en-US" smtClean="0"/>
              <a:t>2024/9/6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4668B-7C25-4D72-9F27-F5644ED2E05B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FAAFA0-02EC-4CF3-91C6-0AFCFA8ADF69}" type="datetimeFigureOut">
              <a:rPr lang="zh-TW" altLang="en-US" smtClean="0"/>
              <a:t>2024/9/6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54668B-7C25-4D72-9F27-F5644ED2E05B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保護我的是耶和華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 fontAlgn="base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保護我的是耶和華</a:t>
            </a:r>
          </a:p>
          <a:p>
            <a:pPr algn="ctr" fontAlgn="base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耶和華在我的右邊陰蔽我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 fontAlgn="base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白天太陽不能傷我</a:t>
            </a:r>
          </a:p>
          <a:p>
            <a:pPr algn="ctr" fontAlgn="base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夜里月亮也不能害我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62533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 fontAlgn="base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保護我的是耶和華</a:t>
            </a:r>
          </a:p>
          <a:p>
            <a:pPr algn="ctr" fontAlgn="base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耶和華在我的右邊陰蔽我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335555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 fontAlgn="base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白天太陽不能傷我</a:t>
            </a:r>
          </a:p>
          <a:p>
            <a:pPr algn="ctr" fontAlgn="base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夜里月亮也不能害我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364863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 fontAlgn="base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衪會保護我脫離一切災害</a:t>
            </a:r>
          </a:p>
          <a:p>
            <a:pPr algn="ctr" fontAlgn="base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衪會保護我腳步堅定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503927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 fontAlgn="base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衪會保護我時時刻刻保護我</a:t>
            </a:r>
          </a:p>
          <a:p>
            <a:pPr algn="ctr" fontAlgn="base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我出我入從現在到永遠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43439803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4</TotalTime>
  <Words>146</Words>
  <Application>Microsoft Office PowerPoint</Application>
  <PresentationFormat>Widescreen</PresentationFormat>
  <Paragraphs>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微軟正黑體</vt:lpstr>
      <vt:lpstr>微軟正黑體</vt:lpstr>
      <vt:lpstr>Arial</vt:lpstr>
      <vt:lpstr>Calibri</vt:lpstr>
      <vt:lpstr>佈景主題1</vt:lpstr>
      <vt:lpstr>保護我的是耶和華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保護我的是耶和華</dc:title>
  <dc:creator>大唐</dc:creator>
  <cp:lastModifiedBy>batisuoc</cp:lastModifiedBy>
  <cp:revision>3</cp:revision>
  <dcterms:created xsi:type="dcterms:W3CDTF">2018-09-15T03:48:37Z</dcterms:created>
  <dcterms:modified xsi:type="dcterms:W3CDTF">2024-09-06T16:32:00Z</dcterms:modified>
</cp:coreProperties>
</file>