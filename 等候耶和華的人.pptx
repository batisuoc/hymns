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98" r:id="rId11"/>
    <p:sldId id="399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等候耶和華的人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若等候耶和華的人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就是最幸福的人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A8D24-50F0-E8F2-9F51-51B59F0D6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BDB5BBE-0AA7-5160-EBEC-D54109948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每天跟隨著主腳步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不會後悔變改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70E45-39AD-76B8-4C2A-7A83751A4F3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7689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16CEF-304A-52A6-62D0-037258A42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BBBC3F2-1AFC-862C-F36F-2A4B7CF44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若等候耶和華的人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衪賜人平安的生命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CF30E-6F7C-A9BF-055F-6FE53FC3639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1638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A0936-50ED-DEA6-6C8B-6168F203E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894D6FA-5AFC-B702-7E22-FC4541CD5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痛苦眼淚都要離開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因衪是我最愛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A1968-C5E1-204A-761A-F2B56C711E6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8482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0C8ED-8FBF-2CD0-6DEB-4F12A4FDF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F49C230-6016-1763-D811-E5CEDFFBE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我知道衪掌管未來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不要擔心主已安排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77CE14-2A0D-EBAE-7E52-AE34D7D9F83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5478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9EDF2-D03E-C63B-AC64-BD22D329B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1BA0A59-513A-7D3A-286D-F1E6B128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漫長的旅程衪陪我走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衪抱著我一起渡過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72FCAD-3AF9-36A8-1F6B-2361233B16D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8018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2FD22-373C-E03C-5A9B-D6C699C83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5343021-4541-F2E2-167A-9B69ABD11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我這一生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有衪存在的每個日子裡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6D495-6646-D0E6-B5C1-5A987C73658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316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6F04C-7D57-E484-C6D6-3FE87301C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980F7D6-5CE8-EFC2-CF3F-8C638A768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賜我有豐盛的生命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永不更改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唯有衪是我的最愛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54A931-0C84-AAB4-DD04-554D36EBAC8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49981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0103C-A289-7744-4FBE-F5DCFAFF1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9E3DA6F-375A-30D7-1FA3-4385F196E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等候的人要有信心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必看得到那天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D4523-8D38-62BF-3A8E-3B20B9FC680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3450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3A696-473B-5574-E2E2-7D5FDC274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2B3C25B-6C98-8123-BA05-B866A8592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衪必給我們 榮耀衪的一天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D4F72-BFDE-92CC-93FF-28DFCB058A0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936886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3</TotalTime>
  <Words>198</Words>
  <Application>Microsoft Office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JhengHei</vt:lpstr>
      <vt:lpstr>Microsoft JhengHei</vt:lpstr>
      <vt:lpstr>Arial</vt:lpstr>
      <vt:lpstr>Calibri</vt:lpstr>
      <vt:lpstr>Theme1</vt:lpstr>
      <vt:lpstr>等候耶和華的人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2</cp:revision>
  <dcterms:created xsi:type="dcterms:W3CDTF">2026-02-14T07:09:00Z</dcterms:created>
  <dcterms:modified xsi:type="dcterms:W3CDTF">2026-02-14T07:12:36Z</dcterms:modified>
</cp:coreProperties>
</file>