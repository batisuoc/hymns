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020" y="5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959E-6A41-412C-8C82-2C072CF95BF2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01D50-FEB6-49E9-9ADA-41C3AE42E53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959E-6A41-412C-8C82-2C072CF95BF2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01D50-FEB6-49E9-9ADA-41C3AE42E53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959E-6A41-412C-8C82-2C072CF95BF2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01D50-FEB6-49E9-9ADA-41C3AE42E53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959E-6A41-412C-8C82-2C072CF95BF2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01D50-FEB6-49E9-9ADA-41C3AE42E53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959E-6A41-412C-8C82-2C072CF95BF2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01D50-FEB6-49E9-9ADA-41C3AE42E53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959E-6A41-412C-8C82-2C072CF95BF2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01D50-FEB6-49E9-9ADA-41C3AE42E53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959E-6A41-412C-8C82-2C072CF95BF2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01D50-FEB6-49E9-9ADA-41C3AE42E53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959E-6A41-412C-8C82-2C072CF95BF2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01D50-FEB6-49E9-9ADA-41C3AE42E53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959E-6A41-412C-8C82-2C072CF95BF2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01D50-FEB6-49E9-9ADA-41C3AE42E53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959E-6A41-412C-8C82-2C072CF95BF2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01D50-FEB6-49E9-9ADA-41C3AE42E53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959E-6A41-412C-8C82-2C072CF95BF2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01D50-FEB6-49E9-9ADA-41C3AE42E53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A959E-6A41-412C-8C82-2C072CF95BF2}" type="datetimeFigureOut">
              <a:rPr lang="zh-TW" altLang="en-US" smtClean="0"/>
              <a:pPr/>
              <a:t>2024/11/2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01D50-FEB6-49E9-9ADA-41C3AE42E53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我的心</a:t>
            </a:r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你要稱頌耶和華</a:t>
            </a:r>
          </a:p>
        </p:txBody>
      </p:sp>
    </p:spTree>
    <p:extLst>
      <p:ext uri="{BB962C8B-B14F-4D97-AF65-F5344CB8AC3E}">
        <p14:creationId xmlns:p14="http://schemas.microsoft.com/office/powerpoint/2010/main" val="215861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我的心你要稱頌耶和華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不可忘記祂的恩惠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7814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祂赦免你一切過犯罪孽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醫治你疾病復原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667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我的心你要稱頌耶和華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不可忘記祂的恩惠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8170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祂以仁愛慈悲為你冠冕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為受屈的人伸冤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1338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天離地有何等的高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祂的慈愛也何等的深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8360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東離西有多麼的遠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祂使我的過犯也離我多遠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2342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耶和華有憐憫的愛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且有豐盛無盡的恩典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6397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從亙古直到永遠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耶和華祂是我的神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9698568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9</TotalTime>
  <Words>181</Words>
  <Application>Microsoft Office PowerPoint</Application>
  <PresentationFormat>On-screen Show (16:9)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佈景主題1</vt:lpstr>
      <vt:lpstr>我的心，你要稱頌耶和華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我的心你要稱頌耶和華</dc:title>
  <dc:creator>大唐</dc:creator>
  <cp:lastModifiedBy>Joe Cheng</cp:lastModifiedBy>
  <cp:revision>8</cp:revision>
  <dcterms:created xsi:type="dcterms:W3CDTF">2018-07-21T05:15:10Z</dcterms:created>
  <dcterms:modified xsi:type="dcterms:W3CDTF">2024-11-02T04:11:40Z</dcterms:modified>
</cp:coreProperties>
</file>