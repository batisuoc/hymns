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43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00F3B-0D4B-4DD1-8434-B97D62E52651}" type="datetimeFigureOut">
              <a:rPr lang="zh-TW" altLang="en-US" smtClean="0"/>
              <a:t>2025/9/6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A3EE-264D-440B-BE73-E9DB2E06D56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00F3B-0D4B-4DD1-8434-B97D62E52651}" type="datetimeFigureOut">
              <a:rPr lang="zh-TW" altLang="en-US" smtClean="0"/>
              <a:t>2025/9/6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A3EE-264D-440B-BE73-E9DB2E06D56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00F3B-0D4B-4DD1-8434-B97D62E52651}" type="datetimeFigureOut">
              <a:rPr lang="zh-TW" altLang="en-US" smtClean="0"/>
              <a:t>2025/9/6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A3EE-264D-440B-BE73-E9DB2E06D56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00F3B-0D4B-4DD1-8434-B97D62E52651}" type="datetimeFigureOut">
              <a:rPr lang="zh-TW" altLang="en-US" smtClean="0"/>
              <a:t>2025/9/6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A3EE-264D-440B-BE73-E9DB2E06D56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00F3B-0D4B-4DD1-8434-B97D62E52651}" type="datetimeFigureOut">
              <a:rPr lang="zh-TW" altLang="en-US" smtClean="0"/>
              <a:t>2025/9/6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A3EE-264D-440B-BE73-E9DB2E06D56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00F3B-0D4B-4DD1-8434-B97D62E52651}" type="datetimeFigureOut">
              <a:rPr lang="zh-TW" altLang="en-US" smtClean="0"/>
              <a:t>2025/9/6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A3EE-264D-440B-BE73-E9DB2E06D56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00F3B-0D4B-4DD1-8434-B97D62E52651}" type="datetimeFigureOut">
              <a:rPr lang="zh-TW" altLang="en-US" smtClean="0"/>
              <a:t>2025/9/6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A3EE-264D-440B-BE73-E9DB2E06D56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00F3B-0D4B-4DD1-8434-B97D62E52651}" type="datetimeFigureOut">
              <a:rPr lang="zh-TW" altLang="en-US" smtClean="0"/>
              <a:t>2025/9/6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A3EE-264D-440B-BE73-E9DB2E06D56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00F3B-0D4B-4DD1-8434-B97D62E52651}" type="datetimeFigureOut">
              <a:rPr lang="zh-TW" altLang="en-US" smtClean="0"/>
              <a:t>2025/9/6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A3EE-264D-440B-BE73-E9DB2E06D56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00F3B-0D4B-4DD1-8434-B97D62E52651}" type="datetimeFigureOut">
              <a:rPr lang="zh-TW" altLang="en-US" smtClean="0"/>
              <a:t>2025/9/6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A3EE-264D-440B-BE73-E9DB2E06D56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00F3B-0D4B-4DD1-8434-B97D62E52651}" type="datetimeFigureOut">
              <a:rPr lang="zh-TW" altLang="en-US" smtClean="0"/>
              <a:t>2025/9/6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59A3EE-264D-440B-BE73-E9DB2E06D56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00F3B-0D4B-4DD1-8434-B97D62E52651}" type="datetimeFigureOut">
              <a:rPr lang="zh-TW" altLang="en-US" smtClean="0"/>
              <a:t>2025/9/6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59A3EE-264D-440B-BE73-E9DB2E06D56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輕輕聽</a:t>
            </a:r>
          </a:p>
        </p:txBody>
      </p:sp>
    </p:spTree>
    <p:extLst>
      <p:ext uri="{BB962C8B-B14F-4D97-AF65-F5344CB8AC3E}">
        <p14:creationId xmlns:p14="http://schemas.microsoft.com/office/powerpoint/2010/main" val="3171093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輕輕聽  我要輕輕聽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我要側耳聽我主聲音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98372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輕輕聽  祂在輕輕聽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我的牧人認得我聲音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0024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是大牧者  生命的主宰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我一生只聽隨主聲音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歌</a:t>
            </a:r>
            <a:r>
              <a:rPr lang="en-US" sz="4800" b="1" dirty="0">
                <a:solidFill>
                  <a:srgbClr val="660033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8493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是大牧者  生命的主宰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我的牧人認得我聲音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29200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8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8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5607373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18</TotalTime>
  <Words>91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佈景主題11</vt:lpstr>
      <vt:lpstr>輕輕聽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輕輕聽</dc:title>
  <dc:creator>User</dc:creator>
  <cp:lastModifiedBy>batisuoc</cp:lastModifiedBy>
  <cp:revision>5</cp:revision>
  <dcterms:created xsi:type="dcterms:W3CDTF">2017-08-12T12:29:24Z</dcterms:created>
  <dcterms:modified xsi:type="dcterms:W3CDTF">2025-09-05T17:09:36Z</dcterms:modified>
</cp:coreProperties>
</file>