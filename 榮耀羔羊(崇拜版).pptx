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54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70316-DA59-4230-870A-7339C58AD930}" type="datetimeFigureOut">
              <a:rPr lang="zh-TW" altLang="en-US" smtClean="0"/>
              <a:pPr/>
              <a:t>2024/6/1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26669-48F7-4C17-AFFA-C92FEA32E3A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70316-DA59-4230-870A-7339C58AD930}" type="datetimeFigureOut">
              <a:rPr lang="zh-TW" altLang="en-US" smtClean="0"/>
              <a:pPr/>
              <a:t>2024/6/1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26669-48F7-4C17-AFFA-C92FEA32E3A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70316-DA59-4230-870A-7339C58AD930}" type="datetimeFigureOut">
              <a:rPr lang="zh-TW" altLang="en-US" smtClean="0"/>
              <a:pPr/>
              <a:t>2024/6/1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26669-48F7-4C17-AFFA-C92FEA32E3A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70316-DA59-4230-870A-7339C58AD930}" type="datetimeFigureOut">
              <a:rPr lang="zh-TW" altLang="en-US" smtClean="0"/>
              <a:pPr/>
              <a:t>2024/6/1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26669-48F7-4C17-AFFA-C92FEA32E3A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70316-DA59-4230-870A-7339C58AD930}" type="datetimeFigureOut">
              <a:rPr lang="zh-TW" altLang="en-US" smtClean="0"/>
              <a:pPr/>
              <a:t>2024/6/1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26669-48F7-4C17-AFFA-C92FEA32E3A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70316-DA59-4230-870A-7339C58AD930}" type="datetimeFigureOut">
              <a:rPr lang="zh-TW" altLang="en-US" smtClean="0"/>
              <a:pPr/>
              <a:t>2024/6/1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26669-48F7-4C17-AFFA-C92FEA32E3A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70316-DA59-4230-870A-7339C58AD930}" type="datetimeFigureOut">
              <a:rPr lang="zh-TW" altLang="en-US" smtClean="0"/>
              <a:pPr/>
              <a:t>2024/6/1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26669-48F7-4C17-AFFA-C92FEA32E3A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70316-DA59-4230-870A-7339C58AD930}" type="datetimeFigureOut">
              <a:rPr lang="zh-TW" altLang="en-US" smtClean="0"/>
              <a:pPr/>
              <a:t>2024/6/1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26669-48F7-4C17-AFFA-C92FEA32E3A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70316-DA59-4230-870A-7339C58AD930}" type="datetimeFigureOut">
              <a:rPr lang="zh-TW" altLang="en-US" smtClean="0"/>
              <a:pPr/>
              <a:t>2024/6/1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26669-48F7-4C17-AFFA-C92FEA32E3A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70316-DA59-4230-870A-7339C58AD930}" type="datetimeFigureOut">
              <a:rPr lang="zh-TW" altLang="en-US" smtClean="0"/>
              <a:pPr/>
              <a:t>2024/6/1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26669-48F7-4C17-AFFA-C92FEA32E3A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70316-DA59-4230-870A-7339C58AD930}" type="datetimeFigureOut">
              <a:rPr lang="zh-TW" altLang="en-US" smtClean="0"/>
              <a:pPr/>
              <a:t>2024/6/1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26669-48F7-4C17-AFFA-C92FEA32E3A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70316-DA59-4230-870A-7339C58AD930}" type="datetimeFigureOut">
              <a:rPr lang="zh-TW" altLang="en-US" smtClean="0"/>
              <a:pPr/>
              <a:t>2024/6/1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826669-48F7-4C17-AFFA-C92FEA32E3A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857513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榮耀羔羊</a:t>
            </a:r>
          </a:p>
        </p:txBody>
      </p:sp>
    </p:spTree>
    <p:extLst>
      <p:ext uri="{BB962C8B-B14F-4D97-AF65-F5344CB8AC3E}">
        <p14:creationId xmlns:p14="http://schemas.microsoft.com/office/powerpoint/2010/main" val="4082169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榮耀啊  榮耀羔羊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配得一切讚美  尊崇敬拜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292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25061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榮耀啊  榮耀羔羊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至聖至潔榮光  充滿全地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292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49216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萬物俯伏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跪拜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萬口宣揚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昔在今在永在全能主宰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292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1301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頌讚  能力  愛戴歸寶座羔羊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全地唱  全地唱哈利路亞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292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0588951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佈景主題11</Template>
  <TotalTime>4</TotalTime>
  <Words>95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微軟正黑體</vt:lpstr>
      <vt:lpstr>微軟正黑體</vt:lpstr>
      <vt:lpstr>Arial</vt:lpstr>
      <vt:lpstr>Calibri</vt:lpstr>
      <vt:lpstr>佈景主題11</vt:lpstr>
      <vt:lpstr>榮耀羔羊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榮耀羔羊</dc:title>
  <dc:creator>User</dc:creator>
  <cp:lastModifiedBy>batisuoc</cp:lastModifiedBy>
  <cp:revision>7</cp:revision>
  <dcterms:created xsi:type="dcterms:W3CDTF">2017-07-16T00:00:30Z</dcterms:created>
  <dcterms:modified xsi:type="dcterms:W3CDTF">2024-06-01T06:27:54Z</dcterms:modified>
</cp:coreProperties>
</file>