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391" r:id="rId2"/>
    <p:sldId id="392" r:id="rId3"/>
    <p:sldId id="393" r:id="rId4"/>
    <p:sldId id="394" r:id="rId5"/>
  </p:sldIdLst>
  <p:sldSz cx="12192000" cy="6858000"/>
  <p:notesSz cx="6858000" cy="9144000"/>
  <p:defaultTextStyle>
    <a:defPPr>
      <a:defRPr lang="vi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039" autoAdjust="0"/>
    <p:restoredTop sz="94660"/>
  </p:normalViewPr>
  <p:slideViewPr>
    <p:cSldViewPr snapToGrid="0">
      <p:cViewPr varScale="1">
        <p:scale>
          <a:sx n="61" d="100"/>
          <a:sy n="61" d="100"/>
        </p:scale>
        <p:origin x="72" y="5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zh-TW"/>
              <a:t>Click to edit Master subtitle style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7/13/2025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96132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7/13/2025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83370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5333" b="1" cap="all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1pPr>
            <a:lvl2pPr marL="609585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7/13/2025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97948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7/13/2025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08968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72" y="1535113"/>
            <a:ext cx="5389033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72" y="2174875"/>
            <a:ext cx="5389033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7/13/2025</a:t>
            </a:fld>
            <a:endParaRPr 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22214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7/13/2025</a:t>
            </a:fld>
            <a:endParaRPr 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83776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7/13/2025</a:t>
            </a:fld>
            <a:endParaRPr 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07197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3" y="273049"/>
            <a:ext cx="4011084" cy="1162051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3" y="1435103"/>
            <a:ext cx="4011084" cy="46910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7/13/2025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32552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717" y="4800601"/>
            <a:ext cx="7315200" cy="566739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zh-TW"/>
              <a:t>Click icon to add picture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367339"/>
            <a:ext cx="7315200" cy="8048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7/13/2025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48367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7/13/2025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54180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7/13/2025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96249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609600" y="274637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488704-7058-4526-95CD-2A163221AB6F}" type="datetimeFigureOut">
              <a:rPr lang="en-US" smtClean="0"/>
              <a:t>7/13/2025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58211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1219170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0" hangingPunct="1">
        <a:spcBef>
          <a:spcPct val="20000"/>
        </a:spcBef>
        <a:buFont typeface="Arial" panose="02080604020202020204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20F3D7-EDDF-CE30-9060-314A88E373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>
            <a:extLst>
              <a:ext uri="{FF2B5EF4-FFF2-40B4-BE49-F238E27FC236}">
                <a16:creationId xmlns:a16="http://schemas.microsoft.com/office/drawing/2014/main" id="{CD6A41DD-B5E6-D530-EC0F-85726817D1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660915"/>
            <a:ext cx="12192000" cy="1143000"/>
          </a:xfrm>
        </p:spPr>
        <p:txBody>
          <a:bodyPr>
            <a:noAutofit/>
          </a:bodyPr>
          <a:lstStyle/>
          <a:p>
            <a:r>
              <a:rPr lang="zh-TW" altLang="en-US" sz="7200" b="1" i="1" dirty="0">
                <a:solidFill>
                  <a:srgbClr val="00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我們在靈裡合一</a:t>
            </a:r>
          </a:p>
        </p:txBody>
      </p:sp>
    </p:spTree>
    <p:extLst>
      <p:ext uri="{BB962C8B-B14F-4D97-AF65-F5344CB8AC3E}">
        <p14:creationId xmlns:p14="http://schemas.microsoft.com/office/powerpoint/2010/main" val="3884923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9F6A04-361B-D03C-72FC-83746A3861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EE77592B-EE8B-614D-4160-CDFC7BCE80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我們在靈裡合一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CN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在主裡合為一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A175DD0-F211-14DE-420F-4A50F79B6BD2}"/>
              </a:ext>
            </a:extLst>
          </p:cNvPr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２次</a:t>
            </a:r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8850750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ED38F6-430B-1CD9-B1E7-7645896EB3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F1D2650C-CAB3-FB01-AA62-2B743F9C1D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CN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我們求一日世上一切</a:t>
            </a:r>
            <a:endParaRPr lang="en-US" altLang="zh-CN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CN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都能夠合一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5763154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14151A-D9EF-FCF6-1DE0-99A08878CA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F2079F17-71E2-C5EB-69C7-8971303BF7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CN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世人認識基督徒因著愛</a:t>
            </a:r>
            <a:endParaRPr lang="en-US" altLang="zh-CN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CN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因著愛  世人認識基督徒因著愛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750648334"/>
      </p:ext>
    </p:extLst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中文詩歌儲存" id="{E0DF756C-B689-4A49-A343-6050050733AA}" vid="{979C1A4B-FDC7-484D-A782-7FA72675E23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中文詩歌儲存</Template>
  <TotalTime>2</TotalTime>
  <Words>61</Words>
  <Application>Microsoft Office PowerPoint</Application>
  <PresentationFormat>Widescreen</PresentationFormat>
  <Paragraphs>8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Microsoft JhengHei</vt:lpstr>
      <vt:lpstr>Microsoft JhengHei</vt:lpstr>
      <vt:lpstr>Arial</vt:lpstr>
      <vt:lpstr>Calibri</vt:lpstr>
      <vt:lpstr>Theme1</vt:lpstr>
      <vt:lpstr>我們在靈裡合一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batisuoc</dc:creator>
  <cp:lastModifiedBy>batisuoc</cp:lastModifiedBy>
  <cp:revision>1</cp:revision>
  <dcterms:created xsi:type="dcterms:W3CDTF">2025-07-12T17:10:34Z</dcterms:created>
  <dcterms:modified xsi:type="dcterms:W3CDTF">2025-07-12T17:13:20Z</dcterms:modified>
</cp:coreProperties>
</file>