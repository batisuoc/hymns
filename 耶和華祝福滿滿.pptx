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72" d="100"/>
          <a:sy n="72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880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0865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0997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037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198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015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164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2720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973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1178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171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B2A7A-7F65-47EC-8A58-D22006E8A9BC}" type="datetimeFigureOut">
              <a:rPr lang="vi-VN" smtClean="0"/>
              <a:t>14/02/2026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97844-C2D4-4B40-ADC9-5692BEE4E47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592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耶和華祝福滿滿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124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田中的白鷺絲  無欠缺什麼</a:t>
            </a:r>
            <a:endParaRPr lang="vi-V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山頂的百合花  春天現香味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7721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總是全能的上帝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每日賞賜真福氣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792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使地上發芽  結實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顯出慈愛的根據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498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耶和華祝福滿滿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親像海邊土沙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恩典慈愛直到萬世代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490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我要舉手敬拜祂  唱出歡喜的歌聲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讚美稱頌祂名永不息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668658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6908C52-260F-4FDD-A980-8B112851BF7C}" vid="{78246D61-936A-4A99-9F34-B301E70F02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39</TotalTime>
  <Words>122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Theme1</vt:lpstr>
      <vt:lpstr>耶和華祝福滿滿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耶和華祝福滿滿</dc:title>
  <dc:creator>Windows User</dc:creator>
  <cp:lastModifiedBy>Uncle Jo</cp:lastModifiedBy>
  <cp:revision>6</cp:revision>
  <dcterms:created xsi:type="dcterms:W3CDTF">2022-09-03T07:54:05Z</dcterms:created>
  <dcterms:modified xsi:type="dcterms:W3CDTF">2026-02-14T06:49:54Z</dcterms:modified>
</cp:coreProperties>
</file>