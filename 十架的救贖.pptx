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1" r:id="rId2"/>
    <p:sldId id="262" r:id="rId3"/>
    <p:sldId id="263" r:id="rId4"/>
    <p:sldId id="270" r:id="rId5"/>
    <p:sldId id="264" r:id="rId6"/>
    <p:sldId id="265" r:id="rId7"/>
    <p:sldId id="271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586" y="3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58AF-2504-4605-AB4E-9AE290A8B557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D880-F706-4CB6-8C83-09FB57D1E8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6423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58AF-2504-4605-AB4E-9AE290A8B557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D880-F706-4CB6-8C83-09FB57D1E8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8531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58AF-2504-4605-AB4E-9AE290A8B557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D880-F706-4CB6-8C83-09FB57D1E8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522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58AF-2504-4605-AB4E-9AE290A8B557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D880-F706-4CB6-8C83-09FB57D1E8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6738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58AF-2504-4605-AB4E-9AE290A8B557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D880-F706-4CB6-8C83-09FB57D1E8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7443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58AF-2504-4605-AB4E-9AE290A8B557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D880-F706-4CB6-8C83-09FB57D1E8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7083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58AF-2504-4605-AB4E-9AE290A8B557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D880-F706-4CB6-8C83-09FB57D1E8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3783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58AF-2504-4605-AB4E-9AE290A8B557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D880-F706-4CB6-8C83-09FB57D1E8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8313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3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 smtClean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58AF-2504-4605-AB4E-9AE290A8B557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D880-F706-4CB6-8C83-09FB57D1E8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5754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58AF-2504-4605-AB4E-9AE290A8B557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D880-F706-4CB6-8C83-09FB57D1E8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0501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58AF-2504-4605-AB4E-9AE290A8B557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D880-F706-4CB6-8C83-09FB57D1E8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6403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558AF-2504-4605-AB4E-9AE290A8B557}" type="datetimeFigureOut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6D880-F706-4CB6-8C83-09FB57D1E8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030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十架的救贖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22950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主耶穌為我們忍受了痛苦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却沒有一句怨言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76114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還為我們受鞭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傷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使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我們得了醫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治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7852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受刑罰使我們得平安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85877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主耶穌為我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們  受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了兵丁的羞辱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却求父赦免他們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08854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還為我們受戲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弄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還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受同釘人譏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笑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59061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為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我們成為代罪的羔羊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1882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主耶穌  主耶穌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各各他的路是祢血所鋪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04111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這條路長又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長  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背負我們重擔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祢仍一步一步往前掙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33121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主耶穌  主耶穌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各各他的路是祢血所鋪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94505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這條路長又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長  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走完了人生路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祢在十架上完成了救贖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0507702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24D0CB3-8EA6-4A1B-A2B3-C8AF54CED1ED}" vid="{99F5462B-3621-4A0E-85FE-64977290B83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12</TotalTime>
  <Words>208</Words>
  <Application>Microsoft Office PowerPoint</Application>
  <PresentationFormat>Widescreen</PresentationFormat>
  <Paragraphs>29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Microsoft JhengHei</vt:lpstr>
      <vt:lpstr>Microsoft JhengHei</vt:lpstr>
      <vt:lpstr>新細明體</vt:lpstr>
      <vt:lpstr>Arial</vt:lpstr>
      <vt:lpstr>Calibri</vt:lpstr>
      <vt:lpstr>Theme1</vt:lpstr>
      <vt:lpstr>十架的救贖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十架的救贖</dc:title>
  <dc:creator>DAIDUONG</dc:creator>
  <cp:lastModifiedBy>Joe Cheng</cp:lastModifiedBy>
  <cp:revision>5</cp:revision>
  <dcterms:created xsi:type="dcterms:W3CDTF">2014-04-10T09:15:20Z</dcterms:created>
  <dcterms:modified xsi:type="dcterms:W3CDTF">2026-03-21T09:09:42Z</dcterms:modified>
</cp:coreProperties>
</file>