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606" r:id="rId4"/>
    <p:sldId id="607" r:id="rId5"/>
    <p:sldId id="608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6941B-1175-4900-AE4D-E6B982A07A3F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0EEBE-8E22-4519-BEDF-6C17092CC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主的愛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主的愛高過山深似海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我要歡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喜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讚美祂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主的愛高過山深似海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我要跳舞讚美祂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395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看不見  摸不著  測不透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但我還是稱頌祂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906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稱頌主的大慈愛  到永遠不改變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稱頌主的大慈愛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到永遠不改變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2558924"/>
      </p:ext>
    </p:extLst>
  </p:cSld>
  <p:clrMapOvr>
    <a:masterClrMapping/>
  </p:clrMapOvr>
</p:sld>
</file>

<file path=ppt/theme/theme1.xml><?xml version="1.0" encoding="utf-8"?>
<a:theme xmlns:a="http://schemas.openxmlformats.org/drawingml/2006/main" name="chongb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chongbai</Template>
  <TotalTime>5</TotalTime>
  <Words>93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chongbai</vt:lpstr>
      <vt:lpstr>主的愛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主的愛</dc:title>
  <dc:creator>Admin</dc:creator>
  <cp:lastModifiedBy>batisuoc</cp:lastModifiedBy>
  <cp:revision>6</cp:revision>
  <dcterms:created xsi:type="dcterms:W3CDTF">2013-02-28T12:49:49Z</dcterms:created>
  <dcterms:modified xsi:type="dcterms:W3CDTF">2024-07-27T06:04:12Z</dcterms:modified>
</cp:coreProperties>
</file>