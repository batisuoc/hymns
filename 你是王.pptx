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59" r:id="rId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C1DF9-CE24-4975-BF9D-C60A005B3778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765DC-9029-4E97-BA3D-F422E962E0D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143135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是王</a:t>
            </a:r>
          </a:p>
        </p:txBody>
      </p:sp>
    </p:spTree>
    <p:extLst>
      <p:ext uri="{BB962C8B-B14F-4D97-AF65-F5344CB8AC3E}">
        <p14:creationId xmlns:p14="http://schemas.microsoft.com/office/powerpoint/2010/main" val="74853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極偉大  萬有都歸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主宰一切  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是王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541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尊貴主  我景仰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屈膝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前  讓我頌讚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790709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31</TotalTime>
  <Words>35</Words>
  <Application>Microsoft Office PowerPoint</Application>
  <PresentationFormat>On-screen Show (16:9)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微軟正黑體</vt:lpstr>
      <vt:lpstr>Arial</vt:lpstr>
      <vt:lpstr>Calibri</vt:lpstr>
      <vt:lpstr>佈景主題11</vt:lpstr>
      <vt:lpstr>祢是王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你是王</dc:title>
  <dc:creator>Microsoft Windows</dc:creator>
  <cp:lastModifiedBy>batisuoc</cp:lastModifiedBy>
  <cp:revision>9</cp:revision>
  <dcterms:created xsi:type="dcterms:W3CDTF">2013-01-21T08:51:11Z</dcterms:created>
  <dcterms:modified xsi:type="dcterms:W3CDTF">2025-09-20T08:30:17Z</dcterms:modified>
</cp:coreProperties>
</file>