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876428"/>
          </a:xfrm>
        </p:spPr>
        <p:txBody>
          <a:bodyPr anchor="b"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57628"/>
            <a:ext cx="6400800" cy="17532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3854150"/>
            <a:ext cx="7772400" cy="186085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2356428"/>
            <a:ext cx="7772400" cy="150120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l">
              <a:buNone/>
              <a:defRPr sz="1800">
                <a:solidFill>
                  <a:schemeClr val="tx2"/>
                </a:solidFill>
              </a:defRPr>
            </a:lvl2pPr>
            <a:lvl3pPr marL="914400" indent="0" algn="l">
              <a:buNone/>
              <a:defRPr sz="1600">
                <a:solidFill>
                  <a:schemeClr val="tx2"/>
                </a:solidFill>
              </a:defRPr>
            </a:lvl3pPr>
            <a:lvl4pPr marL="1371600" indent="0" algn="l">
              <a:buNone/>
              <a:defRPr sz="1400">
                <a:solidFill>
                  <a:schemeClr val="tx2"/>
                </a:solidFill>
              </a:defRPr>
            </a:lvl4pPr>
            <a:lvl5pPr marL="1828800" indent="0" algn="l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6258" y="381000"/>
            <a:ext cx="2667000" cy="1833554"/>
          </a:xfr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52800" y="380999"/>
            <a:ext cx="5410200" cy="57451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26258" y="2214554"/>
            <a:ext cx="2667000" cy="39121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1580474" y="553734"/>
            <a:ext cx="7349244" cy="4741531"/>
            <a:chOff x="428596" y="553734"/>
            <a:chExt cx="7349244" cy="4741531"/>
          </a:xfrm>
        </p:grpSpPr>
        <p:sp>
          <p:nvSpPr>
            <p:cNvPr id="16" name="矩形 15"/>
            <p:cNvSpPr/>
            <p:nvPr userDrawn="1"/>
          </p:nvSpPr>
          <p:spPr>
            <a:xfrm rot="21480000">
              <a:off x="428596" y="580356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7" name="矩形 16"/>
            <p:cNvSpPr/>
            <p:nvPr userDrawn="1"/>
          </p:nvSpPr>
          <p:spPr>
            <a:xfrm rot="21540000">
              <a:off x="437473" y="571479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437481" y="553734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</p:grp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651912" y="612776"/>
            <a:ext cx="7215238" cy="4602175"/>
          </a:xfrm>
          <a:solidFill>
            <a:schemeClr val="bg2">
              <a:tint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/>
              <a:t>按一下圖示以新增圖片</a:t>
            </a:r>
            <a:endParaRPr kumimoji="0" lang="en-US"/>
          </a:p>
        </p:txBody>
      </p:sp>
      <p:sp useBgFill="1"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595295"/>
            <a:ext cx="1357290" cy="5691227"/>
          </a:xfrm>
          <a:noFill/>
        </p:spPr>
        <p:txBody>
          <a:bodyPr vert="eaVert" anchor="ctr">
            <a:noAutofit/>
          </a:bodyPr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14480" y="5481658"/>
            <a:ext cx="7215238" cy="804862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286644" y="274640"/>
            <a:ext cx="1400156" cy="5851525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829444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878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B2DE9-D998-46EE-A7F6-2451886AED5C}" type="datetimeFigureOut">
              <a:rPr lang="zh-TW" altLang="en-US" smtClean="0"/>
              <a:pPr/>
              <a:t>2026/7/20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483997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992644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DE0A0-6D11-4CE9-84D9-7FC0A8AC71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90000"/>
        <a:buFont typeface="Cambria"/>
        <a:buChar char="+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90000"/>
        <a:buFont typeface="Calibri"/>
        <a:buChar char="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=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耶穌的愛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dirty="0"/>
              <a:t>耶穌基督降在世間上</a:t>
            </a:r>
          </a:p>
          <a:p>
            <a:pPr algn="ctr">
              <a:buNone/>
            </a:pPr>
            <a:r>
              <a:rPr lang="zh-TW" altLang="en-US" sz="5400" dirty="0"/>
              <a:t>為挽救一切眾生</a:t>
            </a:r>
          </a:p>
          <a:p>
            <a:pPr algn="ctr">
              <a:buNone/>
            </a:pPr>
            <a:r>
              <a:rPr lang="zh-TW" altLang="en-US" sz="5400" dirty="0"/>
              <a:t>而祂甘心獻奉上生命</a:t>
            </a:r>
          </a:p>
          <a:p>
            <a:pPr algn="ctr">
              <a:buNone/>
            </a:pPr>
            <a:r>
              <a:rPr lang="zh-TW" altLang="en-US" sz="5400" dirty="0"/>
              <a:t>流熱血將我罪來潔淨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耶穌的愛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dirty="0"/>
              <a:t>為世人作犧牲</a:t>
            </a:r>
          </a:p>
          <a:p>
            <a:pPr algn="ctr">
              <a:buNone/>
            </a:pPr>
            <a:r>
              <a:rPr lang="zh-TW" altLang="en-US" sz="5400" dirty="0"/>
              <a:t>為世人傳真義</a:t>
            </a:r>
          </a:p>
          <a:p>
            <a:pPr algn="ctr">
              <a:buNone/>
            </a:pPr>
            <a:r>
              <a:rPr lang="zh-TW" altLang="en-US" sz="5400" dirty="0"/>
              <a:t>偉大耶穌基督祢</a:t>
            </a:r>
          </a:p>
          <a:p>
            <a:pPr algn="ctr">
              <a:buNone/>
            </a:pPr>
            <a:r>
              <a:rPr lang="zh-TW" altLang="en-US" sz="5400" dirty="0"/>
              <a:t>捱盡痛苦在寶架上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耶穌的愛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dirty="0"/>
              <a:t>人的一生充滿百千罪</a:t>
            </a:r>
          </a:p>
          <a:p>
            <a:pPr algn="ctr">
              <a:buNone/>
            </a:pPr>
            <a:r>
              <a:rPr lang="zh-TW" altLang="en-US" sz="5400" dirty="0"/>
              <a:t>沒法去解困脫掙</a:t>
            </a:r>
          </a:p>
          <a:p>
            <a:pPr algn="ctr">
              <a:buNone/>
            </a:pPr>
            <a:r>
              <a:rPr lang="zh-TW" altLang="en-US" sz="5400" dirty="0"/>
              <a:t>求祂開恩救贖我心靈</a:t>
            </a:r>
          </a:p>
          <a:p>
            <a:pPr algn="ctr">
              <a:buNone/>
            </a:pPr>
            <a:r>
              <a:rPr lang="zh-TW" altLang="en-US" sz="5400" dirty="0"/>
              <a:t>循導</a:t>
            </a:r>
            <a:r>
              <a:rPr lang="zh-TW" altLang="en-US" sz="5400"/>
              <a:t>我堅定</a:t>
            </a:r>
            <a:r>
              <a:rPr lang="zh-TW" altLang="en-US" sz="5400" dirty="0"/>
              <a:t>再更生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耶穌的愛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5400" dirty="0"/>
              <a:t>願聖靈降我心</a:t>
            </a:r>
          </a:p>
          <a:p>
            <a:pPr algn="ctr">
              <a:buNone/>
            </a:pPr>
            <a:r>
              <a:rPr lang="zh-TW" altLang="en-US" sz="5400" dirty="0"/>
              <a:t>讓我脫離愁厄運</a:t>
            </a:r>
          </a:p>
          <a:p>
            <a:pPr algn="ctr">
              <a:buNone/>
            </a:pPr>
            <a:r>
              <a:rPr lang="zh-TW" altLang="en-US" sz="5400" dirty="0"/>
              <a:t>信從耶穌</a:t>
            </a:r>
            <a:r>
              <a:rPr lang="zh-TW" altLang="en-US" sz="5400"/>
              <a:t>基督祢</a:t>
            </a:r>
            <a:endParaRPr lang="zh-TW" altLang="en-US" sz="5400" dirty="0"/>
          </a:p>
          <a:p>
            <a:pPr algn="ctr">
              <a:buNone/>
            </a:pPr>
            <a:r>
              <a:rPr lang="zh-TW" altLang="en-US" sz="5400" dirty="0"/>
              <a:t>尋覓那生命永恆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行雲流水">
  <a:themeElements>
    <a:clrScheme name="行雲流水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行雲流水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行雲流水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Calligraphy</Template>
  <TotalTime>1</TotalTime>
  <Words>137</Words>
  <Application>Microsoft Office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Wingdings 2</vt:lpstr>
      <vt:lpstr>行雲流水</vt:lpstr>
      <vt:lpstr>耶穌的愛</vt:lpstr>
      <vt:lpstr>耶穌的愛</vt:lpstr>
      <vt:lpstr>耶穌的愛</vt:lpstr>
      <vt:lpstr>耶穌的愛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耶穌的愛</dc:title>
  <dc:creator>DAIDUONG</dc:creator>
  <cp:lastModifiedBy>Uncle Jo</cp:lastModifiedBy>
  <cp:revision>3</cp:revision>
  <dcterms:created xsi:type="dcterms:W3CDTF">2013-05-18T12:31:39Z</dcterms:created>
  <dcterms:modified xsi:type="dcterms:W3CDTF">2026-07-20T15:28:06Z</dcterms:modified>
</cp:coreProperties>
</file>