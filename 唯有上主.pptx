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53" r:id="rId2"/>
    <p:sldId id="390" r:id="rId3"/>
    <p:sldId id="391" r:id="rId4"/>
    <p:sldId id="392" r:id="rId5"/>
    <p:sldId id="393" r:id="rId6"/>
    <p:sldId id="394" r:id="rId7"/>
    <p:sldId id="395" r:id="rId8"/>
    <p:sldId id="396" r:id="rId9"/>
    <p:sldId id="397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0" y="5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EF05D-83F4-4C1B-9BDD-86D5A694E837}" type="datetimeFigureOut">
              <a:rPr lang="zh-TW" altLang="en-US" smtClean="0"/>
              <a:t>2025/7/12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F1E0D-6811-46C7-BD81-C644F06FE9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8245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EF05D-83F4-4C1B-9BDD-86D5A694E837}" type="datetimeFigureOut">
              <a:rPr lang="zh-TW" altLang="en-US" smtClean="0"/>
              <a:t>2025/7/12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F1E0D-6811-46C7-BD81-C644F06FE9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4005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EF05D-83F4-4C1B-9BDD-86D5A694E837}" type="datetimeFigureOut">
              <a:rPr lang="zh-TW" altLang="en-US" smtClean="0"/>
              <a:t>2025/7/12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F1E0D-6811-46C7-BD81-C644F06FE9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3299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EF05D-83F4-4C1B-9BDD-86D5A694E837}" type="datetimeFigureOut">
              <a:rPr lang="zh-TW" altLang="en-US" smtClean="0"/>
              <a:t>2025/7/12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F1E0D-6811-46C7-BD81-C644F06FE9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594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EF05D-83F4-4C1B-9BDD-86D5A694E837}" type="datetimeFigureOut">
              <a:rPr lang="zh-TW" altLang="en-US" smtClean="0"/>
              <a:t>2025/7/12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F1E0D-6811-46C7-BD81-C644F06FE9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9435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EF05D-83F4-4C1B-9BDD-86D5A694E837}" type="datetimeFigureOut">
              <a:rPr lang="zh-TW" altLang="en-US" smtClean="0"/>
              <a:t>2025/7/12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F1E0D-6811-46C7-BD81-C644F06FE9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5103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EF05D-83F4-4C1B-9BDD-86D5A694E837}" type="datetimeFigureOut">
              <a:rPr lang="zh-TW" altLang="en-US" smtClean="0"/>
              <a:t>2025/7/12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F1E0D-6811-46C7-BD81-C644F06FE9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0322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EF05D-83F4-4C1B-9BDD-86D5A694E837}" type="datetimeFigureOut">
              <a:rPr lang="zh-TW" altLang="en-US" smtClean="0"/>
              <a:t>2025/7/12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F1E0D-6811-46C7-BD81-C644F06FE9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1108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3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EF05D-83F4-4C1B-9BDD-86D5A694E837}" type="datetimeFigureOut">
              <a:rPr lang="zh-TW" altLang="en-US" smtClean="0"/>
              <a:t>2025/7/12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F1E0D-6811-46C7-BD81-C644F06FE9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3160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EF05D-83F4-4C1B-9BDD-86D5A694E837}" type="datetimeFigureOut">
              <a:rPr lang="zh-TW" altLang="en-US" smtClean="0"/>
              <a:t>2025/7/12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F1E0D-6811-46C7-BD81-C644F06FE9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493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EF05D-83F4-4C1B-9BDD-86D5A694E837}" type="datetimeFigureOut">
              <a:rPr lang="zh-TW" altLang="en-US" smtClean="0"/>
              <a:t>2025/7/12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F1E0D-6811-46C7-BD81-C644F06FE9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9662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EF05D-83F4-4C1B-9BDD-86D5A694E837}" type="datetimeFigureOut">
              <a:rPr lang="zh-TW" altLang="en-US" smtClean="0"/>
              <a:t>2025/7/12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F1E0D-6811-46C7-BD81-C644F06FE9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8319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唯有上主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遙望天邊  驚訝莫名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神秘萬有  其妙創造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1 / 4</a:t>
            </a:r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797AA-DB01-C08D-A066-8CAAE41FF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CF5BBBF-3A99-D787-BDA8-B82A8D1A0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唯有上主  精深的構思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福降萬民  無言頌讚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11D1D8-A5B4-A280-E37E-028C22AF64C9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1 / 4</a:t>
            </a:r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45740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66F98-AB29-BF27-43EC-C1CA04D24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8B7C719-7573-29A4-77D5-FA4288C18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人算什麼  主竟顧念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懸掛十架  為我犧牲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6B4008-EA79-15C2-5706-C6F167F79767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2 / 4</a:t>
            </a:r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95245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4FFAB-2C1D-6E64-F453-C8D1FF93D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91D5DDD-0561-FF9A-75E9-19974BED8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唯有上主  不息的慈愛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恩典無窮  銘記感激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EA8814-898A-649F-01D2-2CA1827E73C5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2 / 4</a:t>
            </a:r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03558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C3450-EEE3-745D-A1EC-1FB5F8B6B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E930545-8DCA-F618-A675-76800C725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環顧四周  失喪靈魂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沉醉夢裡  未感驚慌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2F574C-A4A8-A8FC-D713-DD44D759F9BD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3 / 4</a:t>
            </a:r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90189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28F64-D344-61F4-47CF-268BF8A6A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20CBE78-48F9-0C10-5231-27CD826DC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唯有上主  不休的期待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差遣聖徒  傳揚達愛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67B2A4-CF18-E159-9A51-CF896637A529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3 / 4</a:t>
            </a:r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23339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91BAD-3465-F68A-C56D-538BC5023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2368021-C3C0-4C9B-0FC1-80E4DCCA0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容我這生  擔起使命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行過萬里  為主忠心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8F3CBC-3FA1-F92D-8D65-8DED4DE37CCC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4 / 4</a:t>
            </a:r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13903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ADC94-A536-3874-6D47-EB3F83E83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8F4DD60-8392-7328-D1B7-274042685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唯有上主  天天牽我手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一生順從  完全奉獻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06CC40-58A9-CD8C-097F-9D5FBD3479B7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4 / 4</a:t>
            </a:r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2161993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8</TotalTime>
  <Words>176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微軟正黑體</vt:lpstr>
      <vt:lpstr>Arial</vt:lpstr>
      <vt:lpstr>Calibri</vt:lpstr>
      <vt:lpstr>Theme1</vt:lpstr>
      <vt:lpstr>唯有上主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唯有上主</dc:title>
  <dc:creator>DAIDUONG</dc:creator>
  <cp:lastModifiedBy>batisuoc</cp:lastModifiedBy>
  <cp:revision>2</cp:revision>
  <dcterms:created xsi:type="dcterms:W3CDTF">2013-08-31T11:48:11Z</dcterms:created>
  <dcterms:modified xsi:type="dcterms:W3CDTF">2025-07-12T16:57:39Z</dcterms:modified>
</cp:coreProperties>
</file>