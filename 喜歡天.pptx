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909" r:id="rId2"/>
    <p:sldId id="910" r:id="rId3"/>
    <p:sldId id="911" r:id="rId4"/>
    <p:sldId id="912" r:id="rId5"/>
    <p:sldId id="913" r:id="rId6"/>
    <p:sldId id="914" r:id="rId7"/>
    <p:sldId id="915" r:id="rId8"/>
    <p:sldId id="916" r:id="rId9"/>
    <p:sldId id="917" r:id="rId10"/>
    <p:sldId id="918" r:id="rId11"/>
    <p:sldId id="919" r:id="rId12"/>
    <p:sldId id="920" r:id="rId13"/>
    <p:sldId id="921" r:id="rId14"/>
    <p:sldId id="922" r:id="rId15"/>
    <p:sldId id="923" r:id="rId16"/>
    <p:sldId id="924" r:id="rId17"/>
    <p:sldId id="925" r:id="rId1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9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4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54031-61D3-C7E2-2F28-C44AA47C7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81F12A1-EA5D-F6A9-1CD6-1D94AED3F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喜歡天</a:t>
            </a:r>
            <a:endParaRPr lang="zh-TW" altLang="en-US" sz="7200" b="1" i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4236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0F02D-0E5C-ABE0-5732-90EE41A2D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0CACF22-4BEA-8721-22EF-3ECCE805D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 eaLnBrk="1" hangingPunct="1">
              <a:buFontTx/>
              <a:buNone/>
            </a:pPr>
            <a:r>
              <a:rPr lang="zh-TW" altLang="en-US" sz="6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喜歡天  讚不斷  </a:t>
            </a:r>
            <a:endParaRPr lang="en-US" altLang="zh-TW" sz="6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 eaLnBrk="1" hangingPunct="1">
              <a:buFontTx/>
              <a:buNone/>
            </a:pPr>
            <a:r>
              <a:rPr lang="zh-TW" altLang="en-US" sz="6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心中歡欣樂倍添</a:t>
            </a:r>
            <a:endParaRPr lang="en-US" altLang="zh-TW" sz="6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05B4B2-C8C6-A234-96F0-8B8A5D336B28}"/>
              </a:ext>
            </a:extLst>
          </p:cNvPr>
          <p:cNvSpPr txBox="1"/>
          <p:nvPr/>
        </p:nvSpPr>
        <p:spPr>
          <a:xfrm>
            <a:off x="0" y="506118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( 1 / 4 )</a:t>
            </a:r>
            <a:endParaRPr lang="vi-VN" sz="3200" b="1" dirty="0">
              <a:solidFill>
                <a:srgbClr val="C00000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66632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22A95-2A9B-1F31-6B86-8268A6B2E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85A646B-AFB5-F45C-2E1F-9CC6A9DB6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 eaLnBrk="1" hangingPunct="1">
              <a:buFontTx/>
              <a:buNone/>
            </a:pPr>
            <a:r>
              <a:rPr lang="zh-TW" altLang="en-US" sz="6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我主為我施恩典</a:t>
            </a:r>
            <a:endParaRPr lang="en-US" altLang="zh-TW" sz="6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 eaLnBrk="1" hangingPunct="1">
              <a:buFontTx/>
              <a:buNone/>
            </a:pPr>
            <a:r>
              <a:rPr lang="zh-TW" altLang="en-US" sz="6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令我此刻勝從前</a:t>
            </a:r>
            <a:endParaRPr lang="en-US" altLang="zh-TW" sz="6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938927-C8F1-09C0-D4FF-1AA97078DE75}"/>
              </a:ext>
            </a:extLst>
          </p:cNvPr>
          <p:cNvSpPr txBox="1"/>
          <p:nvPr/>
        </p:nvSpPr>
        <p:spPr>
          <a:xfrm>
            <a:off x="0" y="506118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( 1 / 4 )</a:t>
            </a:r>
            <a:endParaRPr lang="vi-VN" sz="3200" b="1" dirty="0">
              <a:solidFill>
                <a:srgbClr val="C00000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7361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7921C-8182-8B02-4449-9629D5DAE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7A1E110-EA55-1843-9544-562CFB7F6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 eaLnBrk="1" hangingPunct="1">
              <a:buFontTx/>
              <a:buNone/>
            </a:pPr>
            <a:r>
              <a:rPr lang="zh-TW" altLang="en-US" sz="6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只求有飽暖</a:t>
            </a:r>
            <a:endParaRPr lang="en-US" altLang="zh-TW" sz="6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 eaLnBrk="1" hangingPunct="1">
              <a:buFontTx/>
              <a:buNone/>
            </a:pPr>
            <a:r>
              <a:rPr lang="zh-TW" altLang="en-US" sz="6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靈糧日享喝甘泉</a:t>
            </a:r>
            <a:endParaRPr lang="en-US" altLang="zh-TW" sz="6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859B79-0255-D141-7151-BF2607D0930F}"/>
              </a:ext>
            </a:extLst>
          </p:cNvPr>
          <p:cNvSpPr txBox="1"/>
          <p:nvPr/>
        </p:nvSpPr>
        <p:spPr>
          <a:xfrm>
            <a:off x="0" y="506118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( 1 / 4 )</a:t>
            </a:r>
            <a:endParaRPr lang="vi-VN" sz="3200" b="1" dirty="0">
              <a:solidFill>
                <a:srgbClr val="C00000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01893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D3CD3-FD73-965B-E787-44BBC385A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0781C2D-CC67-EA34-DE35-B2E9D77AC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 eaLnBrk="1" hangingPunct="1">
              <a:buFontTx/>
              <a:buNone/>
            </a:pPr>
            <a:r>
              <a:rPr lang="zh-TW" altLang="en-US" sz="6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貪婪罪惡皆避遠</a:t>
            </a:r>
            <a:endParaRPr lang="en-US" altLang="zh-TW" sz="6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 eaLnBrk="1" hangingPunct="1">
              <a:buFontTx/>
              <a:buNone/>
            </a:pPr>
            <a:r>
              <a:rPr lang="zh-TW" altLang="en-US" sz="6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效法基督聖潔完全</a:t>
            </a:r>
            <a:endParaRPr lang="en-US" altLang="zh-TW" sz="6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4A41BB-7E86-3714-9980-63128E72D500}"/>
              </a:ext>
            </a:extLst>
          </p:cNvPr>
          <p:cNvSpPr txBox="1"/>
          <p:nvPr/>
        </p:nvSpPr>
        <p:spPr>
          <a:xfrm>
            <a:off x="0" y="506118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( 1 / 4 )</a:t>
            </a:r>
            <a:endParaRPr lang="vi-VN" sz="3200" b="1" dirty="0">
              <a:solidFill>
                <a:srgbClr val="C00000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87105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B69CD-1277-135A-1757-030AFB70F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21F1698-8A9C-EA62-ABA0-681C26235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 eaLnBrk="1" hangingPunct="1">
              <a:buFontTx/>
              <a:buNone/>
            </a:pPr>
            <a:r>
              <a:rPr lang="zh-TW" altLang="en-US" sz="6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喜歡天  我甘願</a:t>
            </a:r>
            <a:endParaRPr lang="en-US" altLang="zh-TW" sz="6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 eaLnBrk="1" hangingPunct="1">
              <a:buFontTx/>
              <a:buNone/>
            </a:pPr>
            <a:r>
              <a:rPr lang="zh-TW" altLang="en-US" sz="6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謹守主訓度每天</a:t>
            </a:r>
            <a:endParaRPr lang="en-US" altLang="zh-TW" sz="6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07ACF9-7963-49BB-16DA-6FEF46110473}"/>
              </a:ext>
            </a:extLst>
          </p:cNvPr>
          <p:cNvSpPr txBox="1"/>
          <p:nvPr/>
        </p:nvSpPr>
        <p:spPr>
          <a:xfrm>
            <a:off x="0" y="506118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2 /</a:t>
            </a:r>
            <a:r>
              <a:rPr lang="zh-CN" alt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4</a:t>
            </a:r>
            <a:r>
              <a:rPr 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C00000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93408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0163C-97E7-4C12-052A-89BC74680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5C4B9B7-4F88-9AFC-4FB2-7757BC298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 eaLnBrk="1" hangingPunct="1">
              <a:buFontTx/>
              <a:buNone/>
            </a:pPr>
            <a:r>
              <a:rPr lang="zh-TW" altLang="en-US" sz="6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聖經十誡須彰顯</a:t>
            </a:r>
            <a:endParaRPr lang="en-US" altLang="zh-TW" sz="6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 eaLnBrk="1" hangingPunct="1">
              <a:buFontTx/>
              <a:buNone/>
            </a:pPr>
            <a:r>
              <a:rPr lang="zh-TW" altLang="en-US" sz="6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上帝福音要盛傳</a:t>
            </a:r>
            <a:endParaRPr lang="en-US" altLang="zh-TW" sz="6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B39FE6-4FFE-B942-9064-DB96C2007B4A}"/>
              </a:ext>
            </a:extLst>
          </p:cNvPr>
          <p:cNvSpPr txBox="1"/>
          <p:nvPr/>
        </p:nvSpPr>
        <p:spPr>
          <a:xfrm>
            <a:off x="0" y="506118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2 /</a:t>
            </a:r>
            <a:r>
              <a:rPr lang="zh-CN" alt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4</a:t>
            </a:r>
            <a:r>
              <a:rPr 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C00000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04642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8D319-EBE2-2A27-8515-BE96505EC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7F2C712-B32B-38E8-11A0-04B5A2738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 eaLnBrk="1" hangingPunct="1">
              <a:buFontTx/>
              <a:buNone/>
            </a:pPr>
            <a:r>
              <a:rPr lang="zh-TW" altLang="en-US" sz="6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心靈滿有溫暖</a:t>
            </a:r>
            <a:endParaRPr lang="en-US" altLang="zh-TW" sz="6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 eaLnBrk="1" hangingPunct="1">
              <a:buFontTx/>
              <a:buNone/>
            </a:pPr>
            <a:r>
              <a:rPr lang="zh-TW" altLang="en-US" sz="6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願化熱光與共鹽</a:t>
            </a:r>
            <a:endParaRPr lang="en-US" altLang="zh-TW" sz="6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328063-57BA-E015-0013-888A76AF0B7F}"/>
              </a:ext>
            </a:extLst>
          </p:cNvPr>
          <p:cNvSpPr txBox="1"/>
          <p:nvPr/>
        </p:nvSpPr>
        <p:spPr>
          <a:xfrm>
            <a:off x="0" y="506118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2 /</a:t>
            </a:r>
            <a:r>
              <a:rPr lang="zh-CN" alt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4</a:t>
            </a:r>
            <a:r>
              <a:rPr 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C00000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68278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F5CB3-83FC-4900-FC43-01BB07473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253829B-0FD4-59D5-E976-D8F71BA11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 eaLnBrk="1" hangingPunct="1">
              <a:buFontTx/>
              <a:buNone/>
            </a:pPr>
            <a:r>
              <a:rPr lang="zh-TW" altLang="en-US" sz="6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追求不壞冠冕</a:t>
            </a:r>
            <a:endParaRPr lang="en-US" altLang="zh-TW" sz="6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 eaLnBrk="1" hangingPunct="1">
              <a:buFontTx/>
              <a:buNone/>
            </a:pPr>
            <a:r>
              <a:rPr lang="zh-TW" altLang="en-US" sz="6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直到天家與主團圓</a:t>
            </a:r>
            <a:endParaRPr lang="en-US" altLang="zh-TW" sz="6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73F87E-67B3-CA06-3DE5-004D65A9AD02}"/>
              </a:ext>
            </a:extLst>
          </p:cNvPr>
          <p:cNvSpPr txBox="1"/>
          <p:nvPr/>
        </p:nvSpPr>
        <p:spPr>
          <a:xfrm>
            <a:off x="0" y="506118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2 /</a:t>
            </a:r>
            <a:r>
              <a:rPr lang="zh-CN" alt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4</a:t>
            </a:r>
            <a:r>
              <a:rPr 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C00000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15232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C31AD-102D-8B25-9BC4-A7E143E5B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D7329C8-46D8-AFBE-C664-FF7A5E9EB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 eaLnBrk="1" hangingPunct="1">
              <a:buFontTx/>
              <a:buNone/>
            </a:pPr>
            <a:r>
              <a:rPr lang="zh-TW" altLang="en-US" sz="6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喜歡天  笑不斷</a:t>
            </a:r>
            <a:endParaRPr lang="en-US" altLang="zh-TW" sz="6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 eaLnBrk="1" hangingPunct="1">
              <a:buFontTx/>
              <a:buNone/>
            </a:pPr>
            <a:r>
              <a:rPr lang="zh-TW" altLang="en-US" sz="6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深感主愛樂倍添</a:t>
            </a:r>
            <a:endParaRPr lang="en-US" altLang="zh-TW" sz="6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08F63A-5107-8E79-CF99-65D7B686D768}"/>
              </a:ext>
            </a:extLst>
          </p:cNvPr>
          <p:cNvSpPr txBox="1"/>
          <p:nvPr/>
        </p:nvSpPr>
        <p:spPr>
          <a:xfrm>
            <a:off x="0" y="506118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3 /</a:t>
            </a:r>
            <a:r>
              <a:rPr lang="zh-CN" alt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4</a:t>
            </a:r>
            <a:r>
              <a:rPr 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C00000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7071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8E8BB-9B61-FEE2-469D-AF3DF4A69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6EE24BB-0BED-3211-768E-203BFCC02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 eaLnBrk="1" hangingPunct="1">
              <a:buFontTx/>
              <a:buNone/>
            </a:pPr>
            <a:r>
              <a:rPr lang="zh-TW" altLang="en-US" sz="6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讚歌共唱聲婉轉</a:t>
            </a:r>
            <a:endParaRPr lang="en-US" altLang="zh-TW" sz="6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 eaLnBrk="1" hangingPunct="1">
              <a:buFontTx/>
              <a:buNone/>
            </a:pPr>
            <a:r>
              <a:rPr lang="zh-TW" altLang="en-US" sz="6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互訴衷心主面前</a:t>
            </a:r>
            <a:endParaRPr lang="en-US" altLang="zh-TW" sz="6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CD9862-5185-6590-6AA9-815FB995A724}"/>
              </a:ext>
            </a:extLst>
          </p:cNvPr>
          <p:cNvSpPr txBox="1"/>
          <p:nvPr/>
        </p:nvSpPr>
        <p:spPr>
          <a:xfrm>
            <a:off x="0" y="506118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3 /</a:t>
            </a:r>
            <a:r>
              <a:rPr lang="zh-CN" alt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4</a:t>
            </a:r>
            <a:r>
              <a:rPr 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C00000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3449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EF048-C471-D4D6-F95F-316579B4D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2D87FB5-87AB-464F-2DE3-A07428393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 eaLnBrk="1" hangingPunct="1">
              <a:buFontTx/>
              <a:buNone/>
            </a:pPr>
            <a:r>
              <a:rPr lang="zh-TW" altLang="en-US" sz="6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殷勤盡意相勉</a:t>
            </a:r>
            <a:endParaRPr lang="en-US" altLang="zh-TW" sz="6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 eaLnBrk="1" hangingPunct="1">
              <a:buFontTx/>
              <a:buNone/>
            </a:pPr>
            <a:r>
              <a:rPr lang="zh-TW" altLang="en-US" sz="6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齊來頌禱以心連</a:t>
            </a:r>
            <a:endParaRPr lang="en-US" altLang="zh-TW" sz="6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42E511-2458-F54A-23B5-A57500A91589}"/>
              </a:ext>
            </a:extLst>
          </p:cNvPr>
          <p:cNvSpPr txBox="1"/>
          <p:nvPr/>
        </p:nvSpPr>
        <p:spPr>
          <a:xfrm>
            <a:off x="0" y="506118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3 /</a:t>
            </a:r>
            <a:r>
              <a:rPr lang="zh-CN" alt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4</a:t>
            </a:r>
            <a:r>
              <a:rPr 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C00000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54921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DF9E9-C033-D0E7-4D0D-BF518730A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AE9A9EB-A270-6DA1-3667-9362F85BA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 eaLnBrk="1" hangingPunct="1">
              <a:buFontTx/>
              <a:buNone/>
            </a:pPr>
            <a:r>
              <a:rPr lang="zh-TW" altLang="en-US" sz="6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關懷互愛坦相見</a:t>
            </a:r>
            <a:endParaRPr lang="en-US" altLang="zh-TW" sz="6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 eaLnBrk="1" hangingPunct="1">
              <a:buFontTx/>
              <a:buNone/>
            </a:pPr>
            <a:r>
              <a:rPr lang="zh-TW" altLang="en-US" sz="6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在教會中興建美好樂園</a:t>
            </a:r>
            <a:endParaRPr lang="en-US" altLang="zh-TW" sz="6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1EADAA-D4FD-F676-E589-FBD8F157C0C0}"/>
              </a:ext>
            </a:extLst>
          </p:cNvPr>
          <p:cNvSpPr txBox="1"/>
          <p:nvPr/>
        </p:nvSpPr>
        <p:spPr>
          <a:xfrm>
            <a:off x="0" y="506118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3 /</a:t>
            </a:r>
            <a:r>
              <a:rPr lang="zh-CN" alt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4</a:t>
            </a:r>
            <a:r>
              <a:rPr 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C00000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06550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46A98-2772-B6C4-F587-34136852F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67FBDB5-E412-961C-AB9D-DAD98F912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 eaLnBrk="1" hangingPunct="1">
              <a:buFontTx/>
              <a:buNone/>
            </a:pPr>
            <a:r>
              <a:rPr lang="zh-TW" altLang="en-US" sz="6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喜歡天  你可願</a:t>
            </a:r>
            <a:endParaRPr lang="en-US" altLang="zh-TW" sz="6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 eaLnBrk="1" hangingPunct="1">
              <a:buFontTx/>
              <a:buNone/>
            </a:pPr>
            <a:r>
              <a:rPr lang="zh-TW" altLang="en-US" sz="6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得享主愛度每天</a:t>
            </a:r>
            <a:endParaRPr lang="en-US" altLang="zh-TW" sz="6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5CB883-4EB3-116F-4695-B2D14F6D18E0}"/>
              </a:ext>
            </a:extLst>
          </p:cNvPr>
          <p:cNvSpPr txBox="1"/>
          <p:nvPr/>
        </p:nvSpPr>
        <p:spPr>
          <a:xfrm>
            <a:off x="0" y="506118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4 /</a:t>
            </a:r>
            <a:r>
              <a:rPr lang="zh-CN" alt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4</a:t>
            </a:r>
            <a:r>
              <a:rPr 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C00000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54752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74E66-04DB-E9AE-1B8D-90C8F7B73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38A4B9B-DBDC-FD1F-A94B-3B46509FF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 eaLnBrk="1" hangingPunct="1">
              <a:buFontTx/>
              <a:buNone/>
            </a:pPr>
            <a:r>
              <a:rPr lang="zh-TW" altLang="en-US" sz="6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放開懷抱將心顯</a:t>
            </a:r>
            <a:endParaRPr lang="en-US" altLang="zh-TW" sz="6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 eaLnBrk="1" hangingPunct="1">
              <a:buFontTx/>
              <a:buNone/>
            </a:pPr>
            <a:r>
              <a:rPr lang="zh-TW" altLang="en-US" sz="6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讓主施恩進駐裡面</a:t>
            </a:r>
            <a:endParaRPr lang="en-US" altLang="zh-TW" sz="6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7004E6-D106-238A-91AE-5FD3E491818A}"/>
              </a:ext>
            </a:extLst>
          </p:cNvPr>
          <p:cNvSpPr txBox="1"/>
          <p:nvPr/>
        </p:nvSpPr>
        <p:spPr>
          <a:xfrm>
            <a:off x="0" y="506118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4 /</a:t>
            </a:r>
            <a:r>
              <a:rPr lang="zh-CN" alt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4</a:t>
            </a:r>
            <a:r>
              <a:rPr 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C00000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8291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C3E76-23ED-8744-610F-0C91B6405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442B7CC-FFAB-388B-60DD-571C9B88D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 eaLnBrk="1" hangingPunct="1">
              <a:buFontTx/>
              <a:buNone/>
            </a:pPr>
            <a:r>
              <a:rPr lang="zh-TW" altLang="en-US" sz="6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使你親嚐那永生愛</a:t>
            </a:r>
            <a:endParaRPr lang="en-US" altLang="zh-TW" sz="6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 eaLnBrk="1" hangingPunct="1">
              <a:buFontTx/>
              <a:buNone/>
            </a:pPr>
            <a:r>
              <a:rPr lang="zh-TW" altLang="en-US" sz="6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無窮大恩設盛宴</a:t>
            </a:r>
            <a:endParaRPr lang="en-US" altLang="zh-TW" sz="6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3CB62E-12CA-DEA7-B977-D506E3BC007B}"/>
              </a:ext>
            </a:extLst>
          </p:cNvPr>
          <p:cNvSpPr txBox="1"/>
          <p:nvPr/>
        </p:nvSpPr>
        <p:spPr>
          <a:xfrm>
            <a:off x="0" y="506118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4 /</a:t>
            </a:r>
            <a:r>
              <a:rPr lang="zh-CN" alt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4</a:t>
            </a:r>
            <a:r>
              <a:rPr 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C00000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52695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79082-060B-04D0-DF91-F8E0C13DC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7051576-2EA3-D40B-1A42-2780723F9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 eaLnBrk="1" hangingPunct="1">
              <a:buFontTx/>
              <a:buNone/>
            </a:pPr>
            <a:r>
              <a:rPr lang="zh-CN" altLang="en-US" sz="6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你的</a:t>
            </a:r>
            <a:r>
              <a:rPr lang="zh-TW" altLang="en-US" sz="6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心靈會改變</a:t>
            </a:r>
            <a:endParaRPr lang="en-US" altLang="zh-TW" sz="6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 eaLnBrk="1" hangingPunct="1">
              <a:buFontTx/>
              <a:buNone/>
            </a:pPr>
            <a:r>
              <a:rPr lang="zh-TW" altLang="en-US" sz="6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內有豐足喜樂泉源</a:t>
            </a:r>
            <a:endParaRPr lang="en-US" altLang="zh-TW" sz="6400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01600C-53D2-1A30-9727-EF0BB1E9A173}"/>
              </a:ext>
            </a:extLst>
          </p:cNvPr>
          <p:cNvSpPr txBox="1"/>
          <p:nvPr/>
        </p:nvSpPr>
        <p:spPr>
          <a:xfrm>
            <a:off x="0" y="506118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4 /</a:t>
            </a:r>
            <a:r>
              <a:rPr lang="zh-CN" alt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4</a:t>
            </a:r>
            <a:r>
              <a:rPr lang="en-US" sz="3200" b="1" dirty="0">
                <a:solidFill>
                  <a:srgbClr val="C00000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C00000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9162533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14</TotalTime>
  <Words>306</Words>
  <Application>Microsoft Office PowerPoint</Application>
  <PresentationFormat>Widescreen</PresentationFormat>
  <Paragraphs>49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微軟正黑體</vt:lpstr>
      <vt:lpstr>Arial</vt:lpstr>
      <vt:lpstr>Calibri</vt:lpstr>
      <vt:lpstr>Theme1</vt:lpstr>
      <vt:lpstr>喜歡天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2025-01-26T10:44:17Z</dcterms:created>
  <dcterms:modified xsi:type="dcterms:W3CDTF">2025-01-26T10:58:47Z</dcterms:modified>
</cp:coreProperties>
</file>