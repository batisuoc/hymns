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78" r:id="rId1"/>
  </p:sldMasterIdLst>
  <p:sldIdLst>
    <p:sldId id="258" r:id="rId2"/>
    <p:sldId id="259" r:id="rId3"/>
    <p:sldId id="260" r:id="rId4"/>
    <p:sldId id="261" r:id="rId5"/>
    <p:sldId id="262" r:id="rId6"/>
  </p:sldIdLst>
  <p:sldSz cx="12192000" cy="6858000"/>
  <p:notesSz cx="6858000" cy="9144000"/>
  <p:defaultTextStyle>
    <a:defPPr>
      <a:defRPr lang="zh-TW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000066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>
      <p:cViewPr varScale="1">
        <p:scale>
          <a:sx n="75" d="100"/>
          <a:sy n="75" d="100"/>
        </p:scale>
        <p:origin x="72" y="186"/>
      </p:cViewPr>
      <p:guideLst>
        <p:guide orient="horz" pos="2160"/>
        <p:guide pos="384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5" Type="http://schemas.openxmlformats.org/officeDocument/2006/relationships/slide" Target="slides/slide4.xml"/><Relationship Id="rId10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標題投影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ctrTitle"/>
          </p:nvPr>
        </p:nvSpPr>
        <p:spPr>
          <a:xfrm>
            <a:off x="914400" y="2130426"/>
            <a:ext cx="10363200" cy="1470025"/>
          </a:xfrm>
        </p:spPr>
        <p:txBody>
          <a:bodyPr/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副標題 2"/>
          <p:cNvSpPr>
            <a:spLocks noGrp="1"/>
          </p:cNvSpPr>
          <p:nvPr>
            <p:ph type="subTitle" idx="1"/>
          </p:nvPr>
        </p:nvSpPr>
        <p:spPr>
          <a:xfrm>
            <a:off x="1828800" y="3886200"/>
            <a:ext cx="85344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zh-TW" altLang="en-US"/>
              <a:t>按一下以編輯母片副標題樣式</a:t>
            </a:r>
          </a:p>
        </p:txBody>
      </p:sp>
      <p:sp>
        <p:nvSpPr>
          <p:cNvPr id="4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EF7886-0687-4393-9C85-AF446EA898ED}" type="datetimeFigureOut">
              <a:rPr lang="zh-TW" altLang="en-US" smtClean="0"/>
              <a:pPr/>
              <a:t>2025/10/11</a:t>
            </a:fld>
            <a:endParaRPr lang="zh-TW" altLang="en-US"/>
          </a:p>
        </p:txBody>
      </p:sp>
      <p:sp>
        <p:nvSpPr>
          <p:cNvPr id="5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EFD680-A9D8-4007-85E9-3C78D18E3E68}" type="slidenum">
              <a:rPr lang="zh-TW" altLang="en-US" smtClean="0"/>
              <a:pPr/>
              <a:t>‹#›</a:t>
            </a:fld>
            <a:endParaRPr lang="zh-TW" alt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標題及物件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4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EF7886-0687-4393-9C85-AF446EA898ED}" type="datetimeFigureOut">
              <a:rPr lang="zh-TW" altLang="en-US" smtClean="0"/>
              <a:pPr/>
              <a:t>2025/10/11</a:t>
            </a:fld>
            <a:endParaRPr lang="zh-TW" altLang="en-US"/>
          </a:p>
        </p:txBody>
      </p:sp>
      <p:sp>
        <p:nvSpPr>
          <p:cNvPr id="5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EFD680-A9D8-4007-85E9-3C78D18E3E68}" type="slidenum">
              <a:rPr lang="zh-TW" altLang="en-US" smtClean="0"/>
              <a:pPr/>
              <a:t>‹#›</a:t>
            </a:fld>
            <a:endParaRPr lang="zh-TW" alt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區段標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963084" y="4406901"/>
            <a:ext cx="103632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文字版面配置區 2"/>
          <p:cNvSpPr>
            <a:spLocks noGrp="1"/>
          </p:cNvSpPr>
          <p:nvPr>
            <p:ph type="body" idx="1"/>
          </p:nvPr>
        </p:nvSpPr>
        <p:spPr>
          <a:xfrm>
            <a:off x="963084" y="2906713"/>
            <a:ext cx="103632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4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EF7886-0687-4393-9C85-AF446EA898ED}" type="datetimeFigureOut">
              <a:rPr lang="zh-TW" altLang="en-US" smtClean="0"/>
              <a:pPr/>
              <a:t>2025/10/11</a:t>
            </a:fld>
            <a:endParaRPr lang="zh-TW" altLang="en-US"/>
          </a:p>
        </p:txBody>
      </p:sp>
      <p:sp>
        <p:nvSpPr>
          <p:cNvPr id="5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EFD680-A9D8-4007-85E9-3C78D18E3E68}" type="slidenum">
              <a:rPr lang="zh-TW" altLang="en-US" smtClean="0"/>
              <a:pPr/>
              <a:t>‹#›</a:t>
            </a:fld>
            <a:endParaRPr lang="zh-TW" alt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兩項物件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內容版面配置區 2"/>
          <p:cNvSpPr>
            <a:spLocks noGrp="1"/>
          </p:cNvSpPr>
          <p:nvPr>
            <p:ph sz="half" idx="1"/>
          </p:nvPr>
        </p:nvSpPr>
        <p:spPr>
          <a:xfrm>
            <a:off x="609600" y="1600201"/>
            <a:ext cx="53848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4" name="內容版面配置區 3"/>
          <p:cNvSpPr>
            <a:spLocks noGrp="1"/>
          </p:cNvSpPr>
          <p:nvPr>
            <p:ph sz="half" idx="2"/>
          </p:nvPr>
        </p:nvSpPr>
        <p:spPr>
          <a:xfrm>
            <a:off x="6197600" y="1600201"/>
            <a:ext cx="53848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5" name="日期版面配置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EF7886-0687-4393-9C85-AF446EA898ED}" type="datetimeFigureOut">
              <a:rPr lang="zh-TW" altLang="en-US" smtClean="0"/>
              <a:pPr/>
              <a:t>2025/10/11</a:t>
            </a:fld>
            <a:endParaRPr lang="zh-TW" altLang="en-US"/>
          </a:p>
        </p:txBody>
      </p:sp>
      <p:sp>
        <p:nvSpPr>
          <p:cNvPr id="6" name="頁尾版面配置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7" name="投影片編號版面配置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EFD680-A9D8-4007-85E9-3C78D18E3E68}" type="slidenum">
              <a:rPr lang="zh-TW" altLang="en-US" smtClean="0"/>
              <a:pPr/>
              <a:t>‹#›</a:t>
            </a:fld>
            <a:endParaRPr lang="zh-TW" alt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對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文字版面配置區 2"/>
          <p:cNvSpPr>
            <a:spLocks noGrp="1"/>
          </p:cNvSpPr>
          <p:nvPr>
            <p:ph type="body" idx="1"/>
          </p:nvPr>
        </p:nvSpPr>
        <p:spPr>
          <a:xfrm>
            <a:off x="609600" y="1535113"/>
            <a:ext cx="5386917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4" name="內容版面配置區 3"/>
          <p:cNvSpPr>
            <a:spLocks noGrp="1"/>
          </p:cNvSpPr>
          <p:nvPr>
            <p:ph sz="half" idx="2"/>
          </p:nvPr>
        </p:nvSpPr>
        <p:spPr>
          <a:xfrm>
            <a:off x="609600" y="2174875"/>
            <a:ext cx="5386917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5" name="文字版面配置區 4"/>
          <p:cNvSpPr>
            <a:spLocks noGrp="1"/>
          </p:cNvSpPr>
          <p:nvPr>
            <p:ph type="body" sz="quarter" idx="3"/>
          </p:nvPr>
        </p:nvSpPr>
        <p:spPr>
          <a:xfrm>
            <a:off x="6193368" y="1535113"/>
            <a:ext cx="5389033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6" name="內容版面配置區 5"/>
          <p:cNvSpPr>
            <a:spLocks noGrp="1"/>
          </p:cNvSpPr>
          <p:nvPr>
            <p:ph sz="quarter" idx="4"/>
          </p:nvPr>
        </p:nvSpPr>
        <p:spPr>
          <a:xfrm>
            <a:off x="6193368" y="2174875"/>
            <a:ext cx="5389033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7" name="日期版面配置區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EF7886-0687-4393-9C85-AF446EA898ED}" type="datetimeFigureOut">
              <a:rPr lang="zh-TW" altLang="en-US" smtClean="0"/>
              <a:pPr/>
              <a:t>2025/10/11</a:t>
            </a:fld>
            <a:endParaRPr lang="zh-TW" altLang="en-US"/>
          </a:p>
        </p:txBody>
      </p:sp>
      <p:sp>
        <p:nvSpPr>
          <p:cNvPr id="8" name="頁尾版面配置區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9" name="投影片編號版面配置區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EFD680-A9D8-4007-85E9-3C78D18E3E68}" type="slidenum">
              <a:rPr lang="zh-TW" altLang="en-US" smtClean="0"/>
              <a:pPr/>
              <a:t>‹#›</a:t>
            </a:fld>
            <a:endParaRPr lang="zh-TW" alt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只有標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日期版面配置區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EF7886-0687-4393-9C85-AF446EA898ED}" type="datetimeFigureOut">
              <a:rPr lang="zh-TW" altLang="en-US" smtClean="0"/>
              <a:pPr/>
              <a:t>2025/10/11</a:t>
            </a:fld>
            <a:endParaRPr lang="zh-TW" altLang="en-US"/>
          </a:p>
        </p:txBody>
      </p:sp>
      <p:sp>
        <p:nvSpPr>
          <p:cNvPr id="4" name="頁尾版面配置區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5" name="投影片編號版面配置區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EFD680-A9D8-4007-85E9-3C78D18E3E68}" type="slidenum">
              <a:rPr lang="zh-TW" altLang="en-US" smtClean="0"/>
              <a:pPr/>
              <a:t>‹#›</a:t>
            </a:fld>
            <a:endParaRPr lang="zh-TW" alt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版面配置區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EF7886-0687-4393-9C85-AF446EA898ED}" type="datetimeFigureOut">
              <a:rPr lang="zh-TW" altLang="en-US" smtClean="0"/>
              <a:pPr/>
              <a:t>2025/10/11</a:t>
            </a:fld>
            <a:endParaRPr lang="zh-TW" altLang="en-US"/>
          </a:p>
        </p:txBody>
      </p:sp>
      <p:sp>
        <p:nvSpPr>
          <p:cNvPr id="3" name="頁尾版面配置區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EFD680-A9D8-4007-85E9-3C78D18E3E68}" type="slidenum">
              <a:rPr lang="zh-TW" altLang="en-US" smtClean="0"/>
              <a:pPr/>
              <a:t>‹#›</a:t>
            </a:fld>
            <a:endParaRPr lang="zh-TW" alt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含標題的內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609601" y="273050"/>
            <a:ext cx="4011084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>
          <a:xfrm>
            <a:off x="4766733" y="273051"/>
            <a:ext cx="6815667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4" name="文字版面配置區 3"/>
          <p:cNvSpPr>
            <a:spLocks noGrp="1"/>
          </p:cNvSpPr>
          <p:nvPr>
            <p:ph type="body" sz="half" idx="2"/>
          </p:nvPr>
        </p:nvSpPr>
        <p:spPr>
          <a:xfrm>
            <a:off x="609601" y="1435101"/>
            <a:ext cx="4011084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5" name="日期版面配置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EF7886-0687-4393-9C85-AF446EA898ED}" type="datetimeFigureOut">
              <a:rPr lang="zh-TW" altLang="en-US" smtClean="0"/>
              <a:pPr/>
              <a:t>2025/10/11</a:t>
            </a:fld>
            <a:endParaRPr lang="zh-TW" altLang="en-US"/>
          </a:p>
        </p:txBody>
      </p:sp>
      <p:sp>
        <p:nvSpPr>
          <p:cNvPr id="6" name="頁尾版面配置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7" name="投影片編號版面配置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EFD680-A9D8-4007-85E9-3C78D18E3E68}" type="slidenum">
              <a:rPr lang="zh-TW" altLang="en-US" smtClean="0"/>
              <a:pPr/>
              <a:t>‹#›</a:t>
            </a:fld>
            <a:endParaRPr lang="zh-TW" alt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含標題的圖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2389717" y="4800600"/>
            <a:ext cx="73152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圖片版面配置區 2"/>
          <p:cNvSpPr>
            <a:spLocks noGrp="1"/>
          </p:cNvSpPr>
          <p:nvPr>
            <p:ph type="pic" idx="1"/>
          </p:nvPr>
        </p:nvSpPr>
        <p:spPr>
          <a:xfrm>
            <a:off x="2389717" y="612775"/>
            <a:ext cx="73152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zh-TW" altLang="en-US"/>
              <a:t>按一下圖示以新增圖片</a:t>
            </a:r>
          </a:p>
        </p:txBody>
      </p:sp>
      <p:sp>
        <p:nvSpPr>
          <p:cNvPr id="4" name="文字版面配置區 3"/>
          <p:cNvSpPr>
            <a:spLocks noGrp="1"/>
          </p:cNvSpPr>
          <p:nvPr>
            <p:ph type="body" sz="half" idx="2"/>
          </p:nvPr>
        </p:nvSpPr>
        <p:spPr>
          <a:xfrm>
            <a:off x="2389717" y="5367338"/>
            <a:ext cx="73152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5" name="日期版面配置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EF7886-0687-4393-9C85-AF446EA898ED}" type="datetimeFigureOut">
              <a:rPr lang="zh-TW" altLang="en-US" smtClean="0"/>
              <a:pPr/>
              <a:t>2025/10/11</a:t>
            </a:fld>
            <a:endParaRPr lang="zh-TW" altLang="en-US"/>
          </a:p>
        </p:txBody>
      </p:sp>
      <p:sp>
        <p:nvSpPr>
          <p:cNvPr id="6" name="頁尾版面配置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7" name="投影片編號版面配置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EFD680-A9D8-4007-85E9-3C78D18E3E68}" type="slidenum">
              <a:rPr lang="zh-TW" altLang="en-US" smtClean="0"/>
              <a:pPr/>
              <a:t>‹#›</a:t>
            </a:fld>
            <a:endParaRPr lang="zh-TW" alt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標題及直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直排文字版面配置區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4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EF7886-0687-4393-9C85-AF446EA898ED}" type="datetimeFigureOut">
              <a:rPr lang="zh-TW" altLang="en-US" smtClean="0"/>
              <a:pPr/>
              <a:t>2025/10/11</a:t>
            </a:fld>
            <a:endParaRPr lang="zh-TW" altLang="en-US"/>
          </a:p>
        </p:txBody>
      </p:sp>
      <p:sp>
        <p:nvSpPr>
          <p:cNvPr id="5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EFD680-A9D8-4007-85E9-3C78D18E3E68}" type="slidenum">
              <a:rPr lang="zh-TW" altLang="en-US" smtClean="0"/>
              <a:pPr/>
              <a:t>‹#›</a:t>
            </a:fld>
            <a:endParaRPr lang="zh-TW" alt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直排標題及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直排標題 1"/>
          <p:cNvSpPr>
            <a:spLocks noGrp="1"/>
          </p:cNvSpPr>
          <p:nvPr>
            <p:ph type="title" orient="vert"/>
          </p:nvPr>
        </p:nvSpPr>
        <p:spPr>
          <a:xfrm>
            <a:off x="8839200" y="274639"/>
            <a:ext cx="2743200" cy="5851525"/>
          </a:xfrm>
        </p:spPr>
        <p:txBody>
          <a:bodyPr vert="eaVert"/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直排文字版面配置區 2"/>
          <p:cNvSpPr>
            <a:spLocks noGrp="1"/>
          </p:cNvSpPr>
          <p:nvPr>
            <p:ph type="body" orient="vert" idx="1"/>
          </p:nvPr>
        </p:nvSpPr>
        <p:spPr>
          <a:xfrm>
            <a:off x="609600" y="274639"/>
            <a:ext cx="8026400" cy="5851525"/>
          </a:xfrm>
        </p:spPr>
        <p:txBody>
          <a:bodyPr vert="eaVert"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4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EF7886-0687-4393-9C85-AF446EA898ED}" type="datetimeFigureOut">
              <a:rPr lang="zh-TW" altLang="en-US" smtClean="0"/>
              <a:pPr/>
              <a:t>2025/10/11</a:t>
            </a:fld>
            <a:endParaRPr lang="zh-TW" altLang="en-US"/>
          </a:p>
        </p:txBody>
      </p:sp>
      <p:sp>
        <p:nvSpPr>
          <p:cNvPr id="5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EFD680-A9D8-4007-85E9-3C78D18E3E68}" type="slidenum">
              <a:rPr lang="zh-TW" altLang="en-US" smtClean="0"/>
              <a:pPr/>
              <a:t>‹#›</a:t>
            </a:fld>
            <a:endParaRPr lang="zh-TW" alt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1.jpe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13"/>
          <a:srcRect/>
          <a:tile tx="0" ty="0" sx="100000" sy="100000" flip="none" algn="tl"/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版面配置區 1"/>
          <p:cNvSpPr>
            <a:spLocks noGrp="1"/>
          </p:cNvSpPr>
          <p:nvPr>
            <p:ph type="title"/>
          </p:nvPr>
        </p:nvSpPr>
        <p:spPr>
          <a:xfrm>
            <a:off x="609600" y="274638"/>
            <a:ext cx="109728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文字版面配置區 2"/>
          <p:cNvSpPr>
            <a:spLocks noGrp="1"/>
          </p:cNvSpPr>
          <p:nvPr>
            <p:ph type="body" idx="1"/>
          </p:nvPr>
        </p:nvSpPr>
        <p:spPr>
          <a:xfrm>
            <a:off x="609600" y="1600201"/>
            <a:ext cx="109728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4" name="日期版面配置區 3"/>
          <p:cNvSpPr>
            <a:spLocks noGrp="1"/>
          </p:cNvSpPr>
          <p:nvPr>
            <p:ph type="dt" sz="half" idx="2"/>
          </p:nvPr>
        </p:nvSpPr>
        <p:spPr>
          <a:xfrm>
            <a:off x="609600" y="6356351"/>
            <a:ext cx="284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3EF7886-0687-4393-9C85-AF446EA898ED}" type="datetimeFigureOut">
              <a:rPr lang="zh-TW" altLang="en-US" smtClean="0"/>
              <a:pPr/>
              <a:t>2025/10/11</a:t>
            </a:fld>
            <a:endParaRPr lang="zh-TW" altLang="en-US"/>
          </a:p>
        </p:txBody>
      </p:sp>
      <p:sp>
        <p:nvSpPr>
          <p:cNvPr id="5" name="頁尾版面配置區 4"/>
          <p:cNvSpPr>
            <a:spLocks noGrp="1"/>
          </p:cNvSpPr>
          <p:nvPr>
            <p:ph type="ftr" sz="quarter" idx="3"/>
          </p:nvPr>
        </p:nvSpPr>
        <p:spPr>
          <a:xfrm>
            <a:off x="4165600" y="6356351"/>
            <a:ext cx="3860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TW" altLang="en-US"/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4"/>
          </p:nvPr>
        </p:nvSpPr>
        <p:spPr>
          <a:xfrm>
            <a:off x="8737600" y="6356351"/>
            <a:ext cx="284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ADEFD680-A9D8-4007-85E9-3C78D18E3E68}" type="slidenum">
              <a:rPr lang="zh-TW" altLang="en-US" smtClean="0"/>
              <a:pPr/>
              <a:t>‹#›</a:t>
            </a:fld>
            <a:endParaRPr lang="zh-TW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79" r:id="rId1"/>
    <p:sldLayoutId id="2147483680" r:id="rId2"/>
    <p:sldLayoutId id="2147483681" r:id="rId3"/>
    <p:sldLayoutId id="2147483682" r:id="rId4"/>
    <p:sldLayoutId id="2147483683" r:id="rId5"/>
    <p:sldLayoutId id="2147483684" r:id="rId6"/>
    <p:sldLayoutId id="2147483685" r:id="rId7"/>
    <p:sldLayoutId id="2147483686" r:id="rId8"/>
    <p:sldLayoutId id="2147483687" r:id="rId9"/>
    <p:sldLayoutId id="2147483688" r:id="rId10"/>
    <p:sldLayoutId id="214748368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TW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標題 3"/>
          <p:cNvSpPr>
            <a:spLocks noGrp="1"/>
          </p:cNvSpPr>
          <p:nvPr>
            <p:ph type="title"/>
          </p:nvPr>
        </p:nvSpPr>
        <p:spPr>
          <a:xfrm>
            <a:off x="0" y="2660915"/>
            <a:ext cx="12192000" cy="1143000"/>
          </a:xfrm>
        </p:spPr>
        <p:txBody>
          <a:bodyPr>
            <a:noAutofit/>
          </a:bodyPr>
          <a:lstStyle/>
          <a:p>
            <a:r>
              <a:rPr lang="zh-TW" altLang="en-US" sz="7200" b="1" i="1" dirty="0">
                <a:solidFill>
                  <a:srgbClr val="000066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微軟正黑體" pitchFamily="34" charset="-120"/>
                <a:ea typeface="微軟正黑體" pitchFamily="34" charset="-120"/>
              </a:rPr>
              <a:t>我要唱耶和華的大慈愛</a:t>
            </a:r>
          </a:p>
        </p:txBody>
      </p:sp>
    </p:spTree>
    <p:extLst>
      <p:ext uri="{BB962C8B-B14F-4D97-AF65-F5344CB8AC3E}">
        <p14:creationId xmlns:p14="http://schemas.microsoft.com/office/powerpoint/2010/main" val="2331015247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內容版面配置區 4"/>
          <p:cNvSpPr>
            <a:spLocks noGrp="1"/>
          </p:cNvSpPr>
          <p:nvPr>
            <p:ph idx="1"/>
          </p:nvPr>
        </p:nvSpPr>
        <p:spPr>
          <a:xfrm>
            <a:off x="0" y="2084851"/>
            <a:ext cx="12192000" cy="2404863"/>
          </a:xfrm>
        </p:spPr>
        <p:txBody>
          <a:bodyPr anchor="ctr">
            <a:normAutofit/>
          </a:bodyPr>
          <a:lstStyle/>
          <a:p>
            <a:pPr algn="ctr">
              <a:buNone/>
            </a:pPr>
            <a:r>
              <a:rPr lang="zh-TW" altLang="en-US" sz="6400" b="1" dirty="0">
                <a:solidFill>
                  <a:srgbClr val="000066"/>
                </a:solidFill>
                <a:latin typeface="微軟正黑體" pitchFamily="34" charset="-120"/>
                <a:ea typeface="微軟正黑體" pitchFamily="34" charset="-120"/>
              </a:rPr>
              <a:t>我要唱耶和華的大慈愛到永遠</a:t>
            </a:r>
            <a:endParaRPr lang="en-US" altLang="zh-TW" sz="6400" b="1" dirty="0">
              <a:solidFill>
                <a:srgbClr val="000066"/>
              </a:solidFill>
              <a:latin typeface="微軟正黑體" pitchFamily="34" charset="-120"/>
              <a:ea typeface="微軟正黑體" pitchFamily="34" charset="-120"/>
            </a:endParaRPr>
          </a:p>
          <a:p>
            <a:pPr algn="ctr">
              <a:buNone/>
            </a:pPr>
            <a:r>
              <a:rPr lang="zh-TW" altLang="en-US" sz="6400" b="1" dirty="0">
                <a:solidFill>
                  <a:srgbClr val="000066"/>
                </a:solidFill>
                <a:latin typeface="微軟正黑體" pitchFamily="34" charset="-120"/>
                <a:ea typeface="微軟正黑體" pitchFamily="34" charset="-120"/>
              </a:rPr>
              <a:t>我要唱  我要唱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0" y="5157192"/>
            <a:ext cx="12192000" cy="74898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4267" b="1" dirty="0">
                <a:solidFill>
                  <a:srgbClr val="000066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rPr>
              <a:t>( </a:t>
            </a:r>
            <a:r>
              <a:rPr lang="zh-CN" altLang="en-US" sz="4267" b="1" dirty="0">
                <a:solidFill>
                  <a:srgbClr val="000066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rPr>
              <a:t>正歌</a:t>
            </a:r>
            <a:r>
              <a:rPr lang="en-US" sz="4267" b="1" dirty="0">
                <a:solidFill>
                  <a:srgbClr val="000066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rPr>
              <a:t> )</a:t>
            </a:r>
            <a:endParaRPr lang="vi-VN" sz="4267" b="1" dirty="0">
              <a:solidFill>
                <a:srgbClr val="000066"/>
              </a:solidFill>
              <a:ea typeface="Microsoft JhengHei" panose="020B0604030504040204" pitchFamily="34" charset="-120"/>
            </a:endParaRPr>
          </a:p>
        </p:txBody>
      </p:sp>
    </p:spTree>
    <p:extLst>
      <p:ext uri="{BB962C8B-B14F-4D97-AF65-F5344CB8AC3E}">
        <p14:creationId xmlns:p14="http://schemas.microsoft.com/office/powerpoint/2010/main" val="2316635220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內容版面配置區 4"/>
          <p:cNvSpPr>
            <a:spLocks noGrp="1"/>
          </p:cNvSpPr>
          <p:nvPr>
            <p:ph idx="1"/>
          </p:nvPr>
        </p:nvSpPr>
        <p:spPr>
          <a:xfrm>
            <a:off x="0" y="2084851"/>
            <a:ext cx="12192000" cy="2404863"/>
          </a:xfrm>
        </p:spPr>
        <p:txBody>
          <a:bodyPr anchor="ctr">
            <a:normAutofit/>
          </a:bodyPr>
          <a:lstStyle/>
          <a:p>
            <a:pPr algn="ctr">
              <a:buNone/>
            </a:pPr>
            <a:r>
              <a:rPr lang="zh-TW" altLang="en-US" sz="6400" b="1" dirty="0">
                <a:solidFill>
                  <a:srgbClr val="000066"/>
                </a:solidFill>
                <a:latin typeface="微軟正黑體" pitchFamily="34" charset="-120"/>
                <a:ea typeface="微軟正黑體" pitchFamily="34" charset="-120"/>
              </a:rPr>
              <a:t>我要唱耶和華的大慈愛到永遠</a:t>
            </a:r>
            <a:endParaRPr lang="en-US" altLang="zh-TW" sz="6400" b="1" dirty="0">
              <a:solidFill>
                <a:srgbClr val="000066"/>
              </a:solidFill>
              <a:latin typeface="微軟正黑體" pitchFamily="34" charset="-120"/>
              <a:ea typeface="微軟正黑體" pitchFamily="34" charset="-120"/>
            </a:endParaRPr>
          </a:p>
          <a:p>
            <a:pPr algn="ctr">
              <a:buNone/>
            </a:pPr>
            <a:r>
              <a:rPr lang="zh-TW" altLang="en-US" sz="6400" b="1" dirty="0">
                <a:solidFill>
                  <a:srgbClr val="000066"/>
                </a:solidFill>
                <a:latin typeface="微軟正黑體" pitchFamily="34" charset="-120"/>
                <a:ea typeface="微軟正黑體" pitchFamily="34" charset="-120"/>
              </a:rPr>
              <a:t>我要唱耶和華的大慈愛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0" y="5157192"/>
            <a:ext cx="12192000" cy="74898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4267" b="1" dirty="0">
                <a:solidFill>
                  <a:srgbClr val="000066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rPr>
              <a:t>( </a:t>
            </a:r>
            <a:r>
              <a:rPr lang="zh-CN" altLang="en-US" sz="4267" b="1" dirty="0">
                <a:solidFill>
                  <a:srgbClr val="000066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rPr>
              <a:t>正歌</a:t>
            </a:r>
            <a:r>
              <a:rPr lang="en-US" sz="4267" b="1" dirty="0">
                <a:solidFill>
                  <a:srgbClr val="000066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rPr>
              <a:t> )</a:t>
            </a:r>
            <a:endParaRPr lang="vi-VN" sz="4267" b="1" dirty="0">
              <a:solidFill>
                <a:srgbClr val="000066"/>
              </a:solidFill>
              <a:ea typeface="Microsoft JhengHei" panose="020B0604030504040204" pitchFamily="34" charset="-120"/>
            </a:endParaRPr>
          </a:p>
        </p:txBody>
      </p:sp>
    </p:spTree>
    <p:extLst>
      <p:ext uri="{BB962C8B-B14F-4D97-AF65-F5344CB8AC3E}">
        <p14:creationId xmlns:p14="http://schemas.microsoft.com/office/powerpoint/2010/main" val="2850678045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內容版面配置區 4"/>
          <p:cNvSpPr>
            <a:spLocks noGrp="1"/>
          </p:cNvSpPr>
          <p:nvPr>
            <p:ph idx="1"/>
          </p:nvPr>
        </p:nvSpPr>
        <p:spPr>
          <a:xfrm>
            <a:off x="0" y="2084851"/>
            <a:ext cx="12192000" cy="2404863"/>
          </a:xfrm>
        </p:spPr>
        <p:txBody>
          <a:bodyPr anchor="ctr">
            <a:normAutofit/>
          </a:bodyPr>
          <a:lstStyle/>
          <a:p>
            <a:pPr algn="ctr">
              <a:buNone/>
            </a:pPr>
            <a:r>
              <a:rPr lang="zh-TW" altLang="en-US" sz="6400" b="1" dirty="0">
                <a:solidFill>
                  <a:srgbClr val="000066"/>
                </a:solidFill>
                <a:latin typeface="微軟正黑體" pitchFamily="34" charset="-120"/>
                <a:ea typeface="微軟正黑體" pitchFamily="34" charset="-120"/>
              </a:rPr>
              <a:t>用我口  叫人知道</a:t>
            </a:r>
          </a:p>
          <a:p>
            <a:pPr algn="ctr">
              <a:buNone/>
            </a:pPr>
            <a:r>
              <a:rPr lang="zh-CN" altLang="en-US" sz="6400" b="1" dirty="0">
                <a:solidFill>
                  <a:srgbClr val="000066"/>
                </a:solidFill>
                <a:latin typeface="微軟正黑體" pitchFamily="34" charset="-120"/>
                <a:ea typeface="微軟正黑體" pitchFamily="34" charset="-120"/>
              </a:rPr>
              <a:t>祢</a:t>
            </a:r>
            <a:r>
              <a:rPr lang="zh-TW" altLang="en-US" sz="6400" b="1" dirty="0">
                <a:solidFill>
                  <a:srgbClr val="000066"/>
                </a:solidFill>
                <a:latin typeface="微軟正黑體" pitchFamily="34" charset="-120"/>
                <a:ea typeface="微軟正黑體" pitchFamily="34" charset="-120"/>
              </a:rPr>
              <a:t>大信實  </a:t>
            </a:r>
            <a:r>
              <a:rPr lang="zh-CN" altLang="en-US" sz="6400" b="1" dirty="0">
                <a:solidFill>
                  <a:srgbClr val="000066"/>
                </a:solidFill>
                <a:latin typeface="微軟正黑體" pitchFamily="34" charset="-120"/>
                <a:ea typeface="微軟正黑體" pitchFamily="34" charset="-120"/>
              </a:rPr>
              <a:t>祢</a:t>
            </a:r>
            <a:r>
              <a:rPr lang="zh-TW" altLang="en-US" sz="6400" b="1" dirty="0">
                <a:solidFill>
                  <a:srgbClr val="000066"/>
                </a:solidFill>
                <a:latin typeface="微軟正黑體" pitchFamily="34" charset="-120"/>
                <a:ea typeface="微軟正黑體" pitchFamily="34" charset="-120"/>
              </a:rPr>
              <a:t>大信實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0" y="5157192"/>
            <a:ext cx="12192000" cy="74898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4267" b="1" dirty="0">
                <a:solidFill>
                  <a:srgbClr val="000066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rPr>
              <a:t>( </a:t>
            </a:r>
            <a:r>
              <a:rPr lang="zh-CN" altLang="en-US" sz="4267" b="1" dirty="0">
                <a:solidFill>
                  <a:srgbClr val="000066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rPr>
              <a:t>副歌</a:t>
            </a:r>
            <a:r>
              <a:rPr lang="en-US" sz="4267" b="1" dirty="0">
                <a:solidFill>
                  <a:srgbClr val="000066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rPr>
              <a:t> )</a:t>
            </a:r>
            <a:endParaRPr lang="vi-VN" sz="4267" b="1" dirty="0">
              <a:solidFill>
                <a:srgbClr val="000066"/>
              </a:solidFill>
              <a:ea typeface="Microsoft JhengHei" panose="020B0604030504040204" pitchFamily="34" charset="-120"/>
            </a:endParaRPr>
          </a:p>
        </p:txBody>
      </p:sp>
    </p:spTree>
    <p:extLst>
      <p:ext uri="{BB962C8B-B14F-4D97-AF65-F5344CB8AC3E}">
        <p14:creationId xmlns:p14="http://schemas.microsoft.com/office/powerpoint/2010/main" val="884801084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內容版面配置區 4"/>
          <p:cNvSpPr>
            <a:spLocks noGrp="1"/>
          </p:cNvSpPr>
          <p:nvPr>
            <p:ph idx="1"/>
          </p:nvPr>
        </p:nvSpPr>
        <p:spPr>
          <a:xfrm>
            <a:off x="0" y="2084851"/>
            <a:ext cx="12192000" cy="2404863"/>
          </a:xfrm>
        </p:spPr>
        <p:txBody>
          <a:bodyPr anchor="ctr">
            <a:normAutofit/>
          </a:bodyPr>
          <a:lstStyle/>
          <a:p>
            <a:pPr algn="ctr">
              <a:buNone/>
            </a:pPr>
            <a:r>
              <a:rPr lang="zh-TW" altLang="en-US" sz="6400" b="1" dirty="0">
                <a:solidFill>
                  <a:srgbClr val="000066"/>
                </a:solidFill>
                <a:latin typeface="微軟正黑體" pitchFamily="34" charset="-120"/>
                <a:ea typeface="微軟正黑體" pitchFamily="34" charset="-120"/>
              </a:rPr>
              <a:t>用我口  叫人知道</a:t>
            </a:r>
          </a:p>
          <a:p>
            <a:pPr algn="ctr">
              <a:buNone/>
            </a:pPr>
            <a:r>
              <a:rPr lang="zh-CN" altLang="en-US" sz="6400" b="1" dirty="0">
                <a:solidFill>
                  <a:srgbClr val="000066"/>
                </a:solidFill>
                <a:latin typeface="微軟正黑體" pitchFamily="34" charset="-120"/>
                <a:ea typeface="微軟正黑體" pitchFamily="34" charset="-120"/>
              </a:rPr>
              <a:t>祢</a:t>
            </a:r>
            <a:r>
              <a:rPr lang="zh-TW" altLang="en-US" sz="6400" b="1" dirty="0">
                <a:solidFill>
                  <a:srgbClr val="000066"/>
                </a:solidFill>
                <a:latin typeface="微軟正黑體" pitchFamily="34" charset="-120"/>
                <a:ea typeface="微軟正黑體" pitchFamily="34" charset="-120"/>
              </a:rPr>
              <a:t>大信實直到永遠萬代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0" y="5157192"/>
            <a:ext cx="12192000" cy="74898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4267" b="1" dirty="0">
                <a:solidFill>
                  <a:srgbClr val="000066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rPr>
              <a:t>( </a:t>
            </a:r>
            <a:r>
              <a:rPr lang="zh-CN" altLang="en-US" sz="4267" b="1" dirty="0">
                <a:solidFill>
                  <a:srgbClr val="000066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rPr>
              <a:t>副歌</a:t>
            </a:r>
            <a:r>
              <a:rPr lang="en-US" sz="4267" b="1" dirty="0">
                <a:solidFill>
                  <a:srgbClr val="000066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rPr>
              <a:t> )</a:t>
            </a:r>
            <a:endParaRPr lang="vi-VN" sz="4267" b="1" dirty="0">
              <a:solidFill>
                <a:srgbClr val="000066"/>
              </a:solidFill>
              <a:ea typeface="Microsoft JhengHei" panose="020B0604030504040204" pitchFamily="34" charset="-120"/>
            </a:endParaRPr>
          </a:p>
        </p:txBody>
      </p:sp>
    </p:spTree>
    <p:extLst>
      <p:ext uri="{BB962C8B-B14F-4D97-AF65-F5344CB8AC3E}">
        <p14:creationId xmlns:p14="http://schemas.microsoft.com/office/powerpoint/2010/main" val="3730489736"/>
      </p:ext>
    </p:extLst>
  </p:cSld>
  <p:clrMapOvr>
    <a:masterClrMapping/>
  </p:clrMapOvr>
</p:sld>
</file>

<file path=ppt/theme/theme1.xml><?xml version="1.0" encoding="utf-8"?>
<a:theme xmlns:a="http://schemas.openxmlformats.org/drawingml/2006/main" name="佈景主題1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佈景主題1</Template>
  <TotalTime>8</TotalTime>
  <Words>100</Words>
  <Application>Microsoft Office PowerPoint</Application>
  <PresentationFormat>Widescreen</PresentationFormat>
  <Paragraphs>13</Paragraphs>
  <Slides>5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5</vt:i4>
      </vt:variant>
    </vt:vector>
  </HeadingPairs>
  <TitlesOfParts>
    <vt:vector size="10" baseType="lpstr">
      <vt:lpstr>微軟正黑體</vt:lpstr>
      <vt:lpstr>微軟正黑體</vt:lpstr>
      <vt:lpstr>Arial</vt:lpstr>
      <vt:lpstr>Calibri</vt:lpstr>
      <vt:lpstr>佈景主題1</vt:lpstr>
      <vt:lpstr>我要唱耶和華的大慈愛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我要唱耶和華的大慈愛</dc:title>
  <dc:creator>User</dc:creator>
  <cp:lastModifiedBy>batisuoc</cp:lastModifiedBy>
  <cp:revision>6</cp:revision>
  <dcterms:created xsi:type="dcterms:W3CDTF">2017-03-19T01:01:58Z</dcterms:created>
  <dcterms:modified xsi:type="dcterms:W3CDTF">2025-10-11T09:30:21Z</dcterms:modified>
</cp:coreProperties>
</file>