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3" r:id="rId2"/>
    <p:sldId id="390" r:id="rId3"/>
    <p:sldId id="391" r:id="rId4"/>
    <p:sldId id="392" r:id="rId5"/>
    <p:sldId id="393" r:id="rId6"/>
    <p:sldId id="394" r:id="rId7"/>
    <p:sldId id="395" r:id="rId8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32" autoAdjust="0"/>
    <p:restoredTop sz="94660"/>
  </p:normalViewPr>
  <p:slideViewPr>
    <p:cSldViewPr snapToGrid="0">
      <p:cViewPr varScale="1">
        <p:scale>
          <a:sx n="59" d="100"/>
          <a:sy n="59" d="100"/>
        </p:scale>
        <p:origin x="78" y="1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1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9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9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2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1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5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1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2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88704-7058-4526-95CD-2A163221AB6F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愛祢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讓那新鮮的愛   常湧自我心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讓那起初的愛   焚燒在我心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040C0-2530-CEFD-B947-3E77EE50B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708CB6E-1924-116D-F9C3-374570ADB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愛祢   更愛祢   一生愛祢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愛祢   更愛祢   天天愛祢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E55961-82E2-0FE7-AEB2-CD1A5BF5651C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85790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AD961-2EDE-54F9-8F2F-911C07BD5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182D05B-BA0C-783E-9877-7DDC42289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愛祢   更愛祢   一生愛祢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愛祢   更愛祢   天天愛祢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477882-5E3D-6EFF-D15F-1C96C94023EF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79197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D7DC2-F3A4-4738-5455-05AD5D908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DAF23FD-7360-DFE9-DC02-F09D5B464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愛祢   更愛祢   時刻愛祢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愛祢   更愛祢   永遠愛祢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8BD59C-0C25-54D9-4AA0-CE5EB89AFBC8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07118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D1070-029C-021E-52B4-26CF55306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EC2AECE-EC98-9472-6F14-D998EC1C8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愛祢   更愛祢   一生愛祢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愛祢   更愛祢   天天愛祢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E2A8D7-6092-A426-930C-ABBBA037351E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結尾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84540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F5372-739E-D3F5-90F7-4DCF0318F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74A1E1B-630F-2D13-542A-BBE0CB846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天天愛祢  時刻愛祢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天天愛祢   時刻愛祢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 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永遠愛祢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12449C-3724-73FC-40EE-FD1FB60636F9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結尾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99446848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文詩歌儲存" id="{E0DF756C-B689-4A49-A343-6050050733AA}" vid="{979C1A4B-FDC7-484D-A782-7FA72675E2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中文詩歌儲存</Template>
  <TotalTime>3</TotalTime>
  <Words>140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微軟正黑體</vt:lpstr>
      <vt:lpstr>微軟正黑體</vt:lpstr>
      <vt:lpstr>Arial</vt:lpstr>
      <vt:lpstr>Calibri</vt:lpstr>
      <vt:lpstr>Theme1</vt:lpstr>
      <vt:lpstr>愛祢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Uncle Jo</dc:creator>
  <cp:lastModifiedBy>Uncle Jo</cp:lastModifiedBy>
  <cp:revision>1</cp:revision>
  <dcterms:created xsi:type="dcterms:W3CDTF">2026-06-19T17:09:42Z</dcterms:created>
  <dcterms:modified xsi:type="dcterms:W3CDTF">2026-06-19T17:12:53Z</dcterms:modified>
</cp:coreProperties>
</file>