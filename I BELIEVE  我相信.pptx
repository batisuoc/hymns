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5" d="100"/>
          <a:sy n="75" d="100"/>
        </p:scale>
        <p:origin x="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CC6F-0312-4C40-BA63-6262FD2D39CE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73BB-2E2B-4188-B193-909316549C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44077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CC6F-0312-4C40-BA63-6262FD2D39CE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73BB-2E2B-4188-B193-909316549C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31632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CC6F-0312-4C40-BA63-6262FD2D39CE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73BB-2E2B-4188-B193-909316549C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3246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CC6F-0312-4C40-BA63-6262FD2D39CE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73BB-2E2B-4188-B193-909316549C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89775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CC6F-0312-4C40-BA63-6262FD2D39CE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73BB-2E2B-4188-B193-909316549C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08495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CC6F-0312-4C40-BA63-6262FD2D39CE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73BB-2E2B-4188-B193-909316549C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14844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CC6F-0312-4C40-BA63-6262FD2D39CE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73BB-2E2B-4188-B193-909316549C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44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CC6F-0312-4C40-BA63-6262FD2D39CE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73BB-2E2B-4188-B193-909316549C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05934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CC6F-0312-4C40-BA63-6262FD2D39CE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73BB-2E2B-4188-B193-909316549C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80680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CC6F-0312-4C40-BA63-6262FD2D39CE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73BB-2E2B-4188-B193-909316549C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29614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CC6F-0312-4C40-BA63-6262FD2D39CE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573BB-2E2B-4188-B193-909316549C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09440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CCC6F-0312-4C40-BA63-6262FD2D39CE}" type="datetimeFigureOut">
              <a:rPr lang="vi-VN" smtClean="0"/>
              <a:t>23/10/2025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573BB-2E2B-4188-B193-909316549C5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5096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vi-VN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軟正黑體" pitchFamily="34" charset="-120"/>
              </a:rPr>
              <a:t>I BELIEVE 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我相信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8809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我相信天父創造世界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我相信耶穌死裡復活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58D069-D18E-8812-16E6-CC2E3748D8D8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1721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我相信聖靈住在我心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賜給我寶貴極大能力</a:t>
            </a:r>
            <a:endParaRPr lang="vi-VN" sz="6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4ACEE9-98A2-F504-FE28-D475846BF67F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71745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altLang="zh-TW" sz="6400" b="1" dirty="0">
                <a:solidFill>
                  <a:srgbClr val="000066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I believe</a:t>
            </a:r>
            <a:r>
              <a:rPr lang="vi-VN" altLang="zh-TW" sz="6400" b="1" dirty="0">
                <a:solidFill>
                  <a:srgbClr val="000066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我相信耶穌是真神</a:t>
            </a:r>
            <a:endParaRPr lang="vi-VN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永遠得勝君王</a:t>
            </a:r>
            <a:endParaRPr lang="vi-VN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C1C930-1F4B-4DF3-29C2-475B57C425A8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7572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我敬拜</a:t>
            </a:r>
            <a:r>
              <a:rPr lang="vi-V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高舉耶穌基督的名</a:t>
            </a:r>
            <a:endParaRPr lang="vi-VN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超乎萬名之上的名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EDBD2A-C343-7C7C-1201-D98D88C6A523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5413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耶穌是主</a:t>
            </a:r>
            <a:r>
              <a:rPr lang="vi-V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耶穌是主</a:t>
            </a:r>
            <a:endParaRPr lang="vi-VN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死亡的毒鈎</a:t>
            </a:r>
            <a:r>
              <a:rPr lang="vi-V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你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在哪裡</a:t>
            </a:r>
            <a:endParaRPr lang="vi-VN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2E6D42-5558-D14C-AF6E-8ED6693055CC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726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墳墓不能勝過復活的能力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E8FAED-B84E-99CB-08B8-DB77F99FE171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5734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耶穌是主</a:t>
            </a:r>
            <a:r>
              <a:rPr lang="vi-V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耶穌是主</a:t>
            </a:r>
            <a:endParaRPr lang="vi-VN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萬膝要跪拜</a:t>
            </a:r>
            <a:r>
              <a:rPr lang="vi-V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萬口承認</a:t>
            </a:r>
            <a:endParaRPr lang="vi-VN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3BF5DF-A9BF-11D0-A4B4-960409ECCC7D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2767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耶穌基督</a:t>
            </a:r>
            <a:r>
              <a:rPr lang="vi-VN" altLang="zh-TW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世界的主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66B597-27A4-3B3F-ADA1-655E37B46F47}"/>
              </a:ext>
            </a:extLst>
          </p:cNvPr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7128972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</TotalTime>
  <Words>157</Words>
  <Application>Microsoft Office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I BELIEVE 我相信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BELIEVE  我相信</dc:title>
  <dc:creator>Windows User</dc:creator>
  <cp:lastModifiedBy>batisuoc</cp:lastModifiedBy>
  <cp:revision>4</cp:revision>
  <dcterms:created xsi:type="dcterms:W3CDTF">2020-08-20T18:58:56Z</dcterms:created>
  <dcterms:modified xsi:type="dcterms:W3CDTF">2025-10-22T17:19:23Z</dcterms:modified>
</cp:coreProperties>
</file>