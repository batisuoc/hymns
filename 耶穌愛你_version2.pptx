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96" y="1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20EF2-FA3C-443D-80BF-461CEB4436F5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9216-FFDC-43AC-A86E-AC828E343C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180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20EF2-FA3C-443D-80BF-461CEB4436F5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9216-FFDC-43AC-A86E-AC828E343C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1643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20EF2-FA3C-443D-80BF-461CEB4436F5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9216-FFDC-43AC-A86E-AC828E343C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6811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20EF2-FA3C-443D-80BF-461CEB4436F5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9216-FFDC-43AC-A86E-AC828E343C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3688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20EF2-FA3C-443D-80BF-461CEB4436F5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9216-FFDC-43AC-A86E-AC828E343C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6457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20EF2-FA3C-443D-80BF-461CEB4436F5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9216-FFDC-43AC-A86E-AC828E343C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1965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20EF2-FA3C-443D-80BF-461CEB4436F5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9216-FFDC-43AC-A86E-AC828E343C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8381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20EF2-FA3C-443D-80BF-461CEB4436F5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9216-FFDC-43AC-A86E-AC828E343C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658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20EF2-FA3C-443D-80BF-461CEB4436F5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9216-FFDC-43AC-A86E-AC828E343C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9109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20EF2-FA3C-443D-80BF-461CEB4436F5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9216-FFDC-43AC-A86E-AC828E343C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3649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20EF2-FA3C-443D-80BF-461CEB4436F5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9216-FFDC-43AC-A86E-AC828E343C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2510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20EF2-FA3C-443D-80BF-461CEB4436F5}" type="datetimeFigureOut">
              <a:rPr lang="zh-TW" altLang="en-US" smtClean="0"/>
              <a:t>2025/12/18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19216-FFDC-43AC-A86E-AC828E343C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393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軟正黑體" pitchFamily="34" charset="-120"/>
                <a:ea typeface="微軟正黑體" pitchFamily="34" charset="-120"/>
              </a:rPr>
              <a:t>耶穌愛你</a:t>
            </a:r>
            <a:endParaRPr lang="zh-TW" altLang="en-US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2578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zh-CN" altLang="en-US" sz="5400" b="1" dirty="0">
                <a:latin typeface="微軟正黑體" pitchFamily="34" charset="-120"/>
                <a:ea typeface="微軟正黑體" pitchFamily="34" charset="-120"/>
              </a:rPr>
              <a:t>耶穌愛你  耶穌愛你</a:t>
            </a:r>
            <a:endParaRPr lang="en-US" altLang="zh-CN" sz="5400" b="1" dirty="0"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5400" b="1" dirty="0">
                <a:latin typeface="微軟正黑體" pitchFamily="34" charset="-120"/>
                <a:ea typeface="微軟正黑體" pitchFamily="34" charset="-120"/>
              </a:rPr>
              <a:t>耶穌愛你</a:t>
            </a:r>
            <a:r>
              <a:rPr lang="en-US" altLang="zh-CN" sz="5400" b="1" dirty="0"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CN" altLang="en-US" sz="5400" b="1" dirty="0">
                <a:latin typeface="微軟正黑體" pitchFamily="34" charset="-120"/>
                <a:ea typeface="微軟正黑體" pitchFamily="34" charset="-120"/>
              </a:rPr>
              <a:t>不要忘記</a:t>
            </a:r>
            <a:endParaRPr lang="en-US" altLang="zh-CN" sz="5400" b="1" dirty="0"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5400" b="1" dirty="0">
                <a:latin typeface="微軟正黑體" pitchFamily="34" charset="-120"/>
                <a:ea typeface="微軟正黑體" pitchFamily="34" charset="-120"/>
              </a:rPr>
              <a:t>基督耶穌降生爲你</a:t>
            </a:r>
            <a:endParaRPr lang="en-US" altLang="zh-CN" sz="5400" b="1" dirty="0"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5400" b="1" dirty="0">
                <a:latin typeface="微軟正黑體" pitchFamily="34" charset="-120"/>
                <a:ea typeface="微軟正黑體" pitchFamily="34" charset="-120"/>
              </a:rPr>
              <a:t>（</a:t>
            </a:r>
            <a:r>
              <a:rPr lang="en-US" altLang="zh-CN" sz="5400" b="1" dirty="0">
                <a:latin typeface="微軟正黑體" pitchFamily="34" charset="-120"/>
                <a:ea typeface="微軟正黑體" pitchFamily="34" charset="-120"/>
              </a:rPr>
              <a:t>x2</a:t>
            </a:r>
            <a:r>
              <a:rPr lang="zh-CN" altLang="en-US" sz="5400" b="1" dirty="0">
                <a:latin typeface="微軟正黑體" pitchFamily="34" charset="-120"/>
                <a:ea typeface="微軟正黑體" pitchFamily="34" charset="-120"/>
              </a:rPr>
              <a:t>）</a:t>
            </a:r>
            <a:endParaRPr lang="zh-TW" altLang="en-US" sz="5400" b="1" dirty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軟正黑體" pitchFamily="34" charset="-120"/>
                <a:ea typeface="微軟正黑體" pitchFamily="34" charset="-120"/>
              </a:rPr>
              <a:t>耶穌愛你</a:t>
            </a:r>
            <a:endParaRPr lang="zh-TW" altLang="en-US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2578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zh-CN" altLang="en-US" sz="5400" b="1" dirty="0">
                <a:latin typeface="微軟正黑體" pitchFamily="34" charset="-120"/>
                <a:ea typeface="微軟正黑體" pitchFamily="34" charset="-120"/>
              </a:rPr>
              <a:t>祂生在馬槽裡</a:t>
            </a:r>
            <a:endParaRPr lang="en-US" altLang="zh-CN" sz="5400" b="1" dirty="0"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5400" b="1" dirty="0">
                <a:latin typeface="微軟正黑體" pitchFamily="34" charset="-120"/>
                <a:ea typeface="微軟正黑體" pitchFamily="34" charset="-120"/>
              </a:rPr>
              <a:t>捨尊貴來救你</a:t>
            </a:r>
            <a:endParaRPr lang="en-US" altLang="zh-CN" sz="5400" b="1" dirty="0"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5400" b="1" dirty="0">
                <a:latin typeface="微軟正黑體" pitchFamily="34" charset="-120"/>
                <a:ea typeface="微軟正黑體" pitchFamily="34" charset="-120"/>
              </a:rPr>
              <a:t>我們的一切過犯</a:t>
            </a:r>
            <a:endParaRPr lang="en-US" altLang="zh-CN" sz="5400" b="1" dirty="0"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5400" b="1" dirty="0">
                <a:latin typeface="微軟正黑體" pitchFamily="34" charset="-120"/>
                <a:ea typeface="微軟正黑體" pitchFamily="34" charset="-120"/>
              </a:rPr>
              <a:t>祂都爲我們擔起</a:t>
            </a:r>
            <a:endParaRPr lang="zh-TW" altLang="en-US" sz="5400" b="1" dirty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軟正黑體" pitchFamily="34" charset="-120"/>
                <a:ea typeface="微軟正黑體" pitchFamily="34" charset="-120"/>
              </a:rPr>
              <a:t>耶穌愛你</a:t>
            </a:r>
            <a:endParaRPr lang="zh-TW" altLang="en-US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2578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zh-CN" altLang="en-US" sz="5400" b="1" dirty="0">
                <a:latin typeface="微軟正黑體" pitchFamily="34" charset="-120"/>
                <a:ea typeface="微軟正黑體" pitchFamily="34" charset="-120"/>
              </a:rPr>
              <a:t>耶穌</a:t>
            </a:r>
            <a:r>
              <a:rPr lang="zh-CN" altLang="en-US" sz="5400" b="1">
                <a:latin typeface="微軟正黑體" pitchFamily="34" charset="-120"/>
                <a:ea typeface="微軟正黑體" pitchFamily="34" charset="-120"/>
              </a:rPr>
              <a:t>愛你  耶</a:t>
            </a:r>
            <a:r>
              <a:rPr lang="zh-CN" altLang="en-US" sz="5400" b="1" dirty="0">
                <a:latin typeface="微軟正黑體" pitchFamily="34" charset="-120"/>
                <a:ea typeface="微軟正黑體" pitchFamily="34" charset="-120"/>
              </a:rPr>
              <a:t>穌愛你</a:t>
            </a:r>
            <a:endParaRPr lang="en-US" altLang="zh-CN" sz="5400" b="1" dirty="0"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5400" b="1" dirty="0">
                <a:latin typeface="微軟正黑體" pitchFamily="34" charset="-120"/>
                <a:ea typeface="微軟正黑體" pitchFamily="34" charset="-120"/>
              </a:rPr>
              <a:t>耶穌愛你</a:t>
            </a:r>
            <a:r>
              <a:rPr lang="en-US" altLang="zh-CN" sz="5400" b="1" dirty="0"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CN" altLang="en-US" sz="5400" b="1" dirty="0">
                <a:latin typeface="微軟正黑體" pitchFamily="34" charset="-120"/>
                <a:ea typeface="微軟正黑體" pitchFamily="34" charset="-120"/>
              </a:rPr>
              <a:t>不要忘記</a:t>
            </a:r>
            <a:endParaRPr lang="en-US" altLang="zh-CN" sz="5400" b="1" dirty="0"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5400" b="1" dirty="0">
                <a:latin typeface="微軟正黑體" pitchFamily="34" charset="-120"/>
                <a:ea typeface="微軟正黑體" pitchFamily="34" charset="-120"/>
              </a:rPr>
              <a:t>基督耶穌降生爲你</a:t>
            </a:r>
            <a:endParaRPr lang="en-US" altLang="zh-CN" sz="5400" b="1" dirty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20</TotalTime>
  <Words>89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Microsoft JhengHei</vt:lpstr>
      <vt:lpstr>Arial</vt:lpstr>
      <vt:lpstr>Calibri</vt:lpstr>
      <vt:lpstr>Theme1</vt:lpstr>
      <vt:lpstr>耶穌愛你</vt:lpstr>
      <vt:lpstr>耶穌愛你</vt:lpstr>
      <vt:lpstr>耶穌愛你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耶穌愛你</dc:title>
  <dc:creator>DaTang</dc:creator>
  <cp:lastModifiedBy>Uncle Jo</cp:lastModifiedBy>
  <cp:revision>6</cp:revision>
  <dcterms:created xsi:type="dcterms:W3CDTF">2018-11-20T13:00:49Z</dcterms:created>
  <dcterms:modified xsi:type="dcterms:W3CDTF">2025-12-17T18:00:00Z</dcterms:modified>
</cp:coreProperties>
</file>