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1" r:id="rId3"/>
    <p:sldId id="262" r:id="rId4"/>
    <p:sldId id="263" r:id="rId5"/>
    <p:sldId id="264" r:id="rId6"/>
    <p:sldId id="265" r:id="rId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282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2428B-E0FF-44E0-A80A-27AE54E055F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A483-B46D-40B0-95AD-A575049B2E2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2428B-E0FF-44E0-A80A-27AE54E055F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A483-B46D-40B0-95AD-A575049B2E2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2428B-E0FF-44E0-A80A-27AE54E055F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A483-B46D-40B0-95AD-A575049B2E2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2428B-E0FF-44E0-A80A-27AE54E055F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A483-B46D-40B0-95AD-A575049B2E2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2428B-E0FF-44E0-A80A-27AE54E055F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A483-B46D-40B0-95AD-A575049B2E2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2428B-E0FF-44E0-A80A-27AE54E055F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A483-B46D-40B0-95AD-A575049B2E2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2428B-E0FF-44E0-A80A-27AE54E055F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A483-B46D-40B0-95AD-A575049B2E2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2428B-E0FF-44E0-A80A-27AE54E055F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A483-B46D-40B0-95AD-A575049B2E2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2428B-E0FF-44E0-A80A-27AE54E055F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A483-B46D-40B0-95AD-A575049B2E2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2428B-E0FF-44E0-A80A-27AE54E055F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A483-B46D-40B0-95AD-A575049B2E2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2428B-E0FF-44E0-A80A-27AE54E055F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A483-B46D-40B0-95AD-A575049B2E2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82428B-E0FF-44E0-A80A-27AE54E055F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8FA483-B46D-40B0-95AD-A575049B2E2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038350"/>
            <a:ext cx="9144000" cy="857250"/>
          </a:xfrm>
        </p:spPr>
        <p:txBody>
          <a:bodyPr>
            <a:noAutofit/>
          </a:bodyPr>
          <a:lstStyle/>
          <a:p>
            <a:r>
              <a:rPr lang="zh-CN" altLang="en-US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犧牲的愛</a:t>
            </a:r>
            <a:endParaRPr lang="zh-TW" altLang="en-US" sz="54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46084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在十字架上  </a:t>
            </a:r>
            <a:r>
              <a:rPr lang="zh-CN" altLang="en-US" sz="48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為我捨命</a:t>
            </a:r>
            <a:endParaRPr lang="en-US" altLang="zh-TW" sz="48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受鞭傷  使我得醫治</a:t>
            </a:r>
            <a:endParaRPr lang="en-US" altLang="zh-TW" sz="48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13889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99445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所有的罪惡   </a:t>
            </a: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為我擔當</a:t>
            </a:r>
            <a:endParaRPr lang="en-US" altLang="zh-TW" sz="48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受刑罰  使我得平安</a:t>
            </a:r>
            <a:endParaRPr lang="en-US" sz="48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13889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55027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何等犧牲的愛</a:t>
            </a:r>
            <a:endParaRPr lang="en-US" altLang="zh-TW" sz="48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聖潔聖子成為贖罪祭</a:t>
            </a:r>
            <a:endParaRPr lang="en-US" sz="48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13889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66229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何等能力勝死亡權勢</a:t>
            </a:r>
            <a:endParaRPr lang="en-US" altLang="zh-TW" sz="48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今我屬</a:t>
            </a: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   </a:t>
            </a:r>
            <a:r>
              <a:rPr lang="zh-TW" altLang="en-US" sz="48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永活的真神</a:t>
            </a:r>
            <a:endParaRPr lang="en-US" sz="48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13889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34478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在這個時刻   我心只有</a:t>
            </a: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48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我的主   我唯一的愛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13889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結尾 </a:t>
            </a:r>
            <a:r>
              <a:rPr 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09290930"/>
      </p:ext>
    </p:extLst>
  </p:cSld>
  <p:clrMapOvr>
    <a:masterClrMapping/>
  </p:clrMapOvr>
</p:sld>
</file>

<file path=ppt/theme/theme1.xml><?xml version="1.0" encoding="utf-8"?>
<a:theme xmlns:a="http://schemas.openxmlformats.org/drawingml/2006/main" name="Church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Church Theme</Template>
  <TotalTime>4</TotalTime>
  <Words>111</Words>
  <Application>Microsoft Office PowerPoint</Application>
  <PresentationFormat>On-screen Show (16:9)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微軟正黑體</vt:lpstr>
      <vt:lpstr>微軟正黑體</vt:lpstr>
      <vt:lpstr>Arial</vt:lpstr>
      <vt:lpstr>Calibri</vt:lpstr>
      <vt:lpstr>Church Theme</vt:lpstr>
      <vt:lpstr>犧牲的愛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犧牲的愛</dc:title>
  <dc:creator>Windows User</dc:creator>
  <cp:lastModifiedBy>Uncle Jo</cp:lastModifiedBy>
  <cp:revision>5</cp:revision>
  <dcterms:created xsi:type="dcterms:W3CDTF">2019-07-09T05:45:57Z</dcterms:created>
  <dcterms:modified xsi:type="dcterms:W3CDTF">2026-02-27T15:29:42Z</dcterms:modified>
</cp:coreProperties>
</file>