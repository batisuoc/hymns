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391" r:id="rId4"/>
    <p:sldId id="392" r:id="rId5"/>
    <p:sldId id="393" r:id="rId6"/>
    <p:sldId id="394" r:id="rId7"/>
    <p:sldId id="395" r:id="rId8"/>
    <p:sldId id="396" r:id="rId9"/>
    <p:sldId id="397" r:id="rId1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65" autoAdjust="0"/>
    <p:restoredTop sz="94660"/>
  </p:normalViewPr>
  <p:slideViewPr>
    <p:cSldViewPr snapToGrid="0">
      <p:cViewPr varScale="1">
        <p:scale>
          <a:sx n="57" d="100"/>
          <a:sy n="57" d="100"/>
        </p:scale>
        <p:origin x="78" y="1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E16A8-75C3-4968-B421-5020A2C165C0}" type="datetimeFigureOut">
              <a:rPr lang="en-US" smtClean="0"/>
              <a:t>6/22/2024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66A5-DDCC-4A1F-AEDD-4C816BDE0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533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E16A8-75C3-4968-B421-5020A2C165C0}" type="datetimeFigureOut">
              <a:rPr lang="en-US" smtClean="0"/>
              <a:t>6/22/2024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66A5-DDCC-4A1F-AEDD-4C816BDE0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324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E16A8-75C3-4968-B421-5020A2C165C0}" type="datetimeFigureOut">
              <a:rPr lang="en-US" smtClean="0"/>
              <a:t>6/22/2024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66A5-DDCC-4A1F-AEDD-4C816BDE0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172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E16A8-75C3-4968-B421-5020A2C165C0}" type="datetimeFigureOut">
              <a:rPr lang="en-US" smtClean="0"/>
              <a:t>6/22/2024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66A5-DDCC-4A1F-AEDD-4C816BDE0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69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E16A8-75C3-4968-B421-5020A2C165C0}" type="datetimeFigureOut">
              <a:rPr lang="en-US" smtClean="0"/>
              <a:t>6/22/2024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66A5-DDCC-4A1F-AEDD-4C816BDE0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942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E16A8-75C3-4968-B421-5020A2C165C0}" type="datetimeFigureOut">
              <a:rPr lang="en-US" smtClean="0"/>
              <a:t>6/22/2024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66A5-DDCC-4A1F-AEDD-4C816BDE0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602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E16A8-75C3-4968-B421-5020A2C165C0}" type="datetimeFigureOut">
              <a:rPr lang="en-US" smtClean="0"/>
              <a:t>6/22/2024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66A5-DDCC-4A1F-AEDD-4C816BDE0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159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E16A8-75C3-4968-B421-5020A2C165C0}" type="datetimeFigureOut">
              <a:rPr lang="en-US" smtClean="0"/>
              <a:t>6/22/2024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66A5-DDCC-4A1F-AEDD-4C816BDE0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667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E16A8-75C3-4968-B421-5020A2C165C0}" type="datetimeFigureOut">
              <a:rPr lang="en-US" smtClean="0"/>
              <a:t>6/22/2024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66A5-DDCC-4A1F-AEDD-4C816BDE0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50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E16A8-75C3-4968-B421-5020A2C165C0}" type="datetimeFigureOut">
              <a:rPr lang="en-US" smtClean="0"/>
              <a:t>6/22/2024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66A5-DDCC-4A1F-AEDD-4C816BDE0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995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E16A8-75C3-4968-B421-5020A2C165C0}" type="datetimeFigureOut">
              <a:rPr lang="en-US" smtClean="0"/>
              <a:t>6/22/2024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66A5-DDCC-4A1F-AEDD-4C816BDE0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825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CE16A8-75C3-4968-B421-5020A2C165C0}" type="datetimeFigureOut">
              <a:rPr lang="en-US" smtClean="0"/>
              <a:t>6/22/2024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3566A5-DDCC-4A1F-AEDD-4C816BDE0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61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創造奇觀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事物道理千千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彷彿早已設計過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種籽爆開變大樹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海水曬乾變白鹽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34952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早起天會放光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空氣始終不會短缺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80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心肝腑肺各有功能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你我構造奇妙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60469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大地生機  循環不息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一生考察沒法識透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81558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萬物實有主宰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只需睜眼細細看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44126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野獸晚間可見路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螞蟻細小會造巢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57378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深海魚會發光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都靠創造主去管理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3893082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</TotalTime>
  <Words>154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Microsoft JhengHei</vt:lpstr>
      <vt:lpstr>Microsoft JhengHei</vt:lpstr>
      <vt:lpstr>Arial</vt:lpstr>
      <vt:lpstr>Calibri</vt:lpstr>
      <vt:lpstr>Theme1</vt:lpstr>
      <vt:lpstr>創造奇觀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1</cp:revision>
  <dcterms:created xsi:type="dcterms:W3CDTF">2024-06-22T14:25:51Z</dcterms:created>
  <dcterms:modified xsi:type="dcterms:W3CDTF">2024-06-22T14:27:40Z</dcterms:modified>
</cp:coreProperties>
</file>