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天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恩廣大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天上的父親大慈悲呀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賜給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衣食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都全備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D404F-F366-EC9D-10B7-250CC997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9B742E4-20B9-628F-A909-73696E354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我定要服從祂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向祂心謙卑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祂是春風我是草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讓祂吹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9A28CD-65D7-9350-EB81-50CC91351E2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8347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8B484-F15A-8E46-4B8F-33E56E735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03519D6-2B57-355D-1591-7B669B6D6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不憂愁今天穿什麼呀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不憂愁今天吃什麼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CE8D5-8342-3086-C51A-BBC7378FB3F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( 2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321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61A38-C878-9883-3744-1E87151E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39CE8AB-26F9-BE06-E1EA-E0EB446E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我天父祂知道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怎樣養活我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只要為祂勤做工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穩妥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89967-A615-396E-D1F2-AE563B3C1A5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( 2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1527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A0871-8A5C-9A9D-F133-C462112C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3D2D2F0-32F8-C543-7DEA-F389F09B9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請看小鳥飛上飛下呀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還有那野地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百合花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F74F7-ADCB-149C-505E-399B09CA129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( 3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0271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B0EB3-AED2-09C1-F4FF-D0A7D111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6AA432E-DDF6-2FDD-B81A-422C661AC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也不種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也不收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也不曾紡紗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天父尚且養活它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何況咱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8372D-14E7-80EC-C5BB-9DCC82C15CC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( 3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549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12F14-46B5-4404-8069-AC85B8CCD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070C91E-9898-2EEE-857A-EE9065CC1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所羅門皇帝享榮華呀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也不如飛鳥百合花呀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711DEC-8620-B295-A28F-6B9215E5897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( 4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7764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45212-B5AB-3763-4F5A-7682A2B2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CA2DECF-A93C-0250-4236-3C5C92578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眾弟兄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不要傻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你們知道嗎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天父恩典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真廣</a:t>
            </a:r>
            <a:r>
              <a:rPr lang="zh-CN" altLang="en-US" sz="6400" b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　真廣大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65B1F-1C19-3161-BA1A-9873FD4A079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( 4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/ 4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745986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7</TotalTime>
  <Words>200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Theme1</vt:lpstr>
      <vt:lpstr>天恩廣大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4</cp:revision>
  <dcterms:created xsi:type="dcterms:W3CDTF">2026-07-20T15:34:10Z</dcterms:created>
  <dcterms:modified xsi:type="dcterms:W3CDTF">2026-07-20T15:41:41Z</dcterms:modified>
</cp:coreProperties>
</file>