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8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35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9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7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8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6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1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2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0102E-9856-4336-8DBD-429C9C29F51B}" type="datetimeFigureOut">
              <a:rPr lang="en-US" smtClean="0"/>
              <a:t>5/25/2024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C6B6-2460-456F-AB4A-F869A000F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4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這世代要呼求祢</a:t>
            </a:r>
          </a:p>
        </p:txBody>
      </p:sp>
    </p:spTree>
    <p:extLst>
      <p:ext uri="{BB962C8B-B14F-4D97-AF65-F5344CB8AC3E}">
        <p14:creationId xmlns:p14="http://schemas.microsoft.com/office/powerpoint/2010/main" val="3473009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我屬於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差遣  我就跟隨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4163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說話  我就順服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勇敢愛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所愛的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017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我們屬於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求主開啟我們眼睛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829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每世代向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呼求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教我如何爭戰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5032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讓我們不分彼此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眾教會同心呼求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100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這世代要呼求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呼求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的愛降臨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310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高舉起代禱雙手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我們心與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合一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3839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這世代要呼求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呼求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的愛降臨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4792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破口中勇敢站立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旨意成就這地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1232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緊緊跟隨  緊緊跟隨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緊緊跟隨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心意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3975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永不放棄  永不放棄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的國降臨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733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3141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BEAD16CA-F0F9-4ED4-89A2-DF8EA5A21F5D}" vid="{8DB4B75A-1307-42FF-9209-D1FA5BD605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204</Words>
  <Application>Microsoft Office PowerPoint</Application>
  <PresentationFormat>Widescreen</PresentationFormat>
  <Paragraphs>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JhengHei</vt:lpstr>
      <vt:lpstr>Microsoft JhengHei</vt:lpstr>
      <vt:lpstr>Arial</vt:lpstr>
      <vt:lpstr>Calibri</vt:lpstr>
      <vt:lpstr>Theme1</vt:lpstr>
      <vt:lpstr>這世代要呼求祢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這世代要呼求祢</dc:title>
  <dc:creator>batisuoc</dc:creator>
  <cp:lastModifiedBy>batisuoc</cp:lastModifiedBy>
  <cp:revision>2</cp:revision>
  <dcterms:created xsi:type="dcterms:W3CDTF">2023-06-30T16:04:09Z</dcterms:created>
  <dcterms:modified xsi:type="dcterms:W3CDTF">2024-05-25T14:23:48Z</dcterms:modified>
</cp:coreProperties>
</file>