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4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2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6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2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8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5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4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8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A1A7A-9949-4E47-9076-3F29D4AA6BFD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99E2C-C94C-46B5-A887-0353AD5E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3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做個天父的小精兵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做個天父的小精兵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勤讀聖經愛禱告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做個天父的小精兵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立志跟隨耶穌永不變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1453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愛鄰舍愛幫助別人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好孩子天天依靠主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007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愛父母要孝順爸媽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立志跟隨耶穌永不變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994032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89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做個天父的小精兵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2024-10-11T17:40:29Z</dcterms:created>
  <dcterms:modified xsi:type="dcterms:W3CDTF">2024-10-11T17:42:37Z</dcterms:modified>
</cp:coreProperties>
</file>