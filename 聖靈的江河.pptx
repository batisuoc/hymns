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2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聖靈的江河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17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在祢寶座前  有一道生命水流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我們進前來  謙卑等候領受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40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在祢同在中 有滿足的喜樂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聖靈請祢來 自由運行這地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106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聖靈的江河流啊流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自由湧流在這地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301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在我的裡面 生命活水不停息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聖靈的江河 自由湧流到無盡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187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我們歡迎祢  聖靈我們愛祢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025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聖靈的江河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230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在祢寶座前  有一道生命水流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我們進前來  謙卑等候領受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350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在祢同在中 有滿足的喜樂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聖靈請祢來 自由運行這地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306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聖靈的江河流啊流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自由湧流在這地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333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在我的裡面 生命活水不停息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聖靈的江河 自由湧流到無盡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6767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我們歡迎祢  聖靈我們愛祢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3725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聖靈的江河流啊流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自由湧流在這地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62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在我的裡面 生命活水不停息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聖靈的江河 自由湧流到無盡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1797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我們歡迎祢  聖靈我們愛祢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x2 )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87927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303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微軟正黑體</vt:lpstr>
      <vt:lpstr>微軟正黑體</vt:lpstr>
      <vt:lpstr>Arial</vt:lpstr>
      <vt:lpstr>Calibri</vt:lpstr>
      <vt:lpstr>Theme1</vt:lpstr>
      <vt:lpstr>聖靈的江河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聖靈的江河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Joe Cheng</dc:creator>
  <cp:lastModifiedBy>Uncle Jo</cp:lastModifiedBy>
  <cp:revision>19</cp:revision>
  <dcterms:created xsi:type="dcterms:W3CDTF">2026-08-21T14:24:34Z</dcterms:created>
  <dcterms:modified xsi:type="dcterms:W3CDTF">2026-10-15T15:19:34Z</dcterms:modified>
</cp:coreProperties>
</file>