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F8BC4-83C0-4B5D-BD2F-556FD840B31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DAACA-75ED-4EF4-88F0-BA9D56C744D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永活全能的神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3961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已勝過黑暗權勢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已超乎天下萬有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316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是永活全能的神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197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的名要稱為至高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的國度滿有榮耀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3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是永活全能的神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37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已復活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已得勝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118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是天上地下萬王之王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是永活全能的神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4267" b="1">
                <a:solidFill>
                  <a:srgbClr val="660033"/>
                </a:solidFill>
                <a:ea typeface="Microsoft JhengHei" panose="020B0604030504040204" pitchFamily="34" charset="-120"/>
              </a:rPr>
              <a:t>（</a:t>
            </a:r>
            <a:r>
              <a:rPr lang="en-US" sz="4267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6251868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14</TotalTime>
  <Words>116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Church Theme</vt:lpstr>
      <vt:lpstr>永活全能的神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永活全能的神</dc:title>
  <dc:creator>Windows User</dc:creator>
  <cp:lastModifiedBy>batisuoc</cp:lastModifiedBy>
  <cp:revision>3</cp:revision>
  <dcterms:created xsi:type="dcterms:W3CDTF">2019-04-27T17:26:36Z</dcterms:created>
  <dcterms:modified xsi:type="dcterms:W3CDTF">2025-04-25T15:11:11Z</dcterms:modified>
</cp:coreProperties>
</file>