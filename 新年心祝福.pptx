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新年心祝福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感謝天父讓我們今相聚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感謝耶穌讓我們新年潔淨自己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DBAB9-3CB8-3E03-BD8E-04CEE722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9DDCF13-02E3-4BB7-29D8-28526D027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感謝聖靈在心中引導我和你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在主裡把最好的祝福送給你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107CF-D4CA-D74F-7A92-90FC9618216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9364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676AB-2579-F703-DF86-76D2ED50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1AA3AFA-3086-A25D-F5C1-55AA1126D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新的一年你會更有力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新的一年你會更有勇氣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A3799-D29E-735E-79FA-0C774D30F95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1844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DFBF2-41EC-DAC3-6388-FB519E2CB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40087BC-E4F6-E5B2-2D4D-448862A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新的一年神要成就你禱告的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新的一年天天喜樂滿溢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C88E69-9801-6F84-1B40-62789DD23CF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5340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71355-BBAF-83A1-D150-C60F1A4F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266E65A-DFA5-D064-F909-CFBE21153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新的一年你會更有力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新的一年你會更有勇氣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E5C4C-1A39-6143-219B-78186E940AD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6667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B2E37-A4AB-85FC-0988-AAE778DC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4E9B266-77C9-499D-7AA2-8612A9086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新的一年你要縱橫走遍這地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有信心的你一定看到奇蹟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AC779-0682-5DDA-C951-3E8771E4B32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824599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</TotalTime>
  <Words>159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Theme1</vt:lpstr>
      <vt:lpstr>新年心祝福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2026-02-16T03:48:08Z</dcterms:created>
  <dcterms:modified xsi:type="dcterms:W3CDTF">2026-02-16T03:49:46Z</dcterms:modified>
</cp:coreProperties>
</file>