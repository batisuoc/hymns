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391" r:id="rId2"/>
    <p:sldId id="392" r:id="rId3"/>
    <p:sldId id="393" r:id="rId4"/>
    <p:sldId id="398" r:id="rId5"/>
    <p:sldId id="399" r:id="rId6"/>
    <p:sldId id="394" r:id="rId7"/>
    <p:sldId id="395" r:id="rId8"/>
    <p:sldId id="396" r:id="rId9"/>
    <p:sldId id="397" r:id="rId10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90" y="43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30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0C471-FDCC-4F48-98E6-9ACAF31365DE}" type="datetimeFigureOut">
              <a:rPr lang="zh-TW" altLang="en-US" smtClean="0"/>
              <a:t>2025/8/9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80E9F-A189-4010-918C-880EA882FA7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629993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0C471-FDCC-4F48-98E6-9ACAF31365DE}" type="datetimeFigureOut">
              <a:rPr lang="zh-TW" altLang="en-US" smtClean="0"/>
              <a:t>2025/8/9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80E9F-A189-4010-918C-880EA882FA7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515164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0C471-FDCC-4F48-98E6-9ACAF31365DE}" type="datetimeFigureOut">
              <a:rPr lang="zh-TW" altLang="en-US" smtClean="0"/>
              <a:t>2025/8/9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80E9F-A189-4010-918C-880EA882FA7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734155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0C471-FDCC-4F48-98E6-9ACAF31365DE}" type="datetimeFigureOut">
              <a:rPr lang="zh-TW" altLang="en-US" smtClean="0"/>
              <a:t>2025/8/9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80E9F-A189-4010-918C-880EA882FA7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631051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5"/>
            <a:ext cx="5386917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3" y="1535115"/>
            <a:ext cx="5389033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3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0C471-FDCC-4F48-98E6-9ACAF31365DE}" type="datetimeFigureOut">
              <a:rPr lang="zh-TW" altLang="en-US" smtClean="0"/>
              <a:t>2025/8/9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80E9F-A189-4010-918C-880EA882FA7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777773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0C471-FDCC-4F48-98E6-9ACAF31365DE}" type="datetimeFigureOut">
              <a:rPr lang="zh-TW" altLang="en-US" smtClean="0"/>
              <a:t>2025/8/9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80E9F-A189-4010-918C-880EA882FA7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448433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0C471-FDCC-4F48-98E6-9ACAF31365DE}" type="datetimeFigureOut">
              <a:rPr lang="zh-TW" altLang="en-US" smtClean="0"/>
              <a:t>2025/8/9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80E9F-A189-4010-918C-880EA882FA7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181703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51"/>
            <a:ext cx="4011084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5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0C471-FDCC-4F48-98E6-9ACAF31365DE}" type="datetimeFigureOut">
              <a:rPr lang="zh-TW" altLang="en-US" smtClean="0"/>
              <a:t>2025/8/9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80E9F-A189-4010-918C-880EA882FA7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779673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3"/>
            <a:ext cx="73152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41"/>
            <a:ext cx="73152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0C471-FDCC-4F48-98E6-9ACAF31365DE}" type="datetimeFigureOut">
              <a:rPr lang="zh-TW" altLang="en-US" smtClean="0"/>
              <a:t>2025/8/9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80E9F-A189-4010-918C-880EA882FA7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594632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0C471-FDCC-4F48-98E6-9ACAF31365DE}" type="datetimeFigureOut">
              <a:rPr lang="zh-TW" altLang="en-US" smtClean="0"/>
              <a:t>2025/8/9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80E9F-A189-4010-918C-880EA882FA7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190268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0C471-FDCC-4F48-98E6-9ACAF31365DE}" type="datetimeFigureOut">
              <a:rPr lang="zh-TW" altLang="en-US" smtClean="0"/>
              <a:t>2025/8/9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80E9F-A189-4010-918C-880EA882FA7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720932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4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70C471-FDCC-4F48-98E6-9ACAF31365DE}" type="datetimeFigureOut">
              <a:rPr lang="zh-TW" altLang="en-US" smtClean="0"/>
              <a:t>2025/8/9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4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4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780E9F-A189-4010-918C-880EA882FA7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824390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378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92" indent="-342892" algn="l" defTabSz="914378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1" indent="-285743" algn="l" defTabSz="914378" rtl="0" eaLnBrk="1" latinLnBrk="0" hangingPunct="1">
        <a:spcBef>
          <a:spcPct val="20000"/>
        </a:spcBef>
        <a:buFont typeface="Arial" panose="0208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2" indent="-228594" algn="l" defTabSz="914378" rtl="0" eaLnBrk="1" latinLnBrk="0" hangingPunct="1">
        <a:spcBef>
          <a:spcPct val="200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8" rtl="0" eaLnBrk="1" latinLnBrk="0" hangingPunct="1">
        <a:spcBef>
          <a:spcPct val="20000"/>
        </a:spcBef>
        <a:buFont typeface="Arial" panose="0208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8" indent="-228594" algn="l" defTabSz="914378" rtl="0" eaLnBrk="1" latinLnBrk="0" hangingPunct="1">
        <a:spcBef>
          <a:spcPct val="20000"/>
        </a:spcBef>
        <a:buFont typeface="Arial" panose="0208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8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8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914378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20F3D7-EDDF-CE30-9060-314A88E373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CD6A41DD-B5E6-D530-EC0F-85726817D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660915"/>
            <a:ext cx="12192000" cy="1143000"/>
          </a:xfrm>
        </p:spPr>
        <p:txBody>
          <a:bodyPr>
            <a:noAutofit/>
          </a:bodyPr>
          <a:lstStyle/>
          <a:p>
            <a:r>
              <a:rPr lang="zh-TW" altLang="en-US" sz="72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愛的呼喚</a:t>
            </a:r>
          </a:p>
        </p:txBody>
      </p:sp>
    </p:spTree>
    <p:extLst>
      <p:ext uri="{BB962C8B-B14F-4D97-AF65-F5344CB8AC3E}">
        <p14:creationId xmlns:p14="http://schemas.microsoft.com/office/powerpoint/2010/main" val="3884923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9F6A04-361B-D03C-72FC-83746A386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EE77592B-EE8B-614D-4160-CDFC7BCE80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人生像黑暗內沉睡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人生似斷鳶經風吹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175DD0-F211-14DE-420F-4A50F79B6BD2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altLang="zh-CN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1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8850750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CD6602-0AD7-8386-32D1-38FA66A50C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D01E1646-4597-3F62-F92E-12A12471D4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經風吹恍惚似煙消去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難見真理獨流淚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EC2209B-FC82-2E54-00C4-B722318C4F8F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altLang="zh-CN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1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1028250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D9C19D-BBCA-A32B-5856-37E6098522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731E0BC2-BF9A-6622-44CC-7C44CF50AB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耶穌願寬恕萬重罪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耶穌願替君解空虛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299050C-E04C-5EE2-32BD-DD73804D73F8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altLang="zh-CN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2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6101380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2958D8-4A72-7DC9-EA91-DD9EE635B3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20078BAF-7114-B95D-831F-130C577FF4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快接受基督捨身的愛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尋著了真盼望莫疑慮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61E9E85-D0E6-F636-3CDB-AC781D427727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altLang="zh-CN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2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1930192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E68102-3CD4-6CC6-424D-F14C2F49D5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34AC1EFA-EE2A-7774-F8C4-CC8860E1B8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一生交在祂手裡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拋開往時心顧慮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E43A3E4-E3C0-3496-1175-0A47CFAA3E71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9745739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6683B2-5C74-56E9-8713-D507957CED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4FF377F6-92DF-CF8C-22D3-6E404BE7B7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要立志接受真理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尋覓愛此際是良機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991059E-8E4E-177D-399A-ECD304F19A8A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599588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8D3A68-8B41-DF30-3768-7F1DFED41B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DB321D27-8E05-9A45-1ED7-97D417D246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耶穌願寬恕萬重罪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耶穌為你捨身軀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44FC39D-5567-F860-4239-F9EDE50B8F87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1261857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28AA86-574B-464F-4C17-6E37D5EE7F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A6CF297C-871B-B930-D3EE-8BA509049A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將一生交基督手裡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尋著了真盼望莫疑慮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D6DF194-D2CB-3BD1-3716-1F58BE71CCEA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921224078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75BBF97F-0525-4D7F-ABA1-4CCFA07F43A2}" vid="{8D3552C7-B8E4-422B-9896-C8F00D815D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4</TotalTime>
  <Words>167</Words>
  <Application>Microsoft Office PowerPoint</Application>
  <PresentationFormat>Widescreen</PresentationFormat>
  <Paragraphs>25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Microsoft JhengHei</vt:lpstr>
      <vt:lpstr>Microsoft JhengHei</vt:lpstr>
      <vt:lpstr>Arial</vt:lpstr>
      <vt:lpstr>Calibri</vt:lpstr>
      <vt:lpstr>Theme1</vt:lpstr>
      <vt:lpstr>愛的呼喚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愛的呼喚</dc:title>
  <dc:creator>DAIDUONG</dc:creator>
  <cp:lastModifiedBy>batisuoc</cp:lastModifiedBy>
  <cp:revision>2</cp:revision>
  <dcterms:created xsi:type="dcterms:W3CDTF">2013-07-05T05:29:33Z</dcterms:created>
  <dcterms:modified xsi:type="dcterms:W3CDTF">2025-08-08T19:58:15Z</dcterms:modified>
</cp:coreProperties>
</file>