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9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CC0B-00A7-4233-BD1F-1580B09B835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AAD0-75BE-44A0-AE84-EAD2030E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69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CC0B-00A7-4233-BD1F-1580B09B835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AAD0-75BE-44A0-AE84-EAD2030E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3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CC0B-00A7-4233-BD1F-1580B09B835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AAD0-75BE-44A0-AE84-EAD2030E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3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CC0B-00A7-4233-BD1F-1580B09B835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AAD0-75BE-44A0-AE84-EAD2030E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19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CC0B-00A7-4233-BD1F-1580B09B835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AAD0-75BE-44A0-AE84-EAD2030E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93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CC0B-00A7-4233-BD1F-1580B09B835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AAD0-75BE-44A0-AE84-EAD2030E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CC0B-00A7-4233-BD1F-1580B09B835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AAD0-75BE-44A0-AE84-EAD2030E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94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CC0B-00A7-4233-BD1F-1580B09B835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AAD0-75BE-44A0-AE84-EAD2030E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3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CC0B-00A7-4233-BD1F-1580B09B835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AAD0-75BE-44A0-AE84-EAD2030E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CC0B-00A7-4233-BD1F-1580B09B835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AAD0-75BE-44A0-AE84-EAD2030E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6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CC0B-00A7-4233-BD1F-1580B09B835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DAAD0-75BE-44A0-AE84-EAD2030E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7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ECC0B-00A7-4233-BD1F-1580B09B835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DAAD0-75BE-44A0-AE84-EAD2030E6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2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凱歌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CN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投靠耶和華勝過依賴人</a:t>
            </a:r>
            <a:endParaRPr lang="en-US" altLang="zh-CN" sz="6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CN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投靠耶和華勝過依賴王子</a:t>
            </a:r>
            <a:endParaRPr lang="en-US" altLang="zh-CN" sz="6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CN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我們的幫助從天而來</a:t>
            </a:r>
            <a:endParaRPr lang="en-US" altLang="zh-CN" sz="6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CN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從造天地的耶和華而來</a:t>
            </a:r>
            <a:endParaRPr lang="en-US" sz="6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凱歌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1054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zh-CN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必蒙恩惠必不羞愧</a:t>
            </a:r>
            <a:endParaRPr lang="en-US" altLang="zh-CN" sz="6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CN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仇敵雖兇都要後退</a:t>
            </a:r>
            <a:endParaRPr lang="en-US" altLang="zh-CN" sz="6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CN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投靠耶和華的人</a:t>
            </a:r>
            <a:endParaRPr lang="en-US" altLang="zh-CN" sz="6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CN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投靠耶和華的人</a:t>
            </a:r>
            <a:endParaRPr lang="en-US" altLang="zh-CN" sz="6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CN" altLang="en-US" sz="6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必蒙恩惠必不羞愧</a:t>
            </a:r>
            <a:endParaRPr lang="en-US" sz="6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</TotalTime>
  <Words>82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Microsoft JhengHei</vt:lpstr>
      <vt:lpstr>Arial</vt:lpstr>
      <vt:lpstr>Calibri</vt:lpstr>
      <vt:lpstr>Theme1</vt:lpstr>
      <vt:lpstr>凱歌</vt:lpstr>
      <vt:lpstr>凱歌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凱歌</dc:title>
  <dc:creator>Admin</dc:creator>
  <cp:lastModifiedBy>batisuoc</cp:lastModifiedBy>
  <cp:revision>2</cp:revision>
  <dcterms:created xsi:type="dcterms:W3CDTF">2013-02-16T03:28:21Z</dcterms:created>
  <dcterms:modified xsi:type="dcterms:W3CDTF">2025-06-30T16:04:40Z</dcterms:modified>
</cp:coreProperties>
</file>