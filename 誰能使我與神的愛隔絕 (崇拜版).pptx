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311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52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3645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6982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026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045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6027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20511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014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4057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556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23CE9-6925-450D-83BB-532BB1B49E73}" type="datetimeFigureOut">
              <a:rPr lang="vi-VN" smtClean="0"/>
              <a:t>13/09/2025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2E262-8EE4-44A7-B4D0-04C317957B1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9318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誰能使我與神的愛隔絕</a:t>
            </a:r>
          </a:p>
        </p:txBody>
      </p:sp>
    </p:spTree>
    <p:extLst>
      <p:ext uri="{BB962C8B-B14F-4D97-AF65-F5344CB8AC3E}">
        <p14:creationId xmlns:p14="http://schemas.microsoft.com/office/powerpoint/2010/main" val="385439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哦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神偉大的愛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何其長闊高深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082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竟不吝惜祂獨生愛子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為我們眾人捨了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026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神稱為義的人誰能控告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誰能定他們的罪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38157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神若幫助我們   誰能敵擋我們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誰能使我與神的愛隔絕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93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難道是患難嗎   是困苦嗎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是逼迫嗎   是飢餓嗎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925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是赤身露體   危險刀劍嗎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74848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不論是高處的   是低處的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現在的事  將來的事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0965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都不能叫我與神的愛隔絕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294776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</TotalTime>
  <Words>166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誰能使我與神的愛隔絕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誰能使我與神的愛隔絕</dc:title>
  <dc:creator>Windows User</dc:creator>
  <cp:lastModifiedBy>batisuoc</cp:lastModifiedBy>
  <cp:revision>3</cp:revision>
  <dcterms:created xsi:type="dcterms:W3CDTF">2022-03-05T04:09:07Z</dcterms:created>
  <dcterms:modified xsi:type="dcterms:W3CDTF">2025-09-12T17:27:50Z</dcterms:modified>
</cp:coreProperties>
</file>