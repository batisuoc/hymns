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2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豐盛的人生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17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若是你有勞苦重擔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可以交託給耶穌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40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若是你正灰心憂傷  切莫絕望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投靠耶穌  就有希望 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044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在基督裡  必有盼望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豐盛的人生  祂為我照亮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779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在基督裡  必有力量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人生旅途中  我靠主得剛強 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190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豐盛的人生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0829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若是你有勞苦重擔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可以交託給耶穌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073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若是你正灰心憂傷  切莫絕望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投靠耶穌  就有希望 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858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在基督裡  必有盼望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豐盛的人生  祂為我照亮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890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在基督裡  必有力量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人生旅途中  我靠主得剛強 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699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在基督裡  必有盼望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豐盛的人生  祂為我照亮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054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在基督裡  必有力量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人生旅途中  我靠主得剛強 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492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人生旅途中  我靠主得剛強 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27223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246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豐盛的人生</vt:lpstr>
      <vt:lpstr>PowerPoint Presentation</vt:lpstr>
      <vt:lpstr>PowerPoint Presentation</vt:lpstr>
      <vt:lpstr>PowerPoint Presentation</vt:lpstr>
      <vt:lpstr>PowerPoint Presentation</vt:lpstr>
      <vt:lpstr>豐盛的人生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Joe Cheng</dc:creator>
  <cp:lastModifiedBy>Uncle Jo</cp:lastModifiedBy>
  <cp:revision>8</cp:revision>
  <dcterms:created xsi:type="dcterms:W3CDTF">2026-08-21T14:24:34Z</dcterms:created>
  <dcterms:modified xsi:type="dcterms:W3CDTF">2026-10-15T15:14:10Z</dcterms:modified>
</cp:coreProperties>
</file>