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1B83-BCEE-41D4-A1FA-45F394F0455A}" type="datetimeFigureOut">
              <a:rPr lang="zh-TW" altLang="en-US" smtClean="0"/>
              <a:t>2024/4/13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81D9E-44E2-4C81-A2EF-1EFC5D37CE0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36912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願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榮耀國度降臨</a:t>
            </a:r>
          </a:p>
        </p:txBody>
      </p:sp>
    </p:spTree>
    <p:extLst>
      <p:ext uri="{BB962C8B-B14F-4D97-AF65-F5344CB8AC3E}">
        <p14:creationId xmlns:p14="http://schemas.microsoft.com/office/powerpoint/2010/main" val="896321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主我們謙卑屈膝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來跟隨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的話語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73217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812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在萬民中作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的子民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73217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9436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主我們謙卑屈膝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定意為聖潔國民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73217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7488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在萬國中宣揚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73217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6618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榮耀國度降臨我們中間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聖靈降下焚燒眾人心靈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73217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203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復興我們為失喪靈魂代求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悔改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寶座前同心合意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73217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7258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剛強壯膽往普天下去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73217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326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榮耀國度降臨我們中間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聖靈降下焚燒眾人心靈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73217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293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復興我們為失喪靈魂代求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建立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的教會傳揚福音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73217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9591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榮耀在全地彰顯</a:t>
            </a:r>
            <a:endParaRPr lang="zh-TW" altLang="en-US" sz="6400" dirty="0">
              <a:solidFill>
                <a:srgbClr val="00006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73217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001879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10</TotalTime>
  <Words>204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佈景主題1</vt:lpstr>
      <vt:lpstr>願祢榮耀國度降臨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願你榮耀國度降臨</dc:title>
  <dc:creator>大唐</dc:creator>
  <cp:lastModifiedBy>batisuoc</cp:lastModifiedBy>
  <cp:revision>5</cp:revision>
  <dcterms:created xsi:type="dcterms:W3CDTF">2018-09-04T12:56:11Z</dcterms:created>
  <dcterms:modified xsi:type="dcterms:W3CDTF">2024-04-13T16:56:49Z</dcterms:modified>
</cp:coreProperties>
</file>