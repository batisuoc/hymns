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1674" r:id="rId2"/>
    <p:sldId id="1675" r:id="rId3"/>
    <p:sldId id="1676" r:id="rId4"/>
    <p:sldId id="1677" r:id="rId5"/>
    <p:sldId id="1678" r:id="rId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FD66-1568-420A-9FCA-2F30AA624E21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96C-8257-452A-9BCB-088AA807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57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FD66-1568-420A-9FCA-2F30AA624E21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96C-8257-452A-9BCB-088AA807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08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FD66-1568-420A-9FCA-2F30AA624E21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96C-8257-452A-9BCB-088AA807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960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FD66-1568-420A-9FCA-2F30AA624E21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96C-8257-452A-9BCB-088AA807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29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FD66-1568-420A-9FCA-2F30AA624E21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96C-8257-452A-9BCB-088AA807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561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FD66-1568-420A-9FCA-2F30AA624E21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96C-8257-452A-9BCB-088AA807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188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FD66-1568-420A-9FCA-2F30AA624E21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96C-8257-452A-9BCB-088AA807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732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FD66-1568-420A-9FCA-2F30AA624E21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96C-8257-452A-9BCB-088AA807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761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FD66-1568-420A-9FCA-2F30AA624E21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96C-8257-452A-9BCB-088AA807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221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FD66-1568-420A-9FCA-2F30AA624E21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96C-8257-452A-9BCB-088AA807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063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FD66-1568-420A-9FCA-2F30AA624E21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596C-8257-452A-9BCB-088AA807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654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A4FD66-1568-420A-9FCA-2F30AA624E21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3C596C-8257-452A-9BCB-088AA807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216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我全心頌讚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當我抬頭見祢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當我側耳聆聽祢聲音 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我全心讚美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我傳揚祢奇妙作為 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96117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我全心頌讚  祢的榮美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我全人頌讚  祢的作為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6440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每日每夜  我不停讚美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哈利路亞  哈利路亞  阿們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0296204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86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微軟正黑體</vt:lpstr>
      <vt:lpstr>微軟正黑體</vt:lpstr>
      <vt:lpstr>Arial</vt:lpstr>
      <vt:lpstr>Calibri</vt:lpstr>
      <vt:lpstr>Theme1</vt:lpstr>
      <vt:lpstr>我全心頌讚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2024-08-02T17:18:51Z</dcterms:created>
  <dcterms:modified xsi:type="dcterms:W3CDTF">2024-08-02T17:19:23Z</dcterms:modified>
</cp:coreProperties>
</file>