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60"/>
  </p:normalViewPr>
  <p:slideViewPr>
    <p:cSldViewPr snapToGrid="0">
      <p:cViewPr varScale="1">
        <p:scale>
          <a:sx n="61" d="100"/>
          <a:sy n="61" d="100"/>
        </p:scale>
        <p:origin x="78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17839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20543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54244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9421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53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84491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7103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8870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64326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532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9150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15220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在至高之處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950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在至高之處   我獻上感恩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在至高之處   我舉手敬拜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2667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5996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天使天軍同聲讚美耶穌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最大的榮耀   都歸於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12667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49119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在至高之處榮耀歸與神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在地上平安歸與祂所喜悅的人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2667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0856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哈利路亞   哈利路亞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配得最大的榮耀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2667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865554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</TotalTime>
  <Words>99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Theme1</vt:lpstr>
      <vt:lpstr>在至高之處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在至高之處</dc:title>
  <dc:creator>Windows User</dc:creator>
  <cp:lastModifiedBy>batisuoc</cp:lastModifiedBy>
  <cp:revision>5</cp:revision>
  <dcterms:created xsi:type="dcterms:W3CDTF">2021-02-25T18:19:57Z</dcterms:created>
  <dcterms:modified xsi:type="dcterms:W3CDTF">2025-08-16T17:32:21Z</dcterms:modified>
</cp:coreProperties>
</file>