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愛喜樂生命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時空不能隔絕祂的愛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因祂愛我直到萬代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BE640-D545-2F88-AC7D-DCDC71757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2B73C51-80D7-1ACE-D9AB-EA41B3737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世界不能阻擋祂的愛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因祂愛我永不更改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A90CB-13DF-D6A6-5BAD-17E21BAE205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198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A6EC1-9D47-F5D6-0127-776ACCE3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19694A8-07C2-ECE3-317F-7FA698296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祂的愛  勝過死亡陰霾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祂的愛  驅走憂愁悲哀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F6DAC-6F9A-5EC1-CD31-42FD99E7686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907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F7CBD-934C-C42B-B8E1-47BB875AF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AA52B7E-2BEC-D577-A00F-5DA43BB0E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讓主愛澆灌我們的心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喜樂泉源湧自心底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219BD9-01CA-62A1-5EA5-53A29EE68F0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5467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2A1D3-C7C4-197D-DAFB-F0C16C13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3313096-DCAE-1F92-FE69-99C00E191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憂愁不再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我們有喜樂的生命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9EB80-8476-883C-EBEE-12F099912A2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443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22FB-DF9E-E014-3731-60D18795F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F282AEB-A07E-B357-327E-F73CB7EDA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讓主愛充滿我們的心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生命火花揚自心底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0B663-F596-030C-C999-D0EC55596F5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9028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E0E83-064C-3D00-DB31-669279C7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F3A484C-AD85-007E-55D1-119888A3C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淚水不再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我們有永恆的生命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EC13B-B25E-367E-CFD6-DD2A8ADDE6B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653740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</TotalTime>
  <Words>143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Theme1</vt:lpstr>
      <vt:lpstr>愛喜樂生命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1</cp:revision>
  <dcterms:created xsi:type="dcterms:W3CDTF">2026-05-16T09:42:21Z</dcterms:created>
  <dcterms:modified xsi:type="dcterms:W3CDTF">2026-05-16T09:44:14Z</dcterms:modified>
</cp:coreProperties>
</file>