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3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15152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025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054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944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569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932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409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7385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164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828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25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2A11E-8C77-486C-B47D-B280172DD891}" type="datetimeFigureOut">
              <a:rPr lang="vi-VN" smtClean="0"/>
              <a:t>18/07/2026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8784F-A032-4BE6-A525-20B6656AC4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799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我知誰掌管明天</a:t>
            </a:r>
          </a:p>
        </p:txBody>
      </p:sp>
    </p:spTree>
    <p:extLst>
      <p:ext uri="{BB962C8B-B14F-4D97-AF65-F5344CB8AC3E}">
        <p14:creationId xmlns:p14="http://schemas.microsoft.com/office/powerpoint/2010/main" val="381346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我不知明天將如何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每一天只為主活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1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我不借明天的陽光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因明天或不晴朗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2E8AF-E41F-5978-7408-29A5FA03C2F6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0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我不要為將來憂慮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因我信主的應許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D8ED0-847C-5740-EAEF-9F5DB709DFB9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351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我今天要與主同行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因祂知前面路程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EB977-D39D-F256-081D-2A686F9CE1BE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60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有許多未來的事情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我現在不能識透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612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但我知誰掌管明天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我也知誰牽我手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511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每一步越走越光明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像攀登黃金階梯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1B56B-4E2D-E7D8-33BF-EDA57FAECE45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40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每重擔越挑越輕省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每朵雲披上銀衣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7B8B7-33FF-FE88-6204-017134F94497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098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在那裡陽光常普照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不再有淚流滿面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CF9EB-0947-13FD-708B-5677A0C6B81D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757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在美麗彩虹的盡頭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眾山嶺與天相連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294B-95E4-5658-2F5D-A4695A6DA7D7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812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有許多未來的事情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我現在不能識透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3464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但我知誰掌管明天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我也知誰牽我手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3804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我不知明天將如何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或遭遇貧苦飢餓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CABF8B-6C48-8E73-2C8C-805029EFB2B1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230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但那位看顧麻雀者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祂必然也看顧我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CA3C3-39F3-8D8D-A5F2-5A99E601C731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150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祂是我旅途的良伴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縱遭遇各樣災害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A1227-E45F-265B-74CA-EC8ADE967FE7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534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我救主必與我同在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祂寶血把我遮蓋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0C5BA-EB42-BCEA-F774-98CF9E890230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3 )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97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有許多未來的事情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我現在不能識透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1151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但我知誰掌管明天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我也知誰牽我手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84148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337</Words>
  <Application>Microsoft Office PowerPoint</Application>
  <PresentationFormat>Widescreen</PresentationFormat>
  <Paragraphs>49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微軟正黑體</vt:lpstr>
      <vt:lpstr>Arial</vt:lpstr>
      <vt:lpstr>Calibri</vt:lpstr>
      <vt:lpstr>Theme1</vt:lpstr>
      <vt:lpstr>我知誰掌管明天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我知誰掌管明天</dc:title>
  <dc:creator>Windows User</dc:creator>
  <cp:lastModifiedBy>Uncle Jo</cp:lastModifiedBy>
  <cp:revision>4</cp:revision>
  <dcterms:created xsi:type="dcterms:W3CDTF">2020-12-25T05:51:04Z</dcterms:created>
  <dcterms:modified xsi:type="dcterms:W3CDTF">2026-07-18T16:11:26Z</dcterms:modified>
</cp:coreProperties>
</file>