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65" r:id="rId2"/>
    <p:sldId id="666" r:id="rId3"/>
    <p:sldId id="667" r:id="rId4"/>
    <p:sldId id="668" r:id="rId5"/>
    <p:sldId id="669" r:id="rId6"/>
    <p:sldId id="670" r:id="rId7"/>
    <p:sldId id="671" r:id="rId8"/>
    <p:sldId id="672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6596-9DA1-4D38-966A-24D9378A13CA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2A452-816D-4237-8584-C09063E48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078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6596-9DA1-4D38-966A-24D9378A13CA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2A452-816D-4237-8584-C09063E48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6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6596-9DA1-4D38-966A-24D9378A13CA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2A452-816D-4237-8584-C09063E48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623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6596-9DA1-4D38-966A-24D9378A13CA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2A452-816D-4237-8584-C09063E48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26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6596-9DA1-4D38-966A-24D9378A13CA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2A452-816D-4237-8584-C09063E48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64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6596-9DA1-4D38-966A-24D9378A13CA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2A452-816D-4237-8584-C09063E48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98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6596-9DA1-4D38-966A-24D9378A13CA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2A452-816D-4237-8584-C09063E48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460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6596-9DA1-4D38-966A-24D9378A13CA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2A452-816D-4237-8584-C09063E48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34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6596-9DA1-4D38-966A-24D9378A13CA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2A452-816D-4237-8584-C09063E48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02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6596-9DA1-4D38-966A-24D9378A13CA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2A452-816D-4237-8584-C09063E48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677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6596-9DA1-4D38-966A-24D9378A13CA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2A452-816D-4237-8584-C09063E48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32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16596-9DA1-4D38-966A-24D9378A13CA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2A452-816D-4237-8584-C09063E48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18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永遠不分離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我要像一棵樹按時結果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栽在溪水旁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喜愛祢的話語  晝夜思想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這是有福的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433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祢就像葡萄樹  我是枝子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常在祢裡面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8209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愛我疼我的天父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我是祢孩子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0268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永遠不分離  哦  永遠不分離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世上沒有任何事能使祢愛隔絕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64292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永遠不分離  哦  永遠不分離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留心聽祢  側耳聽祢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我是有福的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46081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像一棵樹永不枯乾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常在祢裡面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尾句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5165382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151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Theme1</vt:lpstr>
      <vt:lpstr>永遠不分離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2024-08-10T17:43:20Z</dcterms:created>
  <dcterms:modified xsi:type="dcterms:W3CDTF">2024-08-10T17:43:42Z</dcterms:modified>
</cp:coreProperties>
</file>