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68DF-E3D4-4B81-9D79-DED8BBF32A0E}" type="datetimeFigureOut">
              <a:rPr lang="zh-TW" altLang="en-US" smtClean="0"/>
              <a:pPr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08920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6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是配得（聖哉聖哉全地唱）</a:t>
            </a:r>
          </a:p>
        </p:txBody>
      </p:sp>
    </p:spTree>
    <p:extLst>
      <p:ext uri="{BB962C8B-B14F-4D97-AF65-F5344CB8AC3E}">
        <p14:creationId xmlns:p14="http://schemas.microsoft.com/office/powerpoint/2010/main" val="321196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聖哉聖哉全地唱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昔在今在以後永在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010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聖哉聖哉全能神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永遠在寶座上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237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是配得  配得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配得尊崇和讚美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是配得  配得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萬物敬拜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74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是聖潔  聖潔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聖潔榮光在全地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372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是聖潔  聖潔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以聖潔妝飾敬拜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268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願尊貴  榮耀  權柄和能力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都歸全能神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232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願各族  各方  萬國和萬邦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敬拜神羔羊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192754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15</TotalTime>
  <Words>148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佈景主題1</vt:lpstr>
      <vt:lpstr>祢是配得（聖哉聖哉全地唱）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你是配得（聖哉聖哉全地唱）</dc:title>
  <dc:creator>User</dc:creator>
  <cp:lastModifiedBy>batisuoc</cp:lastModifiedBy>
  <cp:revision>9</cp:revision>
  <dcterms:created xsi:type="dcterms:W3CDTF">2017-06-24T23:45:22Z</dcterms:created>
  <dcterms:modified xsi:type="dcterms:W3CDTF">2025-02-21T14:51:21Z</dcterms:modified>
</cp:coreProperties>
</file>