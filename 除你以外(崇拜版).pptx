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30" r:id="rId2"/>
    <p:sldId id="631" r:id="rId3"/>
    <p:sldId id="632" r:id="rId4"/>
    <p:sldId id="633" r:id="rId5"/>
    <p:sldId id="634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4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659AB-1974-4B56-8A5D-1CC6A1B3884E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4D52-F8C6-406A-B392-DD6183A300B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659AB-1974-4B56-8A5D-1CC6A1B3884E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4D52-F8C6-406A-B392-DD6183A300B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659AB-1974-4B56-8A5D-1CC6A1B3884E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4D52-F8C6-406A-B392-DD6183A300B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659AB-1974-4B56-8A5D-1CC6A1B3884E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4D52-F8C6-406A-B392-DD6183A300B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659AB-1974-4B56-8A5D-1CC6A1B3884E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4D52-F8C6-406A-B392-DD6183A300B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659AB-1974-4B56-8A5D-1CC6A1B3884E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4D52-F8C6-406A-B392-DD6183A300B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659AB-1974-4B56-8A5D-1CC6A1B3884E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4D52-F8C6-406A-B392-DD6183A300B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659AB-1974-4B56-8A5D-1CC6A1B3884E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4D52-F8C6-406A-B392-DD6183A300B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659AB-1974-4B56-8A5D-1CC6A1B3884E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4D52-F8C6-406A-B392-DD6183A300B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659AB-1974-4B56-8A5D-1CC6A1B3884E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4D52-F8C6-406A-B392-DD6183A300B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659AB-1974-4B56-8A5D-1CC6A1B3884E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84D52-F8C6-406A-B392-DD6183A300B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659AB-1974-4B56-8A5D-1CC6A1B3884E}" type="datetimeFigureOut">
              <a:rPr lang="zh-TW" altLang="en-US" smtClean="0"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84D52-F8C6-406A-B392-DD6183A300B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除祢以外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除祢以外  在天上我還能有誰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除祢以外  在地上我別無眷戀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除祢以外  有誰能擦乾我眼淚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除祢以外  有誰能帶給我安慰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256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雖然我的肉體和我的心腸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漸漸的衰退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3179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但是神是我心裡的力量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是我的福份  直到永遠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805230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3</TotalTime>
  <Words>103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佈景主題1</vt:lpstr>
      <vt:lpstr>除祢以外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除你以外</dc:title>
  <dc:creator>DaTang</dc:creator>
  <cp:lastModifiedBy>batisuoc</cp:lastModifiedBy>
  <cp:revision>2</cp:revision>
  <dcterms:created xsi:type="dcterms:W3CDTF">2019-02-16T08:42:56Z</dcterms:created>
  <dcterms:modified xsi:type="dcterms:W3CDTF">2024-06-15T11:48:31Z</dcterms:modified>
</cp:coreProperties>
</file>