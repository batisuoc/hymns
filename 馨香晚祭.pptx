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5" d="100"/>
          <a:sy n="75" d="100"/>
        </p:scale>
        <p:origin x="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9850-C8E3-47BC-9105-AE38EDB88EB5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4D7E-98A5-4374-90F4-BDBDE746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20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9850-C8E3-47BC-9105-AE38EDB88EB5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4D7E-98A5-4374-90F4-BDBDE746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49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9850-C8E3-47BC-9105-AE38EDB88EB5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4D7E-98A5-4374-90F4-BDBDE746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8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9850-C8E3-47BC-9105-AE38EDB88EB5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4D7E-98A5-4374-90F4-BDBDE746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4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9850-C8E3-47BC-9105-AE38EDB88EB5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4D7E-98A5-4374-90F4-BDBDE746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15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9850-C8E3-47BC-9105-AE38EDB88EB5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4D7E-98A5-4374-90F4-BDBDE746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02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9850-C8E3-47BC-9105-AE38EDB88EB5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4D7E-98A5-4374-90F4-BDBDE746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56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9850-C8E3-47BC-9105-AE38EDB88EB5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4D7E-98A5-4374-90F4-BDBDE746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19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9850-C8E3-47BC-9105-AE38EDB88EB5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4D7E-98A5-4374-90F4-BDBDE746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876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9850-C8E3-47BC-9105-AE38EDB88EB5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4D7E-98A5-4374-90F4-BDBDE746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80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9850-C8E3-47BC-9105-AE38EDB88EB5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4D7E-98A5-4374-90F4-BDBDE746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226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59850-C8E3-47BC-9105-AE38EDB88EB5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E4D7E-98A5-4374-90F4-BDBDE746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79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馨香晚祭</a:t>
            </a:r>
          </a:p>
        </p:txBody>
      </p:sp>
    </p:spTree>
    <p:extLst>
      <p:ext uri="{BB962C8B-B14F-4D97-AF65-F5344CB8AC3E}">
        <p14:creationId xmlns:p14="http://schemas.microsoft.com/office/powerpoint/2010/main" val="425680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  我的避難所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求祢留心聽我的聲音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5898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願我的禱告如香  陳列祢面前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我舉手祈求  如獻晚祭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8252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  我的力量啊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求祢賜給我正直的心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2578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不教我陷入那世間誘惑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救我脫離  惡人網羅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6381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求祢指教我  如何遵行祢旨意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因為祢的名將我救活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397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因祢是我神  將我藏在羽翼中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我的心將一生仰望祢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r>
              <a:rPr lang="zh-CN" altLang="en-US"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次）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85597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50C947AA-E878-4387-BE9D-589F450EFB2D}" vid="{E1718405-23E7-4778-B443-999E460CE37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147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Theme1</vt:lpstr>
      <vt:lpstr>馨香晚祭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馨香晚祭</dc:title>
  <dc:creator>batisuoc</dc:creator>
  <cp:lastModifiedBy>Uncle Jo</cp:lastModifiedBy>
  <cp:revision>2</cp:revision>
  <dcterms:created xsi:type="dcterms:W3CDTF">2023-09-29T16:40:13Z</dcterms:created>
  <dcterms:modified xsi:type="dcterms:W3CDTF">2026-06-19T16:56:01Z</dcterms:modified>
</cp:coreProperties>
</file>