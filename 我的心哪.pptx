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我的心哪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我的心哪  你為何憂悶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為何在我裡面煩躁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F005-007E-7739-0E33-ABFE5045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BC130C0-C24F-326B-BCF0-C2C46749F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我的心哪  當仰望神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祂用笑臉幫助我們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AA628-6E3B-1EE0-D2C5-BF61E9FD30B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964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A3EA4-FFC8-03C0-6B9E-760EC2B3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78F066C-F396-B834-C95B-74FF2FD01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祂用笑臉幫助我們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祂用笑臉幫助我們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A252DB-66F3-9F08-D44B-50F3A348CD7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025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D600-067A-ED18-542C-6B3FCC69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8CA5560-3D13-91A8-587A-771FA4446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祂用笑臉幫助我們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是我的力量是我的神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555AE-DFF4-9D85-A908-B32CE125BF8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45624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86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我的心哪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2025-06-25T16:14:54Z</dcterms:created>
  <dcterms:modified xsi:type="dcterms:W3CDTF">2025-06-25T16:17:39Z</dcterms:modified>
</cp:coreProperties>
</file>