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606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EBDC-56AC-4702-A4F8-17F9FEC4370F}" type="datetimeFigureOut">
              <a:rPr lang="zh-TW" altLang="en-US" smtClean="0"/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0C507-81E7-4ED2-8CB2-C72CC2EF609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將天敞開</a:t>
            </a:r>
          </a:p>
        </p:txBody>
      </p:sp>
    </p:spTree>
    <p:extLst>
      <p:ext uri="{BB962C8B-B14F-4D97-AF65-F5344CB8AC3E}">
        <p14:creationId xmlns:p14="http://schemas.microsoft.com/office/powerpoint/2010/main" val="7123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將天敞開  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的榮耀降下來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將天敞開  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的同在降下來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628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將天敞開  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的榮耀降下來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萬國讚嘆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是榮耀君王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52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天上地下  合一敬拜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334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歡呼耶穌基督  聖潔羔羊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榮耀歸於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956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天上地下  在永恆裡敬拜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48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神就在這裡  我們歡迎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讓一切焦點轉向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140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神就在這裡  我們歡迎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寶座前敬拜不停息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" y="4018371"/>
            <a:ext cx="9143867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3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3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729809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7</TotalTime>
  <Words>151</Words>
  <Application>Microsoft Office PowerPoint</Application>
  <PresentationFormat>On-screen Show (16:9)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佈景主題11</vt:lpstr>
      <vt:lpstr>將天敞開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將天敞開</dc:title>
  <dc:creator>User</dc:creator>
  <cp:lastModifiedBy>Joe Cheng</cp:lastModifiedBy>
  <cp:revision>6</cp:revision>
  <dcterms:created xsi:type="dcterms:W3CDTF">2017-08-20T00:21:36Z</dcterms:created>
  <dcterms:modified xsi:type="dcterms:W3CDTF">2024-10-19T03:59:00Z</dcterms:modified>
</cp:coreProperties>
</file>