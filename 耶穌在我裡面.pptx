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" y="43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31E9-9F00-4D46-8FD6-D0B94D862A5F}" type="datetimeFigureOut">
              <a:rPr lang="zh-TW" altLang="en-US" smtClean="0"/>
              <a:t>2025/9/27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74CA-807C-4EAC-A5D4-705F30820D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31E9-9F00-4D46-8FD6-D0B94D862A5F}" type="datetimeFigureOut">
              <a:rPr lang="zh-TW" altLang="en-US" smtClean="0"/>
              <a:t>2025/9/27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74CA-807C-4EAC-A5D4-705F30820D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31E9-9F00-4D46-8FD6-D0B94D862A5F}" type="datetimeFigureOut">
              <a:rPr lang="zh-TW" altLang="en-US" smtClean="0"/>
              <a:t>2025/9/27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74CA-807C-4EAC-A5D4-705F30820D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31E9-9F00-4D46-8FD6-D0B94D862A5F}" type="datetimeFigureOut">
              <a:rPr lang="zh-TW" altLang="en-US" smtClean="0"/>
              <a:t>2025/9/27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74CA-807C-4EAC-A5D4-705F30820D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31E9-9F00-4D46-8FD6-D0B94D862A5F}" type="datetimeFigureOut">
              <a:rPr lang="zh-TW" altLang="en-US" smtClean="0"/>
              <a:t>2025/9/27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74CA-807C-4EAC-A5D4-705F30820D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31E9-9F00-4D46-8FD6-D0B94D862A5F}" type="datetimeFigureOut">
              <a:rPr lang="zh-TW" altLang="en-US" smtClean="0"/>
              <a:t>2025/9/27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74CA-807C-4EAC-A5D4-705F30820D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31E9-9F00-4D46-8FD6-D0B94D862A5F}" type="datetimeFigureOut">
              <a:rPr lang="zh-TW" altLang="en-US" smtClean="0"/>
              <a:t>2025/9/27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74CA-807C-4EAC-A5D4-705F30820D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31E9-9F00-4D46-8FD6-D0B94D862A5F}" type="datetimeFigureOut">
              <a:rPr lang="zh-TW" altLang="en-US" smtClean="0"/>
              <a:t>2025/9/27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74CA-807C-4EAC-A5D4-705F30820D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31E9-9F00-4D46-8FD6-D0B94D862A5F}" type="datetimeFigureOut">
              <a:rPr lang="zh-TW" altLang="en-US" smtClean="0"/>
              <a:t>2025/9/27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74CA-807C-4EAC-A5D4-705F30820D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31E9-9F00-4D46-8FD6-D0B94D862A5F}" type="datetimeFigureOut">
              <a:rPr lang="zh-TW" altLang="en-US" smtClean="0"/>
              <a:t>2025/9/27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74CA-807C-4EAC-A5D4-705F30820D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31E9-9F00-4D46-8FD6-D0B94D862A5F}" type="datetimeFigureOut">
              <a:rPr lang="zh-TW" altLang="en-US" smtClean="0"/>
              <a:t>2025/9/27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374CA-807C-4EAC-A5D4-705F30820D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631E9-9F00-4D46-8FD6-D0B94D862A5F}" type="datetimeFigureOut">
              <a:rPr lang="zh-TW" altLang="en-US" smtClean="0"/>
              <a:t>2025/9/27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374CA-807C-4EAC-A5D4-705F30820D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耶穌在我裡面</a:t>
            </a:r>
            <a:endParaRPr lang="zh-TW" altLang="en-US" sz="54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6973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嚐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過主恩的滋味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還有什麼更甘甜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9903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一生最大的祝福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就是有耶穌住在我裡面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42294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世界不再吸引我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主愛勝過全所有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61725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一生最大的祝福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就是有耶穌住在我裡面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9789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因為耶穌在我裡面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我的生命海闊天空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2724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不論環境順逆   我深深相信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主的恩典一定夠用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5056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因為耶穌在我裡面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我能勇敢面對明天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216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困難都將過去   我靠主站立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定睛天上榮耀冠冕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4500369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11</TotalTime>
  <Words>170</Words>
  <Application>Microsoft Office PowerPoint</Application>
  <PresentationFormat>On-screen Show (16:9)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微軟正黑體</vt:lpstr>
      <vt:lpstr>Arial</vt:lpstr>
      <vt:lpstr>Calibri</vt:lpstr>
      <vt:lpstr>佈景主題1</vt:lpstr>
      <vt:lpstr>耶穌在我裡面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耶穌在我裡面</dc:title>
  <dc:creator>DaTang</dc:creator>
  <cp:lastModifiedBy>batisuoc</cp:lastModifiedBy>
  <cp:revision>6</cp:revision>
  <dcterms:created xsi:type="dcterms:W3CDTF">2019-03-16T03:14:35Z</dcterms:created>
  <dcterms:modified xsi:type="dcterms:W3CDTF">2025-09-27T10:05:24Z</dcterms:modified>
</cp:coreProperties>
</file>