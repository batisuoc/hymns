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374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2034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8011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7155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73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393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5450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5381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655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1580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168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8237FD-F7F8-4F7E-A8B6-ED14715790B3}" type="datetimeFigureOut">
              <a:rPr lang="zh-TW" altLang="en-US" smtClean="0"/>
              <a:pPr/>
              <a:t>2025/4/24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5B4F9-C3B4-4546-A2AD-D9C98FA2006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617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CN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扶持我</a:t>
            </a:r>
          </a:p>
        </p:txBody>
      </p:sp>
    </p:spTree>
    <p:extLst>
      <p:ext uri="{BB962C8B-B14F-4D97-AF65-F5344CB8AC3E}">
        <p14:creationId xmlns:p14="http://schemas.microsoft.com/office/powerpoint/2010/main" val="29004066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當我沮喪  困倦軟弱的時候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困難臨到  如重擔壓心頭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72520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我仍佇立  在靜默之中等候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直到祢來  陪伴在我左右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7030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祢扶持我  我能攀越過山崗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祢扶持我  穿過暴風巨浪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1049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我很堅強  因能依靠祢臂膀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祢鼓舞我  讓我超乎想像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749824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6908C52-260F-4FDD-A980-8B112851BF7C}" vid="{78246D61-936A-4A99-9F34-B301E70F02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</TotalTime>
  <Words>104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祢扶持我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你扶持我</dc:title>
  <dc:creator>User</dc:creator>
  <cp:lastModifiedBy>batisuoc</cp:lastModifiedBy>
  <cp:revision>5</cp:revision>
  <dcterms:created xsi:type="dcterms:W3CDTF">2017-06-11T00:27:56Z</dcterms:created>
  <dcterms:modified xsi:type="dcterms:W3CDTF">2025-04-24T11:01:38Z</dcterms:modified>
</cp:coreProperties>
</file>