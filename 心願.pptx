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心願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主啊我願奉獻我自己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主啊我願永遠服事祢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1F77-DDEA-EFDD-1325-50733EF5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C91CADA-BBA0-38E8-D7D5-6D03D3DD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無論我在哪裡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無論我遇何境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我願一生順服祢旨意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64BA0-47A8-BCC8-DD4C-26D4650ECB1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5686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2418-13FE-0351-9A14-306DCFC6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A6B160C-DC5D-F84F-2773-10C048EEF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願為主作精兵  願為主捨生命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願為主作僕人  願為主服事人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1EFD3-D6E8-25B4-9584-613B4613C30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497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8EEB5-D769-33AA-8C84-1B4206EC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927B415-43F7-4311-2FCB-81E095E3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主啊我願奉獻我自己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主啊我願永遠服事祢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4F60D-480A-028E-3638-B1E95778F01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590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74BB-3A59-6F65-0CF2-C90A3493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0A0F91A-2062-156C-E5ED-82C31331D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無論我在哪裡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無論我遇何境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我願一生服事祢旨意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EF8E3A-C623-9D0F-6579-AB2D45FF699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03139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124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微軟正黑體</vt:lpstr>
      <vt:lpstr>微軟正黑體</vt:lpstr>
      <vt:lpstr>Arial</vt:lpstr>
      <vt:lpstr>Calibri</vt:lpstr>
      <vt:lpstr>Theme1</vt:lpstr>
      <vt:lpstr>心願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2025-10-11T08:56:41Z</dcterms:created>
  <dcterms:modified xsi:type="dcterms:W3CDTF">2025-10-11T09:13:24Z</dcterms:modified>
</cp:coreProperties>
</file>