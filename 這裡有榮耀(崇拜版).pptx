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0" y="101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D84C-D8B6-449A-BCAD-2C522ABB8DE8}" type="datetimeFigureOut">
              <a:rPr lang="zh-TW" altLang="en-US" smtClean="0"/>
              <a:pPr/>
              <a:t>2024/4/20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F045-1927-4719-AA02-E2E48D63315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D84C-D8B6-449A-BCAD-2C522ABB8DE8}" type="datetimeFigureOut">
              <a:rPr lang="zh-TW" altLang="en-US" smtClean="0"/>
              <a:pPr/>
              <a:t>2024/4/20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F045-1927-4719-AA02-E2E48D63315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D84C-D8B6-449A-BCAD-2C522ABB8DE8}" type="datetimeFigureOut">
              <a:rPr lang="zh-TW" altLang="en-US" smtClean="0"/>
              <a:pPr/>
              <a:t>2024/4/20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F045-1927-4719-AA02-E2E48D63315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D84C-D8B6-449A-BCAD-2C522ABB8DE8}" type="datetimeFigureOut">
              <a:rPr lang="zh-TW" altLang="en-US" smtClean="0"/>
              <a:pPr/>
              <a:t>2024/4/20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F045-1927-4719-AA02-E2E48D63315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D84C-D8B6-449A-BCAD-2C522ABB8DE8}" type="datetimeFigureOut">
              <a:rPr lang="zh-TW" altLang="en-US" smtClean="0"/>
              <a:pPr/>
              <a:t>2024/4/20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F045-1927-4719-AA02-E2E48D63315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D84C-D8B6-449A-BCAD-2C522ABB8DE8}" type="datetimeFigureOut">
              <a:rPr lang="zh-TW" altLang="en-US" smtClean="0"/>
              <a:pPr/>
              <a:t>2024/4/20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F045-1927-4719-AA02-E2E48D63315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D84C-D8B6-449A-BCAD-2C522ABB8DE8}" type="datetimeFigureOut">
              <a:rPr lang="zh-TW" altLang="en-US" smtClean="0"/>
              <a:pPr/>
              <a:t>2024/4/20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F045-1927-4719-AA02-E2E48D63315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D84C-D8B6-449A-BCAD-2C522ABB8DE8}" type="datetimeFigureOut">
              <a:rPr lang="zh-TW" altLang="en-US" smtClean="0"/>
              <a:pPr/>
              <a:t>2024/4/20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F045-1927-4719-AA02-E2E48D63315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D84C-D8B6-449A-BCAD-2C522ABB8DE8}" type="datetimeFigureOut">
              <a:rPr lang="zh-TW" altLang="en-US" smtClean="0"/>
              <a:pPr/>
              <a:t>2024/4/20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F045-1927-4719-AA02-E2E48D63315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D84C-D8B6-449A-BCAD-2C522ABB8DE8}" type="datetimeFigureOut">
              <a:rPr lang="zh-TW" altLang="en-US" smtClean="0"/>
              <a:pPr/>
              <a:t>2024/4/20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F045-1927-4719-AA02-E2E48D63315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8D84C-D8B6-449A-BCAD-2C522ABB8DE8}" type="datetimeFigureOut">
              <a:rPr lang="zh-TW" altLang="en-US" smtClean="0"/>
              <a:pPr/>
              <a:t>2024/4/20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1F045-1927-4719-AA02-E2E48D63315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8D84C-D8B6-449A-BCAD-2C522ABB8DE8}" type="datetimeFigureOut">
              <a:rPr lang="zh-TW" altLang="en-US" smtClean="0"/>
              <a:pPr/>
              <a:t>2024/4/20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1F045-1927-4719-AA02-E2E48D63315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這裡有榮耀</a:t>
            </a:r>
          </a:p>
        </p:txBody>
      </p:sp>
    </p:spTree>
    <p:extLst>
      <p:ext uri="{BB962C8B-B14F-4D97-AF65-F5344CB8AC3E}">
        <p14:creationId xmlns:p14="http://schemas.microsoft.com/office/powerpoint/2010/main" val="3670723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 哈利路亞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這裡有榮耀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37276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 哈利路亞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這裡有醫治湧流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084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 哈利路亞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這裡有光明自由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3192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敬拜聲音如眾水湧流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永活的主祢在這裡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2149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祢是起初的   末後的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昔在今在永在的主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2624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全心敬拜祢  大聲歡呼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羔羊被高舉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9177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公義的日頭   如光照耀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萬國讚嘆祢的榮美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0499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聖潔公義主   明亮晨星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昔在   今在   永在的君王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0981251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10</TotalTime>
  <Words>162</Words>
  <Application>Microsoft Office PowerPoint</Application>
  <PresentationFormat>On-screen Show (16:9)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佈景主題1</vt:lpstr>
      <vt:lpstr>這裡有榮耀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這裡有榮耀</dc:title>
  <dc:creator>大唐</dc:creator>
  <cp:lastModifiedBy>batisuoc</cp:lastModifiedBy>
  <cp:revision>7</cp:revision>
  <dcterms:created xsi:type="dcterms:W3CDTF">2018-04-05T13:58:28Z</dcterms:created>
  <dcterms:modified xsi:type="dcterms:W3CDTF">2024-04-19T19:24:09Z</dcterms:modified>
</cp:coreProperties>
</file>