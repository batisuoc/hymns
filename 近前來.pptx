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91" r:id="rId2"/>
    <p:sldId id="392" r:id="rId3"/>
    <p:sldId id="393" r:id="rId4"/>
    <p:sldId id="394" r:id="rId5"/>
    <p:sldId id="395" r:id="rId6"/>
    <p:sldId id="396" r:id="rId7"/>
    <p:sldId id="397" r:id="rId8"/>
    <p:sldId id="399" r:id="rId9"/>
    <p:sldId id="400" r:id="rId10"/>
    <p:sldId id="398" r:id="rId11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9" autoAdjust="0"/>
    <p:restoredTop sz="94660"/>
  </p:normalViewPr>
  <p:slideViewPr>
    <p:cSldViewPr snapToGrid="0">
      <p:cViewPr varScale="1">
        <p:scale>
          <a:sx n="61" d="100"/>
          <a:sy n="61" d="100"/>
        </p:scale>
        <p:origin x="72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近前來</a:t>
            </a:r>
          </a:p>
        </p:txBody>
      </p:sp>
    </p:spTree>
    <p:extLst>
      <p:ext uri="{BB962C8B-B14F-4D97-AF65-F5344CB8AC3E}">
        <p14:creationId xmlns:p14="http://schemas.microsoft.com/office/powerpoint/2010/main" val="38849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若你渴了  來我這裡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若你累了  來我這裡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50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32669-3804-66DD-3078-FD8C345FF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B5CB9D5-BA4F-FA44-40CE-446739F5E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卸下ㄧ切  來我這裡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我必使你得著安息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DE3468-C0D6-A016-296C-17408F3C3E00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12849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1082B-4B1B-0C0A-7BE9-1AE8CD226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6AD078C-D327-691E-CA2F-001CFB188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近前來  放下重擔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我已為你付出所有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544C48-A915-6003-5504-F9E980B2C014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34241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5D9E1-D2D5-A931-90CA-8C515672B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D879513-A72A-3081-102A-849AE71AA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近前來  聽我聲音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我必使你得著安息  得著安息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858C51-2668-CBB7-B8FE-7F1951E72E2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29691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6AE5E-5EAC-3E94-6E4C-8B5CAC5D5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A49FAA1-4641-6C23-A190-67082DC73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  我渴了  到祢這裡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  我累了  到祢這裡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960DC1-9D30-2A14-9011-5EBD7EDA43E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62011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E3F85-D6C2-F175-1E91-3FC1C0679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1D48710-D939-59A3-1444-A6E9A03F2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卸下一切  到祢這裡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祢必使我得著安息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50FCCE-9804-BE64-7A8B-35889FA4178F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98495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0F71C-50D3-FE67-5664-6F8DB5C73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98AE3E6-D787-C151-9303-8B90683D0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近前來  放下重擔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祢已為我付出所有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DA577E-3140-7175-217C-647580F97124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1160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54323-84A5-69DC-C862-94F83A939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ADD738B-B041-816A-4574-1F4DB2B4A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近前來  聽祢聲音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祢必使我得著安息  得著安息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7B06A1-BDEB-6EDC-DBDC-6B5C0E1DBB8E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11889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9302E-6135-A6B3-30E1-B4BB021B5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A3EE408-097A-2DD5-30DC-F6CF128BE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  耶穌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  我需要祢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9DBE93-C558-1668-97FE-764497E0E318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</a:t>
            </a:r>
            <a:r>
              <a:rPr lang="en-US" altLang="zh-CN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次）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62955917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16</TotalTime>
  <Words>192</Words>
  <Application>Microsoft Office PowerPoint</Application>
  <PresentationFormat>Widescreen</PresentationFormat>
  <Paragraphs>28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Microsoft JhengHei</vt:lpstr>
      <vt:lpstr>Microsoft JhengHei</vt:lpstr>
      <vt:lpstr>Arial</vt:lpstr>
      <vt:lpstr>Calibri</vt:lpstr>
      <vt:lpstr>Theme1</vt:lpstr>
      <vt:lpstr>近前來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4</cp:revision>
  <dcterms:created xsi:type="dcterms:W3CDTF">2025-06-13T15:41:30Z</dcterms:created>
  <dcterms:modified xsi:type="dcterms:W3CDTF">2025-06-13T15:59:29Z</dcterms:modified>
</cp:coreProperties>
</file>