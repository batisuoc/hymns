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02" y="6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AB4AA-1402-46B5-846B-A57FD5AF7562}" type="datetimeFigureOut">
              <a:rPr lang="zh-TW" altLang="en-US" smtClean="0"/>
              <a:pPr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0F2A4-032F-48E2-A49E-5741C5CC709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43135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聖潔全能主</a:t>
            </a:r>
          </a:p>
        </p:txBody>
      </p:sp>
    </p:spTree>
    <p:extLst>
      <p:ext uri="{BB962C8B-B14F-4D97-AF65-F5344CB8AC3E}">
        <p14:creationId xmlns:p14="http://schemas.microsoft.com/office/powerpoint/2010/main" val="1537660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榮耀和尊貴  感謝都歸於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從永遠到永遠高坐寶座上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C8965-D4FF-985C-B656-94784879377A}"/>
              </a:ext>
            </a:extLst>
          </p:cNvPr>
          <p:cNvSpPr txBox="1"/>
          <p:nvPr/>
        </p:nvSpPr>
        <p:spPr>
          <a:xfrm>
            <a:off x="0" y="408391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444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榮耀和尊貴  感謝都歸於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昔在  今在  永在君王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0CF99A-021C-8ECA-D63D-C988353943FA}"/>
              </a:ext>
            </a:extLst>
          </p:cNvPr>
          <p:cNvSpPr txBox="1"/>
          <p:nvPr/>
        </p:nvSpPr>
        <p:spPr>
          <a:xfrm>
            <a:off x="0" y="408391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5370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聖潔全能主   何等尊貴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榮耀至高神   我敬拜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293B1A-3E63-5234-62F0-BF32DEF56303}"/>
              </a:ext>
            </a:extLst>
          </p:cNvPr>
          <p:cNvSpPr txBox="1"/>
          <p:nvPr/>
        </p:nvSpPr>
        <p:spPr>
          <a:xfrm>
            <a:off x="0" y="408391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91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聖潔全能主   至高的主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榮耀尊貴和頌讚都歸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DE8D79-2605-E6B5-15B7-694D99AF0483}"/>
              </a:ext>
            </a:extLst>
          </p:cNvPr>
          <p:cNvSpPr txBox="1"/>
          <p:nvPr/>
        </p:nvSpPr>
        <p:spPr>
          <a:xfrm>
            <a:off x="0" y="408391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475894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60</TotalTime>
  <Words>99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</vt:lpstr>
      <vt:lpstr>聖潔全能主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聖潔全能主</dc:title>
  <dc:creator>DaTang</dc:creator>
  <cp:lastModifiedBy>batisuoc</cp:lastModifiedBy>
  <cp:revision>7</cp:revision>
  <dcterms:created xsi:type="dcterms:W3CDTF">2018-12-18T13:11:07Z</dcterms:created>
  <dcterms:modified xsi:type="dcterms:W3CDTF">2025-01-03T15:12:59Z</dcterms:modified>
</cp:coreProperties>
</file>