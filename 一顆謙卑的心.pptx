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6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9CD7E-C707-4067-A4FF-240A3A33EC32}" type="datetimeFigureOut">
              <a:rPr lang="zh-TW" altLang="en-US" smtClean="0"/>
              <a:pPr/>
              <a:t>2025/5/23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B9734-ACBD-4E9A-9BC0-CC1C40EB601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一顆謙卑的心</a:t>
            </a:r>
          </a:p>
        </p:txBody>
      </p:sp>
    </p:spTree>
    <p:extLst>
      <p:ext uri="{BB962C8B-B14F-4D97-AF65-F5344CB8AC3E}">
        <p14:creationId xmlns:p14="http://schemas.microsoft.com/office/powerpoint/2010/main" val="254958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求祢給我一顆謙卑的心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給我一顆受教的靈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179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好讓我能走在祢的旨意裡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如同耶穌的生命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011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幫助我更多的禱告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幫助我更深的倚靠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822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單單相信祢  深深敬畏祢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一生要跟隨祢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249467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9</TotalTime>
  <Words>90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Microsoft JhengHei</vt:lpstr>
      <vt:lpstr>Microsoft JhengHei</vt:lpstr>
      <vt:lpstr>PMingLiU</vt:lpstr>
      <vt:lpstr>Arial</vt:lpstr>
      <vt:lpstr>Calibri</vt:lpstr>
      <vt:lpstr>佈景主題1</vt:lpstr>
      <vt:lpstr>一顆謙卑的心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一顆謙卑的心</dc:title>
  <dc:creator>datang</dc:creator>
  <cp:lastModifiedBy>Joe Cheng</cp:lastModifiedBy>
  <cp:revision>5</cp:revision>
  <dcterms:created xsi:type="dcterms:W3CDTF">2014-09-21T00:30:00Z</dcterms:created>
  <dcterms:modified xsi:type="dcterms:W3CDTF">2025-05-23T07:43:01Z</dcterms:modified>
</cp:coreProperties>
</file>