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5185-4041-4B0C-B21E-F564A810B2F2}" type="datetimeFigureOut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6468C-60B5-4531-9957-8454D134B3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祢是神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493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祢創造諸天  祢創造深海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祢創造星月太陽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8915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祢創造深淵  祢創造山川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祢創造廣大宇宙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7686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祢創造我  是我主宰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以祢慈愛  環繞我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191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天要述說  地要歌頌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我心敬畏  祢是神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450727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</TotalTime>
  <Words>83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祢是神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你是神</dc:title>
  <dc:creator>大唐</dc:creator>
  <cp:lastModifiedBy>Uncle Jo</cp:lastModifiedBy>
  <cp:revision>5</cp:revision>
  <dcterms:created xsi:type="dcterms:W3CDTF">2017-10-21T07:41:30Z</dcterms:created>
  <dcterms:modified xsi:type="dcterms:W3CDTF">2026-01-10T09:42:07Z</dcterms:modified>
</cp:coreProperties>
</file>