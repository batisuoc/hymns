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53" r:id="rId2"/>
    <p:sldId id="390" r:id="rId3"/>
    <p:sldId id="391" r:id="rId4"/>
    <p:sldId id="392" r:id="rId5"/>
    <p:sldId id="394" r:id="rId6"/>
    <p:sldId id="395" r:id="rId7"/>
    <p:sldId id="396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974183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39620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7997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0847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9496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96360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49264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7942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48158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63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9150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6E6CC-32A2-4F62-A69C-65BBAE7E02EA}" type="datetimeFigureOut">
              <a:rPr lang="zh-TW" altLang="en-US" smtClean="0"/>
              <a:t>2026/2/16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E77DF8-4C25-45C5-AB3F-BC48AB1D10C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84860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快樂人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真開心早經已獲得拯救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得恩主愛護能做快樂人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75266-E13D-F3C2-518B-480D5A5FB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72F1120-9ED7-D79C-2943-758B4585B5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神常維護我心中倍歡欣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人生滿希望共主可以同行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610085-6DF7-6445-3E1A-6D8F242FABBE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04389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80F7A-B055-5DC3-BE55-AFBE02A7C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CA9E3327-9081-52AF-ED51-764E359226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我願以歌聲  唱頌救主恩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常頌揚基督感激祂護蔭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98B32-7973-36E8-04D4-C65E0D33D9D2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1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9162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296F6-94F1-954F-15F8-2DDC003F2D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02C702-5220-1729-B707-B7FFCCEED6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心中真興奮有上主同行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基督親領路全力向前行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0D1859-B43C-CE22-30F3-53058C6449A1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35760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0CB9C-6283-8E29-560D-456DEBFE8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321849C-3326-322C-E97E-073E3730F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全無後顧之憂更安心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人生滿希望盡一生服事神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5E7568-F097-FBBE-81A2-682855BF95B5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79763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E9ABA-7916-581C-782B-BA3404C07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0BB7D11A-8699-7870-2563-44AD54A5FF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竭力作主工   主領路要跟緊</a:t>
            </a:r>
            <a:endParaRPr lang="en-US" altLang="zh-TW" sz="64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常令神歡欣感激祂護蔭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86A1BE-1349-EF95-3E9F-74EC41D5DB00}"/>
              </a:ext>
            </a:extLst>
          </p:cNvPr>
          <p:cNvSpPr txBox="1"/>
          <p:nvPr/>
        </p:nvSpPr>
        <p:spPr>
          <a:xfrm>
            <a:off x="0" y="5157193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( </a:t>
            </a:r>
            <a:r>
              <a:rPr lang="en-US" altLang="zh-CN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2 / 2</a:t>
            </a:r>
            <a:r>
              <a:rPr lang="en-US" sz="3200" b="1" dirty="0">
                <a:solidFill>
                  <a:srgbClr val="660033"/>
                </a:solidFill>
                <a:latin typeface="+mj-lt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660033"/>
              </a:solidFill>
              <a:latin typeface="+mj-lt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41585935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384ED68F-161E-4EC5-AA47-8343C2AC128D}" vid="{FD3E678D-D6FA-4147-A139-1A6315ADEDC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</TotalTime>
  <Words>155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微軟正黑體</vt:lpstr>
      <vt:lpstr>Arial</vt:lpstr>
      <vt:lpstr>Calibri</vt:lpstr>
      <vt:lpstr>Theme1</vt:lpstr>
      <vt:lpstr>快樂人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快樂人</dc:title>
  <dc:creator>DAIDUONG</dc:creator>
  <cp:lastModifiedBy>Uncle Jo</cp:lastModifiedBy>
  <cp:revision>3</cp:revision>
  <dcterms:created xsi:type="dcterms:W3CDTF">2014-05-03T04:20:44Z</dcterms:created>
  <dcterms:modified xsi:type="dcterms:W3CDTF">2026-02-16T03:59:00Z</dcterms:modified>
</cp:coreProperties>
</file>