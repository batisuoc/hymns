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66" y="570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/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C0ED8C-69B4-47DE-B78F-544662AD9AC7}" type="datetimeFigureOut">
              <a:rPr lang="zh-TW" altLang="en-US" smtClean="0"/>
              <a:pPr/>
              <a:t>2024/8/24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406542-9214-4BA1-9211-43695DA5D857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>
          <a:xfrm>
            <a:off x="0" y="2660915"/>
            <a:ext cx="12192000" cy="1143000"/>
          </a:xfrm>
        </p:spPr>
        <p:txBody>
          <a:bodyPr>
            <a:noAutofit/>
          </a:bodyPr>
          <a:lstStyle/>
          <a:p>
            <a:r>
              <a:rPr lang="zh-CN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7200" b="1" i="1" dirty="0">
                <a:solidFill>
                  <a:srgbClr val="6600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itchFamily="34" charset="-120"/>
                <a:ea typeface="微軟正黑體" pitchFamily="34" charset="-120"/>
              </a:rPr>
              <a:t>是我的一切</a:t>
            </a:r>
          </a:p>
        </p:txBody>
      </p:sp>
    </p:spTree>
    <p:extLst>
      <p:ext uri="{BB962C8B-B14F-4D97-AF65-F5344CB8AC3E}">
        <p14:creationId xmlns:p14="http://schemas.microsoft.com/office/powerpoint/2010/main" val="7213147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是我倚靠的力量 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是我尋求的寶藏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11594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是我的一切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1296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好比珍貴的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珠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寶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我怎能放棄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不要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572214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是我的一切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90283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耶穌  神羔羊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配得大讚美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耶穌  神羔羊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配得大讚美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2447F39-871A-7ECF-1E1E-355096BF1745}"/>
              </a:ext>
            </a:extLst>
          </p:cNvPr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37820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擔當我罪債和羞辱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死裡復活我蒙救贖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723566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是我的一切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37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當我跌倒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扶持我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當我乾渴</a:t>
            </a: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充滿我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7022633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CN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祢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是我的一切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正歌 </a:t>
            </a:r>
            <a:r>
              <a:rPr lang="en-US" sz="3600" b="1" dirty="0">
                <a:solidFill>
                  <a:srgbClr val="660033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2 )</a:t>
            </a:r>
            <a:endParaRPr lang="vi-VN" sz="3600" b="1" dirty="0">
              <a:solidFill>
                <a:srgbClr val="660033"/>
              </a:solidFill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03336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內容版面配置區 4"/>
          <p:cNvSpPr>
            <a:spLocks noGrp="1"/>
          </p:cNvSpPr>
          <p:nvPr>
            <p:ph idx="1"/>
          </p:nvPr>
        </p:nvSpPr>
        <p:spPr>
          <a:xfrm>
            <a:off x="0" y="2084851"/>
            <a:ext cx="12192000" cy="2404863"/>
          </a:xfrm>
        </p:spPr>
        <p:txBody>
          <a:bodyPr anchor="ctr">
            <a:normAutofit/>
          </a:bodyPr>
          <a:lstStyle/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耶穌  神羔羊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配得大讚美</a:t>
            </a:r>
            <a:endParaRPr lang="en-US" altLang="zh-TW" sz="6400" b="1" dirty="0">
              <a:solidFill>
                <a:srgbClr val="660033"/>
              </a:solidFill>
              <a:latin typeface="微軟正黑體" pitchFamily="34" charset="-120"/>
              <a:ea typeface="微軟正黑體" pitchFamily="34" charset="-120"/>
            </a:endParaRPr>
          </a:p>
          <a:p>
            <a:pPr algn="ctr">
              <a:buNone/>
            </a:pP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耶穌  神羔羊</a:t>
            </a:r>
            <a:r>
              <a:rPr lang="en-US" altLang="zh-TW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  </a:t>
            </a:r>
            <a:r>
              <a:rPr lang="zh-TW" altLang="en-US" sz="6400" b="1" dirty="0">
                <a:solidFill>
                  <a:srgbClr val="660033"/>
                </a:solidFill>
                <a:latin typeface="微軟正黑體" pitchFamily="34" charset="-120"/>
                <a:ea typeface="微軟正黑體" pitchFamily="34" charset="-120"/>
              </a:rPr>
              <a:t>配得大讚美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5432F-8C6B-D6DC-6AD2-C283AFEE1DDA}"/>
              </a:ext>
            </a:extLst>
          </p:cNvPr>
          <p:cNvSpPr txBox="1"/>
          <p:nvPr/>
        </p:nvSpPr>
        <p:spPr>
          <a:xfrm>
            <a:off x="0" y="5061182"/>
            <a:ext cx="12192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( </a:t>
            </a:r>
            <a:r>
              <a:rPr lang="zh-CN" alt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副歌</a:t>
            </a:r>
            <a:r>
              <a:rPr lang="en-US" sz="3600" b="1" dirty="0">
                <a:solidFill>
                  <a:srgbClr val="660033"/>
                </a:solidFill>
                <a:effectLst/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)</a:t>
            </a:r>
            <a:endParaRPr lang="vi-VN" sz="3600" b="1" dirty="0">
              <a:solidFill>
                <a:srgbClr val="660033"/>
              </a:solidFill>
              <a:effectLst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13520832"/>
      </p:ext>
    </p:extLst>
  </p:cSld>
  <p:clrMapOvr>
    <a:masterClrMapping/>
  </p:clrMapOvr>
</p:sld>
</file>

<file path=ppt/theme/theme1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佈景主題1</Template>
  <TotalTime>10</TotalTime>
  <Words>182</Words>
  <Application>Microsoft Office PowerPoint</Application>
  <PresentationFormat>Widescreen</PresentationFormat>
  <Paragraphs>27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微軟正黑體</vt:lpstr>
      <vt:lpstr>微軟正黑體</vt:lpstr>
      <vt:lpstr>Arial</vt:lpstr>
      <vt:lpstr>Calibri</vt:lpstr>
      <vt:lpstr>佈景主題1</vt:lpstr>
      <vt:lpstr>祢是我的一切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你是我的一切</dc:title>
  <dc:creator>DAIDUONG</dc:creator>
  <cp:lastModifiedBy>batisuoc</cp:lastModifiedBy>
  <cp:revision>8</cp:revision>
  <dcterms:created xsi:type="dcterms:W3CDTF">2014-04-18T13:08:20Z</dcterms:created>
  <dcterms:modified xsi:type="dcterms:W3CDTF">2024-08-24T05:16:47Z</dcterms:modified>
</cp:coreProperties>
</file>