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0ED8C-69B4-47DE-B78F-544662AD9AC7}" type="datetimeFigureOut">
              <a:rPr lang="zh-TW" altLang="en-US" smtClean="0"/>
              <a:pPr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06542-9214-4BA1-9211-43695DA5D8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是我的一切</a:t>
            </a:r>
          </a:p>
        </p:txBody>
      </p:sp>
    </p:spTree>
    <p:extLst>
      <p:ext uri="{BB962C8B-B14F-4D97-AF65-F5344CB8AC3E}">
        <p14:creationId xmlns:p14="http://schemas.microsoft.com/office/powerpoint/2010/main" val="72131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是我倚靠的力量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是我尋求的寶藏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115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2962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好比</a:t>
            </a:r>
            <a:r>
              <a:rPr lang="zh-CN" altLang="en-US"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貴重</a:t>
            </a:r>
            <a:r>
              <a:rPr lang="zh-TW" altLang="en-US"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珠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我怎能放棄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7221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0283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神羔羊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配得大讚美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神羔羊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配得大讚美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447F39-871A-7ECF-1E1E-355096BF1745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782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擔當我罪債和羞辱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死裡復活我蒙救贖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3566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37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當我跌倒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扶持我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當我乾渴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充滿我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2263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3336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神羔羊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配得大讚美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神羔羊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配得大讚美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5432F-8C6B-D6DC-6AD2-C283AFEE1DDA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352083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34</TotalTime>
  <Words>182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佈景主題1</vt:lpstr>
      <vt:lpstr>祢是我的一切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你是我的一切</dc:title>
  <dc:creator>DAIDUONG</dc:creator>
  <cp:lastModifiedBy>batisuoc</cp:lastModifiedBy>
  <cp:revision>9</cp:revision>
  <dcterms:created xsi:type="dcterms:W3CDTF">2014-04-18T13:08:20Z</dcterms:created>
  <dcterms:modified xsi:type="dcterms:W3CDTF">2025-08-08T20:42:58Z</dcterms:modified>
</cp:coreProperties>
</file>