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72" y="1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F273-F592-4256-8BF3-017BE16D08B7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6625-1BDB-44BD-A42E-E2C5808787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2085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F273-F592-4256-8BF3-017BE16D08B7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6625-1BDB-44BD-A42E-E2C5808787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726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F273-F592-4256-8BF3-017BE16D08B7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6625-1BDB-44BD-A42E-E2C5808787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281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F273-F592-4256-8BF3-017BE16D08B7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6625-1BDB-44BD-A42E-E2C5808787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039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F273-F592-4256-8BF3-017BE16D08B7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6625-1BDB-44BD-A42E-E2C5808787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4389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F273-F592-4256-8BF3-017BE16D08B7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6625-1BDB-44BD-A42E-E2C5808787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3194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F273-F592-4256-8BF3-017BE16D08B7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6625-1BDB-44BD-A42E-E2C5808787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5258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F273-F592-4256-8BF3-017BE16D08B7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6625-1BDB-44BD-A42E-E2C5808787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380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F273-F592-4256-8BF3-017BE16D08B7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6625-1BDB-44BD-A42E-E2C5808787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0508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F273-F592-4256-8BF3-017BE16D08B7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6625-1BDB-44BD-A42E-E2C5808787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261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F273-F592-4256-8BF3-017BE16D08B7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6625-1BDB-44BD-A42E-E2C5808787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1009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EF273-F592-4256-8BF3-017BE16D08B7}" type="datetimeFigureOut">
              <a:rPr lang="zh-TW" altLang="en-US" smtClean="0"/>
              <a:t>2025/10/17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26625-1BDB-44BD-A42E-E2C5808787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086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神羔羊配得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感謝祢的十字架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感謝祢付上代價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FFEA0-B924-E1C2-0FDB-C07713498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BCA2FC0-DE1E-10B9-3B4F-E88940AE2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擔當我罪和羞愧          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使我完全  賜下奇妙恩典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209047-60E5-621D-0BAE-FE06E94D2F7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4405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A25-8CA4-CC42-5561-699D5C2A9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FDB2625-41A8-ADFD-9247-67397E786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感謝祢無比大愛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感謝祢釘痕雙手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59219-D725-B5DF-CA55-C0CBE121163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29522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F1586-31AF-1C63-0DF0-AD0DED082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B631F85-CEFE-A3FC-DFFC-FECD96AB8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寶血洗淨我汙穢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使我瞭解  祢完全包容赦免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AF497-F2B3-1ECE-E728-1E25D945996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914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90232-0C71-07E9-321E-C48A6EED8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31696D4-49DE-81D5-86E4-C1295A783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神羔羊配得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坐在寶座上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頭戴著尊貴冠冕  祢作王到永遠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E63C74-36B6-5313-7F9A-B18D3A279EC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05026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9EDEF-232D-62B1-6C07-CAB29FEC9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D6919C3-DB17-13AD-E92F-E6419C03A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來尊崇讚美  耶穌神兒子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從天降下被釘十架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5F102-1329-5FF4-593A-0A18C0AA202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4720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F6AB8-6F5A-DAAE-81D6-1E576C1FA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C5AD7E6-953A-AC73-245A-ADA264D97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神羔羊配得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神羔羊配得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1E178-1793-F46A-29D0-D08D0C72E9D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197583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26</TotalTime>
  <Words>147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Theme1</vt:lpstr>
      <vt:lpstr>神羔羊配得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神羔羊配得</dc:title>
  <dc:creator>Admin</dc:creator>
  <cp:lastModifiedBy>batisuoc</cp:lastModifiedBy>
  <cp:revision>5</cp:revision>
  <dcterms:created xsi:type="dcterms:W3CDTF">2020-06-12T11:27:26Z</dcterms:created>
  <dcterms:modified xsi:type="dcterms:W3CDTF">2025-10-17T15:32:57Z</dcterms:modified>
</cp:coreProperties>
</file>