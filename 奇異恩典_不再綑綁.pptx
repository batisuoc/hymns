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smtClean="0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6C3C4-BA31-49FC-9478-D3D8F0BC1222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1F6E4-AB24-48F9-AAD3-40F4432765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6C3C4-BA31-49FC-9478-D3D8F0BC1222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1F6E4-AB24-48F9-AAD3-40F4432765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6C3C4-BA31-49FC-9478-D3D8F0BC1222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1F6E4-AB24-48F9-AAD3-40F4432765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6C3C4-BA31-49FC-9478-D3D8F0BC1222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1F6E4-AB24-48F9-AAD3-40F4432765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6C3C4-BA31-49FC-9478-D3D8F0BC1222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1F6E4-AB24-48F9-AAD3-40F4432765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6C3C4-BA31-49FC-9478-D3D8F0BC1222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1F6E4-AB24-48F9-AAD3-40F4432765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6C3C4-BA31-49FC-9478-D3D8F0BC1222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1F6E4-AB24-48F9-AAD3-40F4432765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6C3C4-BA31-49FC-9478-D3D8F0BC1222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1F6E4-AB24-48F9-AAD3-40F4432765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 smtClean="0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6C3C4-BA31-49FC-9478-D3D8F0BC1222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1F6E4-AB24-48F9-AAD3-40F4432765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6C3C4-BA31-49FC-9478-D3D8F0BC1222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1F6E4-AB24-48F9-AAD3-40F4432765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6C3C4-BA31-49FC-9478-D3D8F0BC1222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1F6E4-AB24-48F9-AAD3-40F4432765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26C3C4-BA31-49FC-9478-D3D8F0BC1222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F1F6E4-AB24-48F9-AAD3-40F4432765E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奇異恩典（不再綑綁）</a:t>
            </a:r>
            <a:endParaRPr lang="zh-TW" altLang="en-US" sz="54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03679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奇異恩典 </a:t>
            </a:r>
            <a:r>
              <a:rPr lang="zh-TW" altLang="en-US" sz="48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何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等甘甜 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我罪已得赦免</a:t>
            </a:r>
            <a:endParaRPr lang="zh-TW" altLang="en-US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400" b="1" dirty="0" smtClean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1 / 4</a:t>
            </a:r>
            <a:r>
              <a:rPr lang="en-US" sz="2400" b="1" dirty="0" smtClean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24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)</a:t>
            </a:r>
            <a:endParaRPr lang="vi-VN" sz="24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98554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前我失喪 </a:t>
            </a:r>
            <a:r>
              <a:rPr lang="zh-TW" altLang="en-US" sz="48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今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被尋回 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瞎眼今得看見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400" b="1" dirty="0" smtClean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1 / 4</a:t>
            </a:r>
            <a:r>
              <a:rPr lang="en-US" sz="2400" b="1" dirty="0" smtClean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24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)</a:t>
            </a:r>
            <a:endParaRPr lang="vi-VN" sz="24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77892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如此恩典 </a:t>
            </a:r>
            <a:r>
              <a:rPr lang="zh-CN" altLang="en-US" sz="48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使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我敬畏 </a:t>
            </a:r>
            <a:endParaRPr lang="en-US" altLang="zh-CN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使我心得安慰</a:t>
            </a:r>
            <a:endParaRPr lang="en-US" altLang="zh-CN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400" b="1" dirty="0" smtClean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2 / 4</a:t>
            </a:r>
            <a:r>
              <a:rPr lang="en-US" sz="2400" b="1" dirty="0" smtClean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24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)</a:t>
            </a:r>
            <a:endParaRPr lang="vi-VN" sz="24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79120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初信之時 </a:t>
            </a:r>
            <a:r>
              <a:rPr lang="zh-TW" altLang="en-US" sz="48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即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蒙恩惠 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真是何等寶貴</a:t>
            </a:r>
            <a:endParaRPr lang="zh-TW" altLang="en-US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400" b="1" dirty="0" smtClean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2 / 4</a:t>
            </a:r>
            <a:r>
              <a:rPr lang="en-US" sz="2400" b="1" dirty="0" smtClean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24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)</a:t>
            </a:r>
            <a:endParaRPr lang="vi-VN" sz="24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73521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不再有捆綁 </a:t>
            </a:r>
            <a:r>
              <a:rPr lang="zh-TW" altLang="en-US" sz="48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我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已得釋放 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我救主耶穌 </a:t>
            </a:r>
            <a:r>
              <a:rPr lang="zh-TW" altLang="en-US" sz="48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已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付代價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69606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豐富恩典 </a:t>
            </a:r>
            <a:r>
              <a:rPr lang="zh-TW" altLang="en-US" sz="48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今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充滿我 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永恆的愛 </a:t>
            </a:r>
            <a:r>
              <a:rPr lang="zh-TW" altLang="en-US" sz="48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奇異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恩典</a:t>
            </a:r>
            <a:endParaRPr lang="zh-TW" altLang="en-US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94953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我主應許 </a:t>
            </a:r>
            <a:r>
              <a:rPr lang="zh-TW" altLang="en-US" sz="48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美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好無比 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盼望永不失去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400" b="1" dirty="0" smtClean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3 / 4</a:t>
            </a:r>
            <a:r>
              <a:rPr lang="en-US" sz="2400" b="1" dirty="0" smtClean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24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)</a:t>
            </a:r>
            <a:endParaRPr lang="vi-VN" sz="24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57100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有主做為 </a:t>
            </a:r>
            <a:r>
              <a:rPr lang="zh-TW" altLang="en-US" sz="48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盾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牌福分 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我心不再畏懼</a:t>
            </a:r>
            <a:endParaRPr lang="zh-TW" altLang="en-US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400" b="1" dirty="0" smtClean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3 / 4</a:t>
            </a:r>
            <a:r>
              <a:rPr lang="en-US" sz="2400" b="1" dirty="0" smtClean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24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)</a:t>
            </a:r>
            <a:endParaRPr lang="vi-VN" sz="24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49808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天地都會 </a:t>
            </a:r>
            <a:r>
              <a:rPr lang="zh-TW" altLang="en-US" sz="48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漸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漸廢去 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但我主永長存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400" b="1" dirty="0" smtClean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4 / 4</a:t>
            </a:r>
            <a:r>
              <a:rPr lang="en-US" sz="2400" b="1" dirty="0" smtClean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24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)</a:t>
            </a:r>
            <a:endParaRPr lang="vi-VN" sz="24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57404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我的生命 </a:t>
            </a:r>
            <a:r>
              <a:rPr lang="zh-TW" altLang="en-US" sz="48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有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主看顧 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我永遠屬於祢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2400" b="1" dirty="0" smtClean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4 / 4</a:t>
            </a:r>
            <a:r>
              <a:rPr lang="en-US" sz="2400" b="1" dirty="0" smtClean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24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)</a:t>
            </a:r>
            <a:endParaRPr lang="vi-VN" sz="24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44162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不再有捆綁 </a:t>
            </a:r>
            <a:r>
              <a:rPr lang="zh-TW" altLang="en-US" sz="48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我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已得釋放 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我救主耶穌 </a:t>
            </a:r>
            <a:r>
              <a:rPr lang="zh-TW" altLang="en-US" sz="48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已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付代價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99101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豐富恩典 </a:t>
            </a:r>
            <a:r>
              <a:rPr lang="zh-TW" altLang="en-US" sz="48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今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充滿我 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永恆的愛 </a:t>
            </a:r>
            <a:r>
              <a:rPr lang="zh-TW" altLang="en-US" sz="48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奇異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恩典</a:t>
            </a:r>
            <a:endParaRPr lang="zh-TW" altLang="en-US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4973379"/>
      </p:ext>
    </p:extLst>
  </p:cSld>
  <p:clrMapOvr>
    <a:masterClrMapping/>
  </p:clrMapOvr>
</p:sld>
</file>

<file path=ppt/theme/theme1.xml><?xml version="1.0" encoding="utf-8"?>
<a:theme xmlns:a="http://schemas.openxmlformats.org/drawingml/2006/main" name="Church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Church Theme</Template>
  <TotalTime>19</TotalTime>
  <Words>232</Words>
  <Application>Microsoft Office PowerPoint</Application>
  <PresentationFormat>On-screen Show (16:9)</PresentationFormat>
  <Paragraphs>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Microsoft JhengHei</vt:lpstr>
      <vt:lpstr>Microsoft JhengHei</vt:lpstr>
      <vt:lpstr>新細明體</vt:lpstr>
      <vt:lpstr>Arial</vt:lpstr>
      <vt:lpstr>Calibri</vt:lpstr>
      <vt:lpstr>Times New Roman</vt:lpstr>
      <vt:lpstr>Church Theme</vt:lpstr>
      <vt:lpstr>奇異恩典（不再綑綁）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奇異恩典（不再綑綁）</dc:title>
  <dc:creator>Windows User</dc:creator>
  <cp:lastModifiedBy>Joe Cheng</cp:lastModifiedBy>
  <cp:revision>5</cp:revision>
  <dcterms:created xsi:type="dcterms:W3CDTF">2019-05-04T19:07:00Z</dcterms:created>
  <dcterms:modified xsi:type="dcterms:W3CDTF">2026-08-01T04:19:54Z</dcterms:modified>
</cp:coreProperties>
</file>