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23" r:id="rId2"/>
    <p:sldId id="624" r:id="rId3"/>
    <p:sldId id="625" r:id="rId4"/>
    <p:sldId id="626" r:id="rId5"/>
    <p:sldId id="627" r:id="rId6"/>
    <p:sldId id="628" r:id="rId7"/>
    <p:sldId id="629" r:id="rId8"/>
    <p:sldId id="630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7AF7-86BA-4539-97EC-ABC1612CFF34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9B23-1B47-4A8C-80C2-E9D92BD8D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7AF7-86BA-4539-97EC-ABC1612CFF34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9B23-1B47-4A8C-80C2-E9D92BD8D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5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7AF7-86BA-4539-97EC-ABC1612CFF34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9B23-1B47-4A8C-80C2-E9D92BD8D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08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7AF7-86BA-4539-97EC-ABC1612CFF34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9B23-1B47-4A8C-80C2-E9D92BD8D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01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7AF7-86BA-4539-97EC-ABC1612CFF34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9B23-1B47-4A8C-80C2-E9D92BD8D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7AF7-86BA-4539-97EC-ABC1612CFF34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9B23-1B47-4A8C-80C2-E9D92BD8D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76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7AF7-86BA-4539-97EC-ABC1612CFF34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9B23-1B47-4A8C-80C2-E9D92BD8D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53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7AF7-86BA-4539-97EC-ABC1612CFF34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9B23-1B47-4A8C-80C2-E9D92BD8D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09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7AF7-86BA-4539-97EC-ABC1612CFF34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9B23-1B47-4A8C-80C2-E9D92BD8D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47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7AF7-86BA-4539-97EC-ABC1612CFF34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9B23-1B47-4A8C-80C2-E9D92BD8D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0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7AF7-86BA-4539-97EC-ABC1612CFF34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9B23-1B47-4A8C-80C2-E9D92BD8D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35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87AF7-86BA-4539-97EC-ABC1612CFF34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D9B23-1B47-4A8C-80C2-E9D92BD8D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4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因祢堅持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主我為祢傾  懇請開我眼睛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獻上至美至誠  實踐寶貴使命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願見國度擴張  收取莊稼理想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撇棄這生貪愛  願背十架踏上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065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全為祢突破自我  釋去心靈怯懦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甘擺上  心思意念  未怕崎嶇痛楚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8203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寒夜裡有祢渡過  堅固心靈居所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叮囑我  這救贖  讓我  付上更多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4750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今生因祢堅持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貧困瞎眼祢醫治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9135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今天差遣我作祢僕人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成就祢心意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2778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歡呼收割之時  唯盼見證祢公義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只想彰顯祢的愛  奉上永遠盡意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808704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185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因祢堅持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2024-07-05T15:53:04Z</dcterms:created>
  <dcterms:modified xsi:type="dcterms:W3CDTF">2024-07-05T15:53:27Z</dcterms:modified>
</cp:coreProperties>
</file>