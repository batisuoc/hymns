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6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0D2D1-EA6F-422F-8B05-64A315FC21BB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95C59-F00D-4893-AEEB-28553C5A9F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2861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0D2D1-EA6F-422F-8B05-64A315FC21BB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95C59-F00D-4893-AEEB-28553C5A9F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63570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0D2D1-EA6F-422F-8B05-64A315FC21BB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95C59-F00D-4893-AEEB-28553C5A9F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8393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0D2D1-EA6F-422F-8B05-64A315FC21BB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95C59-F00D-4893-AEEB-28553C5A9F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57221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0D2D1-EA6F-422F-8B05-64A315FC21BB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95C59-F00D-4893-AEEB-28553C5A9F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3009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0D2D1-EA6F-422F-8B05-64A315FC21BB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95C59-F00D-4893-AEEB-28553C5A9F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72240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0D2D1-EA6F-422F-8B05-64A315FC21BB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95C59-F00D-4893-AEEB-28553C5A9F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38850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0D2D1-EA6F-422F-8B05-64A315FC21BB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95C59-F00D-4893-AEEB-28553C5A9F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7334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0D2D1-EA6F-422F-8B05-64A315FC21BB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95C59-F00D-4893-AEEB-28553C5A9F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7858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0D2D1-EA6F-422F-8B05-64A315FC21BB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95C59-F00D-4893-AEEB-28553C5A9F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23858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0D2D1-EA6F-422F-8B05-64A315FC21BB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95C59-F00D-4893-AEEB-28553C5A9F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42143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0D2D1-EA6F-422F-8B05-64A315FC21BB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95C59-F00D-4893-AEEB-28553C5A9F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1737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2891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耶穌  耶穌</a:t>
            </a:r>
          </a:p>
        </p:txBody>
      </p:sp>
    </p:spTree>
    <p:extLst>
      <p:ext uri="{BB962C8B-B14F-4D97-AF65-F5344CB8AC3E}">
        <p14:creationId xmlns:p14="http://schemas.microsoft.com/office/powerpoint/2010/main" val="61606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  喔  耶穌  聖潔的救贖主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  耶穌  豐富賞賜者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1228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1752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  喔  耶穌  至高的得勝者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  耶穌  全能醫治主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122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0601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讓凡有氣息都說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聖哉  聖哉  聖哉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122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459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是昔在永在的全能主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永不改變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122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3352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讓凡有氣息都說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聖哉  聖哉  聖哉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122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70238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是配得一切榮耀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尊貴和頌讚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122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68457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10</TotalTime>
  <Words>123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微軟正黑體</vt:lpstr>
      <vt:lpstr>Arial</vt:lpstr>
      <vt:lpstr>Calibri</vt:lpstr>
      <vt:lpstr>Theme1</vt:lpstr>
      <vt:lpstr>耶穌  耶穌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耶穌  耶穌</dc:title>
  <dc:creator>Windows User</dc:creator>
  <cp:lastModifiedBy>batisuoc</cp:lastModifiedBy>
  <cp:revision>5</cp:revision>
  <dcterms:created xsi:type="dcterms:W3CDTF">2020-11-13T11:26:01Z</dcterms:created>
  <dcterms:modified xsi:type="dcterms:W3CDTF">2024-08-30T17:25:45Z</dcterms:modified>
</cp:coreProperties>
</file>