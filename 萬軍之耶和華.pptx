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萬軍之耶和華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萬軍之耶和華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我的心腸我的肉體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29F4-684D-B5D7-F524-E7FA84D0C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F55FDFA-8260-C84E-46E5-CFA48E620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向永生上帝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我慈愛的主呼籲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7CEBC-CCFA-27A9-F983-2BFAE5E0633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88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0000-49B1-181F-D038-9AAB8264C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ABA538-CCC5-97B3-4346-0297511A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萬軍之耶和華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求祢醫治我便痊癒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220D8-6970-294F-78A5-76C702C6872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16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B373-5132-BE63-A0D8-EAC748A1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7F9624-9805-647D-C5FF-66BEE61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因為祢是我的救主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我所讚美的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FF0B5-EBD0-787C-6225-FC4DE5C50DD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897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02AB9-4C9B-7BBA-662D-3A74512A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9A05A3-D694-8B06-E6D7-61871DE14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求祢保護搭救我  使我不致羞愧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因為我投靠祢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BBD4E-0800-29A3-53E4-B1FF53D5BEC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570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4669-F3E4-44D9-BFB6-C97B7FAA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AB7A25C-B94B-8A1A-36F5-D15B73002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求祢憐恤轉向我  願正直保守我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因為我等候祢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E7FFF-24AB-31D4-88AD-5BF82FC79E7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59659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121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萬軍之耶和華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2026-06-06T09:16:09Z</dcterms:created>
  <dcterms:modified xsi:type="dcterms:W3CDTF">2026-06-06T09:18:24Z</dcterms:modified>
</cp:coreProperties>
</file>