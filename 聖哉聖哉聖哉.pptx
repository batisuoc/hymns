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42" r:id="rId2"/>
    <p:sldId id="641" r:id="rId3"/>
    <p:sldId id="643" r:id="rId4"/>
    <p:sldId id="644" r:id="rId5"/>
    <p:sldId id="645" r:id="rId6"/>
    <p:sldId id="646" r:id="rId7"/>
    <p:sldId id="647" r:id="rId8"/>
    <p:sldId id="648" r:id="rId9"/>
    <p:sldId id="64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9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8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2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3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77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9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5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8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1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ABE45-1A21-4213-B4E3-65927D0E13A5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A63A-3D2B-4250-8AF8-CC2786D28A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2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聖哉、聖哉、聖哉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全能大主宰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清晨歡悅歌詠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高聲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頌主聖恩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5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恩慈永無更改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榮耀與讚美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歸三一真神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563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聖徒虔拜俯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各以華麗金冠  呈奉寶座之前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07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千萬天軍天使 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虔敬崇拜上主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昔在而今在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永在萬萬年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86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主藏彩雲裡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罪人焉得瞻望  真主威赫榮光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24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耶和華惟聖哉  誰與上主堪比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權能至完備  大哉天地主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06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全能大主宰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天上地下海中  萬物頌主尊稱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8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聖哉  聖哉  聖哉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恩慈永無更改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榮耀與讚美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歸三一真神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47120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228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聖哉、聖哉、聖哉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2024-08-10T17:32:11Z</dcterms:created>
  <dcterms:modified xsi:type="dcterms:W3CDTF">2024-08-10T17:32:52Z</dcterms:modified>
</cp:coreProperties>
</file>