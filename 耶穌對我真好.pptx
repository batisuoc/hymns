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  <p:sldId id="400" r:id="rId11"/>
    <p:sldId id="401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耶穌對我真好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耶穌曾為我捨命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祂已從死裡復活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D404-3D55-46D4-9F9F-1C71C080E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421AFE9-24B6-ABDE-CF2E-7A2A7581D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祂是主  我神  得勝的主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BF988-A663-D34B-4F59-C89A79EAA18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8491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F9496-B736-2E3F-FE0C-1258CA8CF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1B5857B-7226-04F4-E37C-5C5926135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死亡權勢已被打敗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爭戰得勝生命恢復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8A27D-FEA7-6386-DAA0-44BB17206C9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4163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9E702-FB87-450D-B079-5119ECFEE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945E052-63FE-12D3-781A-4EC01F143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祂是主  我神  得勝的主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F23AD8-559C-DD92-FC3F-25A3019AB5A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1174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744FE-7643-212C-A855-11AA502F4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797570D-8024-98D6-2952-5AAAE684C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祂活在我的心裡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運行在我生命中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AA9E47-06CD-047C-8D72-9FDBA8F6124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10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48CDF-DCF3-8C41-8F79-9F220EE6F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E0FCF03-BEF3-7172-ADD5-7284FAB5D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祂是主  我神  得勝的主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82A75E-EE5F-9EBD-57FC-8987B18DF3C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1019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E46E1-9908-0C18-FFC5-155C09940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86E61E6-E0E8-606C-1DA5-6A6C4769D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耶穌充滿在我心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以祂無比的大愛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938CF-808B-E28B-830E-1E8983569D3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4957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D7B87-F8ED-5719-EDC2-F25244FD6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EE66114-B346-763A-7F8D-D60951D05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祂是主  我神  得勝的主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C94D57-8C48-FFFA-05BB-F77E1EDDBB9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86694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8A410-0695-81A4-F06D-4816233A3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C4CA66D-3FDD-0374-825E-52A872E15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耶穌對我真好  耶穌對你真好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耶穌祂對我對你真好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F5345-31A2-7C78-C700-4BAF34B446F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3158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81D67-D5F0-D01A-B156-F352437C9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ED658C8-A77D-E16C-0103-F29771DEC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耶穌祂對我真好  祂對你真好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祂對我對你真好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A13F6-B29D-F1A5-110B-088DFEF7F3F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092464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3</TotalTime>
  <Words>188</Words>
  <Application>Microsoft Office PowerPoint</Application>
  <PresentationFormat>Widescreen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JhengHei</vt:lpstr>
      <vt:lpstr>Microsoft JhengHei</vt:lpstr>
      <vt:lpstr>Arial</vt:lpstr>
      <vt:lpstr>Calibri</vt:lpstr>
      <vt:lpstr>Theme1</vt:lpstr>
      <vt:lpstr>耶穌對我真好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2025-04-16T16:05:25Z</dcterms:created>
  <dcterms:modified xsi:type="dcterms:W3CDTF">2025-04-16T16:08:32Z</dcterms:modified>
</cp:coreProperties>
</file>