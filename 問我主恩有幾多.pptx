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26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3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1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7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7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5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4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3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4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1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3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8E65E-5E56-4F09-9AEE-13AF2F5B087E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B9AB7-004E-41D0-994F-4AE5242BD8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6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問我主恩有幾多</a:t>
            </a:r>
          </a:p>
        </p:txBody>
      </p:sp>
    </p:spTree>
    <p:extLst>
      <p:ext uri="{BB962C8B-B14F-4D97-AF65-F5344CB8AC3E}">
        <p14:creationId xmlns:p14="http://schemas.microsoft.com/office/powerpoint/2010/main" val="239690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問我主恩典有幾多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究竟主恩典有幾多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( 1 )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349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我如何能夠一一去數清楚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問我點解會高興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( 1 )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3940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究竟點解無苦楚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我笑住回答講一聲主愛我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( 1 )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46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無論我有百般對  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或者千般錯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耶穌已承受結果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( 1 )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215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面對世界一切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那怕會如何  全心靠耶穌經過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( 1 )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125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問我當初信靠經過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有主天天輕撫心窩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( 2 )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699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靠著神能夠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將抑鬱苦楚拋開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頌讚歌聲句句鏗鏘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( 2 )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214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見證主恩天天分享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以熱誠熱愛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交出真心去和唱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( 2 )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046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回望已過去的我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像幽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谷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走過  愁  憎  厭煩恨怨多 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( 2 )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645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憑著信懊悔改過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天天開心過  求主聖靈更新我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( 2 )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3180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現我天天敞開心窩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放低心中千斤枷鎖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( 3 )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6025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細味神話語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謹遵教誨細意思想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( 3 )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614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念記基督犧牲的愛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十架釘身種種苦楚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( 3 )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46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唱頌神大愛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甘將一生獻奉上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79336"/>
            <a:ext cx="1219199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</a:rPr>
              <a:t>( 3 )</a:t>
            </a:r>
            <a:endParaRPr lang="vi-VN" sz="44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67047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44</TotalTime>
  <Words>289</Words>
  <Application>Microsoft Office PowerPoint</Application>
  <PresentationFormat>Widescreen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Microsoft JhengHei</vt:lpstr>
      <vt:lpstr>Microsoft JhengHei</vt:lpstr>
      <vt:lpstr>Arial</vt:lpstr>
      <vt:lpstr>Calibri</vt:lpstr>
      <vt:lpstr>Theme1</vt:lpstr>
      <vt:lpstr>問我主恩有幾多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問我主恩有幾多</dc:title>
  <dc:creator>batisuoc</dc:creator>
  <cp:lastModifiedBy>batisuoc</cp:lastModifiedBy>
  <cp:revision>10</cp:revision>
  <dcterms:created xsi:type="dcterms:W3CDTF">2018-06-18T04:03:34Z</dcterms:created>
  <dcterms:modified xsi:type="dcterms:W3CDTF">2024-11-23T10:45:47Z</dcterms:modified>
</cp:coreProperties>
</file>