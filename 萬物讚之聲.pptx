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4" autoAdjust="0"/>
    <p:restoredTop sz="94660"/>
  </p:normalViewPr>
  <p:slideViewPr>
    <p:cSldViewPr snapToGrid="0">
      <p:cViewPr varScale="1">
        <p:scale>
          <a:sx n="75" d="100"/>
          <a:sy n="75" d="100"/>
        </p:scale>
        <p:origin x="6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2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9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2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1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6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0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67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1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29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9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0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萬物讚之聲</a:t>
            </a:r>
            <a:endParaRPr lang="zh-TW" altLang="en-US" sz="7200" b="1" i="1" dirty="0">
              <a:solidFill>
                <a:schemeClr val="bg1"/>
              </a:solidFill>
              <a:effectLst>
                <a:glow rad="139700">
                  <a:srgbClr val="339966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178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山擊掌  水高唱</a:t>
            </a:r>
            <a:r>
              <a:rPr lang="en-US" altLang="zh-TW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眾星也和應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風輕吹  吹起讚之聲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6400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花擺腰  草偷笑  要興奮做証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頌唱主基督已經得勝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827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永活耶穌  尊貴崇高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謳歌讚美祂至美至榮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0659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遍地同慶  普世同聲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歌聲句句動聽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7813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萬物讚之聲</a:t>
            </a:r>
            <a:endParaRPr lang="zh-TW" altLang="en-US" sz="7200" b="1" i="1" dirty="0">
              <a:solidFill>
                <a:schemeClr val="bg1"/>
              </a:solidFill>
              <a:effectLst>
                <a:glow rad="139700">
                  <a:srgbClr val="339966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9269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山擊掌  水高唱</a:t>
            </a:r>
            <a:r>
              <a:rPr lang="en-US" altLang="zh-TW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眾星也和應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風輕吹  吹起讚之聲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9958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花擺腰  草偷笑  要興奮做証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頌唱主基督已經得勝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7634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永活耶穌  尊貴崇高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謳歌讚美祂至美至榮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9033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遍地同慶  普世同聲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歌聲句句動聽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7570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萬物讚之聲</a:t>
            </a:r>
            <a:endParaRPr lang="zh-TW" altLang="en-US" sz="7200" b="1" i="1" dirty="0">
              <a:solidFill>
                <a:schemeClr val="bg1"/>
              </a:solidFill>
              <a:effectLst>
                <a:glow rad="139700">
                  <a:srgbClr val="339966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5165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山擊掌  水高唱</a:t>
            </a:r>
            <a:r>
              <a:rPr lang="en-US" altLang="zh-TW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眾星也和應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風輕吹  吹起讚之聲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8266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花擺腰  草偷笑  要興奮做証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頌唱主基督已經得勝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4854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永活耶穌  尊貴崇高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謳歌讚美祂至美至榮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6821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遍地同慶  普世同聲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歌聲句句動聽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4155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永活耶穌  尊貴崇高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謳歌讚美祂至美至榮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63143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遍地同慶  普世同聲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歌聲句句動聽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1462769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24D0CB3-8EA6-4A1B-A2B3-C8AF54CED1ED}" vid="{99F5462B-3621-4A0E-85FE-64977290B83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312</Words>
  <Application>Microsoft Office PowerPoint</Application>
  <PresentationFormat>Widescreen</PresentationFormat>
  <Paragraphs>45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微軟正黑體</vt:lpstr>
      <vt:lpstr>微軟正黑體</vt:lpstr>
      <vt:lpstr>Arial</vt:lpstr>
      <vt:lpstr>Calibri</vt:lpstr>
      <vt:lpstr>Theme1</vt:lpstr>
      <vt:lpstr>萬物讚之聲</vt:lpstr>
      <vt:lpstr>PowerPoint Presentation</vt:lpstr>
      <vt:lpstr>PowerPoint Presentation</vt:lpstr>
      <vt:lpstr>PowerPoint Presentation</vt:lpstr>
      <vt:lpstr>PowerPoint Presentation</vt:lpstr>
      <vt:lpstr>萬物讚之聲</vt:lpstr>
      <vt:lpstr>PowerPoint Presentation</vt:lpstr>
      <vt:lpstr>PowerPoint Presentation</vt:lpstr>
      <vt:lpstr>PowerPoint Presentation</vt:lpstr>
      <vt:lpstr>PowerPoint Presentation</vt:lpstr>
      <vt:lpstr>萬物讚之聲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唯有耶穌</dc:title>
  <dc:creator>Joe Cheng</dc:creator>
  <cp:lastModifiedBy>Uncle Jo</cp:lastModifiedBy>
  <cp:revision>8</cp:revision>
  <dcterms:created xsi:type="dcterms:W3CDTF">2026-08-21T14:24:34Z</dcterms:created>
  <dcterms:modified xsi:type="dcterms:W3CDTF">2026-10-15T15:15:34Z</dcterms:modified>
</cp:coreProperties>
</file>