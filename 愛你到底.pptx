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66" y="59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063F0-611E-4397-9783-E936F54D9428}" type="datetimeFigureOut">
              <a:rPr lang="en-US" smtClean="0"/>
              <a:t>7/27/2024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D6861-25B2-45E2-8D38-1D00362C083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063F0-611E-4397-9783-E936F54D9428}" type="datetimeFigureOut">
              <a:rPr lang="en-US" smtClean="0"/>
              <a:t>7/27/2024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D6861-25B2-45E2-8D38-1D00362C083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063F0-611E-4397-9783-E936F54D9428}" type="datetimeFigureOut">
              <a:rPr lang="en-US" smtClean="0"/>
              <a:t>7/27/2024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D6861-25B2-45E2-8D38-1D00362C083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063F0-611E-4397-9783-E936F54D9428}" type="datetimeFigureOut">
              <a:rPr lang="en-US" smtClean="0"/>
              <a:t>7/27/2024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D6861-25B2-45E2-8D38-1D00362C083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063F0-611E-4397-9783-E936F54D9428}" type="datetimeFigureOut">
              <a:rPr lang="en-US" smtClean="0"/>
              <a:t>7/27/2024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D6861-25B2-45E2-8D38-1D00362C083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063F0-611E-4397-9783-E936F54D9428}" type="datetimeFigureOut">
              <a:rPr lang="en-US" smtClean="0"/>
              <a:t>7/27/2024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D6861-25B2-45E2-8D38-1D00362C083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063F0-611E-4397-9783-E936F54D9428}" type="datetimeFigureOut">
              <a:rPr lang="en-US" smtClean="0"/>
              <a:t>7/27/2024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D6861-25B2-45E2-8D38-1D00362C083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063F0-611E-4397-9783-E936F54D9428}" type="datetimeFigureOut">
              <a:rPr lang="en-US" smtClean="0"/>
              <a:t>7/27/2024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D6861-25B2-45E2-8D38-1D00362C083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063F0-611E-4397-9783-E936F54D9428}" type="datetimeFigureOut">
              <a:rPr lang="en-US" smtClean="0"/>
              <a:t>7/27/2024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D6861-25B2-45E2-8D38-1D00362C083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063F0-611E-4397-9783-E936F54D9428}" type="datetimeFigureOut">
              <a:rPr lang="en-US" smtClean="0"/>
              <a:t>7/27/2024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D6861-25B2-45E2-8D38-1D00362C083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063F0-611E-4397-9783-E936F54D9428}" type="datetimeFigureOut">
              <a:rPr lang="en-US" smtClean="0"/>
              <a:t>7/27/2024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D6861-25B2-45E2-8D38-1D00362C083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B063F0-611E-4397-9783-E936F54D9428}" type="datetimeFigureOut">
              <a:rPr lang="en-US" smtClean="0"/>
              <a:t>7/27/2024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BD6861-25B2-45E2-8D38-1D00362C083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愛</a:t>
            </a:r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CN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到底</a:t>
            </a:r>
            <a:endParaRPr lang="zh-TW" altLang="en-US" sz="72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85933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來到主前  卸下一切憂慮重擔 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耶穌我來敬拜祢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05640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疲憊的心  在祢裡面重新得力 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耶穌我來敬拜祢</a:t>
            </a:r>
            <a:endParaRPr 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68153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全心相信  祢的恩典和應許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水火之中  不離不棄 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95379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全心相信  萬事都互相效力 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我願一生  愛祢到底</a:t>
            </a:r>
            <a:endParaRPr 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936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我全心敬拜  全心感謝 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全心讚美  耶穌的名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77670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我渴慕有祢  與我親近 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我一生  要愛祢到底</a:t>
            </a:r>
            <a:endParaRPr 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71178065"/>
      </p:ext>
    </p:extLst>
  </p:cSld>
  <p:clrMapOvr>
    <a:masterClrMapping/>
  </p:clrMapOvr>
</p:sld>
</file>

<file path=ppt/theme/theme1.xml><?xml version="1.0" encoding="utf-8"?>
<a:theme xmlns:a="http://schemas.openxmlformats.org/drawingml/2006/main" name="Church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Church Theme</Template>
  <TotalTime>21</TotalTime>
  <Words>136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Microsoft JhengHei</vt:lpstr>
      <vt:lpstr>Microsoft JhengHei</vt:lpstr>
      <vt:lpstr>Arial</vt:lpstr>
      <vt:lpstr>Calibri</vt:lpstr>
      <vt:lpstr>Church Theme</vt:lpstr>
      <vt:lpstr>愛祢到底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愛你到底</dc:title>
  <dc:creator>Windows User</dc:creator>
  <cp:lastModifiedBy>batisuoc</cp:lastModifiedBy>
  <cp:revision>4</cp:revision>
  <dcterms:created xsi:type="dcterms:W3CDTF">2019-03-09T03:21:33Z</dcterms:created>
  <dcterms:modified xsi:type="dcterms:W3CDTF">2024-07-27T06:30:17Z</dcterms:modified>
</cp:coreProperties>
</file>