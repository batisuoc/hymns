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7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425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15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91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3707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303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638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268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824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878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525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42084-CD32-4B52-A5E8-3FB177862133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093-A077-459F-85BC-3B708B9DB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316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恩典之路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292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我的主  引我走正義路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高山或低谷  都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保護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40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40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40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662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萬人中唯獨  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我認識我</a:t>
            </a:r>
            <a:endParaRPr 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834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永遠不變的應許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這一生都是祝福</a:t>
            </a:r>
            <a:endParaRPr 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638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一步又一步  這是恩典之路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  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將我緊緊抓住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副歌 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9100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一步又一步  這是盼望之路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  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牽引我走這人生路</a:t>
            </a:r>
            <a:endParaRPr lang="en-US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副歌 </a:t>
            </a:r>
            <a:r>
              <a:rPr lang="en-US" sz="40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9459496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8</TotalTime>
  <Words>94</Words>
  <Application>Microsoft Office PowerPoint</Application>
  <PresentationFormat>自訂</PresentationFormat>
  <Paragraphs>16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chongbai</vt:lpstr>
      <vt:lpstr>恩典之路</vt:lpstr>
      <vt:lpstr>投影片 2</vt:lpstr>
      <vt:lpstr>投影片 3</vt:lpstr>
      <vt:lpstr>投影片 4</vt:lpstr>
      <vt:lpstr>投影片 5</vt:lpstr>
      <vt:lpstr>投影片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恩典之路</dc:title>
  <dc:creator>Windows User</dc:creator>
  <cp:lastModifiedBy>PowerPoint</cp:lastModifiedBy>
  <cp:revision>5</cp:revision>
  <dcterms:created xsi:type="dcterms:W3CDTF">2020-01-11T05:03:52Z</dcterms:created>
  <dcterms:modified xsi:type="dcterms:W3CDTF">2024-07-30T12:30:13Z</dcterms:modified>
</cp:coreProperties>
</file>