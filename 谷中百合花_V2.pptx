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  <p:sldId id="397" r:id="rId10"/>
    <p:sldId id="398" r:id="rId11"/>
    <p:sldId id="399" r:id="rId12"/>
    <p:sldId id="400" r:id="rId13"/>
    <p:sldId id="401" r:id="rId14"/>
    <p:sldId id="402" r:id="rId15"/>
    <p:sldId id="403" r:id="rId16"/>
    <p:sldId id="404" r:id="rId17"/>
    <p:sldId id="405" r:id="rId1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谷中百合花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主耶穌是我良友   有主勝得萬有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萬人中救主是我最好靈友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29F35-8838-14DD-9E75-20C04DED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B0824B6-C5E2-D415-2E62-24D03E67D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主是谷中百合花   我惟一需要祂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祂能洗淨我使我聖潔無瑕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C5D87B-940C-0C64-EDDC-79BE9F8864A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17446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E2B0B-F4B4-ACB3-08FF-4353FECA5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5483FE8-75F3-BD67-6D96-2B49A8A5E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悲傷時祂來解憂   患難時祂保佑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一切掛慮全放在主肩頭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EFB17D-4DD4-2FCC-0BE3-642102477A3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7651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000A5-4977-D80C-DEB9-1BF08166B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34631A4-87D2-FDE4-759C-651A30731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主是晨星燦爛光華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是谷中百合花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F70C8-E4C0-7E6E-77A3-316B4EE846E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991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72B69-3871-A3CC-BD53-4E448B985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660CDA2-C8DD-B4D3-45C2-221FF4B35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萬人中救主最美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我愛祂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F7B5A7-1AAF-F14C-1779-BA85BB7A6A0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51907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FFEC7-B31F-5010-8C95-E6103B8F9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5D591A4-ADA8-7021-F513-A7A0D993C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帶走一切憂愁   將我悲傷擔當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當我受試探時祂是我力量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DD3E6A-6A2D-F162-5C09-E2A00D2125F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1693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CF187-763E-CC24-A16F-47F5B9808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9E8C310-C9F2-DF9B-A45B-229E9297C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主是谷中百合花</a:t>
            </a:r>
            <a:r>
              <a:rPr lang="en-US" altLang="zh-CN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 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我惟一需要祂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祂能洗淨我使我聖潔無瑕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5FE5A1-45D1-F5C7-8998-2C0A43B6CC2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47821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0133A-E124-F3D2-BF6B-C29CC9ED5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12E8E99-C95C-7DEE-F281-8000A2719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縱然世界棄絕我   撒旦來試探我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一切憂慮全放在主肩頭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F1279F-E5F2-5DB6-2D71-11B51BB40A9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843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E95E3-48BB-430B-BE81-B87162B2D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69A70A9-AC4E-5E47-D115-B4BE06A93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縱然世界棄絕我   撒旦來試探我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一切憂慮全放在主肩頭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0CC0DA-EED2-CFFA-CEF3-723B6A2DB7E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53342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551ED-4340-13AE-C770-642895420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B68967F-A5AD-1600-895E-0810EA808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主是晨星燦爛光華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是谷中百合花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87E6D1-0F47-0674-3338-5A49A38FE85F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2618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8BDC8-25A8-FDDA-B303-5006A759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9E7CD5C-0F8C-26DC-2F08-91F7C8DDD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萬人中救主最美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我愛祂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9F4A9-0518-A5FF-E7E2-583957EA248B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2 / 3</a:t>
            </a:r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2231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30470-ADC9-3281-182A-B7D8A676A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2916FA9-2ABB-1193-FE25-1CF7C8EDB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永不把我捨棄   我主何等仁慈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我要忠誠信靠遵行主旨意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7C8F3-7046-957E-68F6-61C02D62058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3843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0D69D-E8C1-CD82-C9CB-50F2021E8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6E60C94-E4B0-2EBF-DF9B-B9BF1A3F6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有烈火燒我身旁   任遭何事不慌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主賜嗎哪餧養我靈得健壯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8F55A-E1EA-F855-762A-906DD4E3D80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1397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7DCE-B27D-B93F-FB0C-689DF0DB3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3577F68-6B64-2860-5E3E-5E3762375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那日在天見主面   享受主愛甘甜</a:t>
            </a:r>
            <a:endParaRPr lang="en-US" altLang="zh-CN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有快樂江河長流至永年</a:t>
            </a:r>
            <a:endParaRPr lang="zh-TW" altLang="en-US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493104-4C80-FCEC-145B-725CC84A584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807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47FF-5D07-E2CC-4106-99C13074F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F5DDD7-F241-BBC8-D190-782F5F223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主是晨星燦爛光華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是谷中百合花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ACCB3D-69B2-83C3-AC89-FBA2953036D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27711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F9358-22C8-3AAD-0FB0-8B734CE40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9FAC44B-23ED-018A-B91B-C71F93475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萬人中救主最美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好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我愛祂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36BD1-24D0-36CD-0149-D9EFEAE7281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3 / 3</a:t>
            </a:r>
            <a:r>
              <a:rPr lang="en-US" sz="3200" b="1" dirty="0">
                <a:solidFill>
                  <a:srgbClr val="660033"/>
                </a:solidFill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013392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17</TotalTime>
  <Words>396</Words>
  <Application>Microsoft Office PowerPoint</Application>
  <PresentationFormat>Widescreen</PresentationFormat>
  <Paragraphs>49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Microsoft JhengHei</vt:lpstr>
      <vt:lpstr>Microsoft JhengHei</vt:lpstr>
      <vt:lpstr>Arial</vt:lpstr>
      <vt:lpstr>Calibri</vt:lpstr>
      <vt:lpstr>Theme1</vt:lpstr>
      <vt:lpstr>谷中百合花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9</cp:revision>
  <dcterms:created xsi:type="dcterms:W3CDTF">2026-04-10T15:30:02Z</dcterms:created>
  <dcterms:modified xsi:type="dcterms:W3CDTF">2026-04-10T15:47:11Z</dcterms:modified>
</cp:coreProperties>
</file>