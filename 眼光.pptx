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392" r:id="rId3"/>
    <p:sldId id="600" r:id="rId4"/>
    <p:sldId id="601" r:id="rId5"/>
    <p:sldId id="602" r:id="rId6"/>
    <p:sldId id="603" r:id="rId7"/>
    <p:sldId id="604" r:id="rId8"/>
    <p:sldId id="605" r:id="rId9"/>
    <p:sldId id="606" r:id="rId10"/>
    <p:sldId id="607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31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72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4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53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45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2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89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10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36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94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6FA30-3E44-4BD8-8525-85CBFEF603A2}" type="datetimeFigureOut">
              <a:rPr lang="zh-TW" altLang="en-US" smtClean="0"/>
              <a:t>2025/6/13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F28A5-58CC-4536-977E-57130B39A8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59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眼光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不管天有多黑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星星還在夜裡閃亮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7356-ED3F-9339-55FD-A76E7A0E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6741EB-E6DE-C6E8-95E5-54330991B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不管夜有多長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黎明早已在那頭盼望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BA657-63D2-8174-327B-09F24710DA9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233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40FE0-4E98-E728-8AAD-6747427C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76F50A-D77A-603F-1702-BD0BC98EF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不管山有多高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信心的歌把它踏在腳下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2CD66-B5A7-904D-4303-D88F275C404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347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C125-2CBD-C3D3-90DE-496E364F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55FCF8C-B921-F353-A960-6EE52580E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不管路有多遠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心中有愛仍然可以走到雲端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3E9A5-3B27-64A1-085E-31856E21602A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899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1835-86BD-B465-B2D8-F923884E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03A0141-D83E-7716-EF43-03214C97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誰能跨過艱難  誰能飛越沮喪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誰能看見前面有夢可想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67D87-F0CD-C61A-B5BD-E182E7ADAE5E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006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7633-0091-830B-81C5-5372D54E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12BA8AE-14C5-A381-7460-2B052149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上帝的心看見希望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你的心裡要有眼光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1E653-8BDB-4A76-4E52-4797090D8540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875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EE61-4695-834D-A14E-A2BF179E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6EF2734-2DF4-7BB8-4DE7-E70E73EE3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誰能跨過艱難  誰能飛越沮喪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誰能看見前面有夢可想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6F08D-1754-CD29-6989-D56ADA9AA9ED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3453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7FD0-5133-EAA0-4552-F9C56C5A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27F26B0-EAEC-6C8A-B2C5-CD724A5A2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上帝的心看見希望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你的心裡要有眼光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0A9DB-4F27-3E3E-9B7A-4134B904923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6511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B7B2-DC2B-65D7-5510-036954BA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236B1F-9988-92BE-FCAA-2C2D1A2E0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喔  你的心里要有眼光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112CA-3765-E171-CCE3-693DF01DEE6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33615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186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眼光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眼光</dc:title>
  <dc:creator>大唐</dc:creator>
  <cp:lastModifiedBy>batisuoc</cp:lastModifiedBy>
  <cp:revision>2</cp:revision>
  <dcterms:created xsi:type="dcterms:W3CDTF">2017-01-22T00:34:10Z</dcterms:created>
  <dcterms:modified xsi:type="dcterms:W3CDTF">2025-06-13T14:06:09Z</dcterms:modified>
</cp:coreProperties>
</file>