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主，祢的慈愛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主祢的慈愛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比生命更好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主祢的慈愛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比生命更好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1866F-61D2-45BD-51F7-FB5A03597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5A3B5C-E01E-1409-D257-76C640A02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我要用嘴唇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來讚美祢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因祢的慈愛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比生命更好</a:t>
            </a:r>
          </a:p>
        </p:txBody>
      </p:sp>
    </p:spTree>
    <p:extLst>
      <p:ext uri="{BB962C8B-B14F-4D97-AF65-F5344CB8AC3E}">
        <p14:creationId xmlns:p14="http://schemas.microsoft.com/office/powerpoint/2010/main" val="129674794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1</TotalTime>
  <Words>45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微軟正黑體</vt:lpstr>
      <vt:lpstr>Arial</vt:lpstr>
      <vt:lpstr>Calibri</vt:lpstr>
      <vt:lpstr>Theme1</vt:lpstr>
      <vt:lpstr>主，祢的慈愛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1</cp:revision>
  <dcterms:created xsi:type="dcterms:W3CDTF">2026-07-20T14:22:36Z</dcterms:created>
  <dcterms:modified xsi:type="dcterms:W3CDTF">2026-07-20T14:24:26Z</dcterms:modified>
</cp:coreProperties>
</file>