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7E584-0345-455E-92E5-C83A03908D5D}" type="datetimeFigureOut">
              <a:rPr lang="zh-TW" altLang="en-US" smtClean="0"/>
              <a:t>2025/1/26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C97DE-10B0-4929-A35A-29D8BFCDC8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萬國得知祢的救恩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主祢造諸天  鋪開大地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高坐在施恩寶座上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6F39A-FCDE-0E49-74E0-34526C7D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05D1B22-56EF-AE4A-208A-24123EC85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公義發出 儼如光輝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的救恩如明燈閃亮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E5A48-3003-684C-6857-50833D936FDD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63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2EB9-9D18-F2E9-B56D-A5852B6B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A972CAB-0513-E793-04CC-F2768020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的臂膀  大有能力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殿宇高大輝煌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1C800-543B-AC2C-ED4F-22AAF127613C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846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33A8-89CF-7293-5257-461334F0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1AB184-B97F-295A-1424-24595A8D0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普天之下  萬國的神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慈愛充滿全地之上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3F0AB-5D79-FC34-81ED-F18F0B184876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245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26ECB-6F76-2A62-28CE-A656F696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83FD3F-4B1A-D67C-DAD1-64FAF7788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讓我們起來傳揚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傳</a:t>
            </a: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聖名到萬邦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B03D4-EA00-6A58-4F0E-C884C027C7A9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477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7864-7460-5499-E5B0-72C65E09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8160C7-183B-CAFB-1244-26738B627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讓萬國得知</a:t>
            </a: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的救恩 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讓萬民揚聲向</a:t>
            </a: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歌唱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C7970E-2C21-B1A8-DB86-0A32876FA54A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068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B889-11D3-30FD-55BA-3EE7E8B5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CB273CA-12CA-5220-9F9B-20D2F483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讓我們起來傳揚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傳</a:t>
            </a: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聖名到萬邦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428D8-7CDB-4E27-7FF5-ED496B7B4350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32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CA5C2-0C07-FBBE-8113-DF90DE1C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DE5305-6CB0-296C-1F6F-1CA29652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讓世界得知</a:t>
            </a: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的道路</a:t>
            </a:r>
            <a:endParaRPr lang="en-US" altLang="zh-TW" sz="495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讓主</a:t>
            </a:r>
            <a:r>
              <a:rPr lang="zh-CN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95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榮耀照亮四方﻿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FBD6E-C876-DD63-202D-B5D23DF8E0EF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69436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7</TotalTime>
  <Words>170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萬國得知祢的救恩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萬國得知你的救恩</dc:title>
  <dc:creator>大唐</dc:creator>
  <cp:lastModifiedBy>batisuoc</cp:lastModifiedBy>
  <cp:revision>6</cp:revision>
  <dcterms:created xsi:type="dcterms:W3CDTF">2017-10-28T01:57:56Z</dcterms:created>
  <dcterms:modified xsi:type="dcterms:W3CDTF">2025-01-26T10:31:07Z</dcterms:modified>
</cp:coreProperties>
</file>