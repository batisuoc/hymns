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2" autoAdjust="0"/>
    <p:restoredTop sz="94660"/>
  </p:normalViewPr>
  <p:slideViewPr>
    <p:cSldViewPr snapToGrid="0">
      <p:cViewPr varScale="1">
        <p:scale>
          <a:sx n="70" d="100"/>
          <a:sy n="70" d="100"/>
        </p:scale>
        <p:origin x="2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天地讚美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地與天奏出歌韻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磐石唱讚美歌聲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7E9D6-441D-F867-EDFE-CCE72DEED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7141ABF-E3C3-1DED-FDCA-143ACFEC4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風雨電來歌頌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雲霧隨著飄送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全地奏響聲勢無比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30D37-693A-990D-7592-220D6F33AD36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80226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514A7-07C4-1975-E741-01ED50FBD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099ECC4-8B3F-34AF-CA56-5FBB43280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頌讚聲永不衰竭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全地要敬拜事奉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BD06C7-D4BA-9E5A-4E6D-AC0E8466D1D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16794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C9163-4409-1D89-639F-91845DA39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7027F4C-2EC0-0259-0561-59C90A0A9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高唱萬有之上  榮耀無限之處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全屬我主尊貴耶穌所有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5805EB-557F-57ED-101D-1EC25BDA3973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92104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59242-E21B-D2A0-E03C-7AE42F805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F0B2E2C-C836-5067-06D4-FE7757E97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讓讚美  如風飛揚天際間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讓讚美  浪花濺起海洋中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120FF6-DB2E-EAD6-85F5-BA9133EDFBA3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60790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B84A3-C129-2897-B3C1-51CE5D851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70BF626-E054-DCFB-43B5-D8F07ADF2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高唱萬有之上  榮耀無限之處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全屬我主尊貴耶穌所有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6D0A2A-E1EF-911C-4C08-E16ECA6F5675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2707197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2</TotalTime>
  <Words>140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Theme1</vt:lpstr>
      <vt:lpstr>天地讚美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2</cp:revision>
  <dcterms:created xsi:type="dcterms:W3CDTF">2026-03-26T16:41:45Z</dcterms:created>
  <dcterms:modified xsi:type="dcterms:W3CDTF">2026-03-26T16:43:59Z</dcterms:modified>
</cp:coreProperties>
</file>